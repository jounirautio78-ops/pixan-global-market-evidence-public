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810ef0297740a9" /><Relationship Type="http://schemas.openxmlformats.org/officeDocument/2006/relationships/extended-properties" Target="/docProps/app.xml" Id="R749e8e7176674a2f" /><Relationship Type="http://schemas.openxmlformats.org/officeDocument/2006/relationships/officeDocument" Target="/ppt/presentation.xml" Id="Re77434a31ab54b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f6b8d8a7be4d89"/>
  </p:sldMasterIdLst>
  <p:notesMasterIdLst>
    <p:notesMasterId xmlns:r="http://schemas.openxmlformats.org/officeDocument/2006/relationships" r:id="R3e744877506c433b"/>
  </p:notesMasterIdLst>
  <p:sldIdLst>
    <p:sldId xmlns:r="http://schemas.openxmlformats.org/officeDocument/2006/relationships" id="256" r:id="R9c05e12ef8864a25"/>
    <p:sldId xmlns:r="http://schemas.openxmlformats.org/officeDocument/2006/relationships" id="257" r:id="R5a3f1cb5dbce4237"/>
    <p:sldId xmlns:r="http://schemas.openxmlformats.org/officeDocument/2006/relationships" id="258" r:id="Ra2114922dee3447f"/>
    <p:sldId xmlns:r="http://schemas.openxmlformats.org/officeDocument/2006/relationships" id="259" r:id="Rbf3a09f2566b474e"/>
    <p:sldId xmlns:r="http://schemas.openxmlformats.org/officeDocument/2006/relationships" id="260" r:id="R42f83fdfaac34c04"/>
    <p:sldId xmlns:r="http://schemas.openxmlformats.org/officeDocument/2006/relationships" id="261" r:id="Rb21c2419e05d431f"/>
    <p:sldId xmlns:r="http://schemas.openxmlformats.org/officeDocument/2006/relationships" id="262" r:id="R393845db89d0452d"/>
    <p:sldId xmlns:r="http://schemas.openxmlformats.org/officeDocument/2006/relationships" id="263" r:id="Rf934e480affa4350"/>
    <p:sldId xmlns:r="http://schemas.openxmlformats.org/officeDocument/2006/relationships" id="264" r:id="Rce5427360bb74f86"/>
    <p:sldId xmlns:r="http://schemas.openxmlformats.org/officeDocument/2006/relationships" id="265" r:id="R267a95f303574356"/>
    <p:sldId xmlns:r="http://schemas.openxmlformats.org/officeDocument/2006/relationships" id="266" r:id="R5857f5009a3a42a5"/>
    <p:sldId xmlns:r="http://schemas.openxmlformats.org/officeDocument/2006/relationships" id="267" r:id="R061544fa9319461c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4c7b2c5ad84b74" /><Relationship Type="http://schemas.openxmlformats.org/officeDocument/2006/relationships/slideMaster" Target="/ppt/slideMasters/slideMaster1.xml" Id="R84f6b8d8a7be4d89" /><Relationship Type="http://schemas.openxmlformats.org/officeDocument/2006/relationships/notesMaster" Target="/ppt/notesMasters/notesMaster1.xml" Id="R3e744877506c433b" /><Relationship Type="http://schemas.openxmlformats.org/officeDocument/2006/relationships/presProps" Target="/ppt/presProps.xml" Id="R28f1b2ad34674b66" /><Relationship Type="http://schemas.openxmlformats.org/officeDocument/2006/relationships/viewProps" Target="/ppt/viewProps.xml" Id="R86fe394903a54b2d" /><Relationship Type="http://schemas.openxmlformats.org/officeDocument/2006/relationships/tableStyles" Target="/ppt/tableStyles.xml" Id="R23ac0703dc964fe4" /><Relationship Type="http://schemas.openxmlformats.org/officeDocument/2006/relationships/slide" Target="/ppt/slides/slide1.xml" Id="R9c05e12ef8864a25" /><Relationship Type="http://schemas.openxmlformats.org/officeDocument/2006/relationships/slide" Target="/ppt/slides/slide2.xml" Id="R5a3f1cb5dbce4237" /><Relationship Type="http://schemas.openxmlformats.org/officeDocument/2006/relationships/slide" Target="/ppt/slides/slide3.xml" Id="Ra2114922dee3447f" /><Relationship Type="http://schemas.openxmlformats.org/officeDocument/2006/relationships/slide" Target="/ppt/slides/slide4.xml" Id="Rbf3a09f2566b474e" /><Relationship Type="http://schemas.openxmlformats.org/officeDocument/2006/relationships/slide" Target="/ppt/slides/slide5.xml" Id="R42f83fdfaac34c04" /><Relationship Type="http://schemas.openxmlformats.org/officeDocument/2006/relationships/slide" Target="/ppt/slides/slide6.xml" Id="Rb21c2419e05d431f" /><Relationship Type="http://schemas.openxmlformats.org/officeDocument/2006/relationships/slide" Target="/ppt/slides/slide7.xml" Id="R393845db89d0452d" /><Relationship Type="http://schemas.openxmlformats.org/officeDocument/2006/relationships/slide" Target="/ppt/slides/slide8.xml" Id="Rf934e480affa4350" /><Relationship Type="http://schemas.openxmlformats.org/officeDocument/2006/relationships/slide" Target="/ppt/slides/slide9.xml" Id="Rce5427360bb74f86" /><Relationship Type="http://schemas.openxmlformats.org/officeDocument/2006/relationships/slide" Target="/ppt/slides/slide10.xml" Id="R267a95f303574356" /><Relationship Type="http://schemas.openxmlformats.org/officeDocument/2006/relationships/slide" Target="/ppt/slides/slide11.xml" Id="R5857f5009a3a42a5" /><Relationship Type="http://schemas.openxmlformats.org/officeDocument/2006/relationships/slide" Target="/ppt/slides/slide12.xml" Id="R061544fa931946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2bb5710d1e46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418411831547fc" /><Relationship Type="http://schemas.openxmlformats.org/officeDocument/2006/relationships/notesMaster" Target="/ppt/notesMasters/notesMaster1.xml" Id="Rd8d1247545bc4f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2e1064a5714ce6" /><Relationship Type="http://schemas.openxmlformats.org/officeDocument/2006/relationships/notesMaster" Target="/ppt/notesMasters/notesMaster1.xml" Id="R96fa4732a41840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65aa6fd94d4a4e" /><Relationship Type="http://schemas.openxmlformats.org/officeDocument/2006/relationships/notesMaster" Target="/ppt/notesMasters/notesMaster1.xml" Id="R7ec10f564ab140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183d82aba64943" /><Relationship Type="http://schemas.openxmlformats.org/officeDocument/2006/relationships/notesMaster" Target="/ppt/notesMasters/notesMaster1.xml" Id="Rbcbd9912a0544f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bf8a4d8996c4e0d" /><Relationship Type="http://schemas.openxmlformats.org/officeDocument/2006/relationships/notesMaster" Target="/ppt/notesMasters/notesMaster1.xml" Id="R79ebb1dce18942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cb7e2cd4ce4bcc" /><Relationship Type="http://schemas.openxmlformats.org/officeDocument/2006/relationships/notesMaster" Target="/ppt/notesMasters/notesMaster1.xml" Id="R0ffb3a70a46347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c776a9368349ea" /><Relationship Type="http://schemas.openxmlformats.org/officeDocument/2006/relationships/notesMaster" Target="/ppt/notesMasters/notesMaster1.xml" Id="R9ffecc864c3444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3ffe514b278445e" /><Relationship Type="http://schemas.openxmlformats.org/officeDocument/2006/relationships/notesMaster" Target="/ppt/notesMasters/notesMaster1.xml" Id="R0b7abf8dff644b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9190553d1f42e5" /><Relationship Type="http://schemas.openxmlformats.org/officeDocument/2006/relationships/notesMaster" Target="/ppt/notesMasters/notesMaster1.xml" Id="R6e5d1ed3a0b747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9c0aa6722e14dad" /><Relationship Type="http://schemas.openxmlformats.org/officeDocument/2006/relationships/notesMaster" Target="/ppt/notesMasters/notesMaster1.xml" Id="R3279245dc3834f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a5ce26934a4246" /><Relationship Type="http://schemas.openxmlformats.org/officeDocument/2006/relationships/notesMaster" Target="/ppt/notesMasters/notesMaster1.xml" Id="Rbccd8ff7d2ce469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c692ffc8294b17" /><Relationship Type="http://schemas.openxmlformats.org/officeDocument/2006/relationships/notesMaster" Target="/ppt/notesMasters/notesMaster1.xml" Id="R3d0530daba054f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d2aa1e28d24ed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3a69a6227f45d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3fdf38f4cd41c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fb22db185443d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d1c1715d35473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c689bbfdf3498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6c66cfaab4404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47d981527f476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c6fa3e1cfe476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1991104d6e4d3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b51fc6becd4da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57B7D5E-B458-4A99-B01D-42AC4B71C06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3CF2F2C-5627-40E4-9580-5CB53DD45DC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27CADA3-93FC-4986-8052-C21C988041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1558499-8A96-44AB-A75C-66D2DFA834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A87F403-EC2D-4590-9EA4-5204D80D92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017EF9-3F77-4978-B8B5-374293794A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449902-A653-4A84-A098-ABD18083F44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402EA4-FC48-47D4-A45C-B6C66F39A4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368CB30-E419-4C56-A701-C6794EDDE2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BAE6E3-A6D2-40A2-909D-BC56EA61E2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DA7BFB-0BE0-4848-B397-773C2E2FCD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2CF37C7-6325-401C-BE7F-AFD48A91CC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E86F557-8157-4673-8B19-A30AC9C91A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BFBF380-0145-424E-A874-30D833C26A3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F770BC-A32C-465B-A8DE-CA88E03242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FB3D67-FFE1-4E5F-9A33-6C1CE2BA8B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C5B64D-42C7-4130-A2C2-43292B5B033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CDDA38-6B67-4FCE-92B1-C97799A087E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37A3F18-6D71-4ADB-84F3-10D44CBC3F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D324D32-F5CB-41FA-AA5F-061A52CF9E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35D8A4D-480C-4F5E-80E1-6AB9957ADD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F062A9-F4F9-4316-AA15-FFE1866333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3A4E4BB-F6C9-4DC9-A993-4331FBF657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BB804-FD9D-4368-93FE-D770638A12F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D699DDA-9566-4A48-B9B1-4F4D9D5116A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BF76503-F4EF-42BC-9E05-7987BE4E245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AE2C33A-A987-4751-A4FA-98F6FD3FF1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7865950-9D67-460A-86F9-71251DAB60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2FBD9BE-0027-4F90-A99A-206BCC9BFC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5717E6B-2456-4824-A596-0176DB4B79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461C265-D484-4FB1-ADC5-8D965389D3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623E3E3-6B5F-4AAE-8D57-157CD5CBC9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71286BF-8FBD-4C3E-A484-909059BE49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F5897D7-0C72-4659-BBB0-9DD611B01D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1568CC5-9A90-4A97-829D-21C514063CB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BE3CA7C-9587-4521-A29A-9CD3812AEC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3D5F888-D401-45DC-93DC-B029507A31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F562431-C30C-43C5-8898-B4ED808EB2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449408C-8E22-4CBB-84A1-856A3B5DFA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848402-07FF-472E-8C1F-ADB92649C6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E8BF6B5-B699-4B4B-B725-4A62BDA9E7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76A6CFA-5076-4110-9C5A-72E9D1357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1979243-9668-494E-B41A-39B89108ED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FE1F52F-39A8-4CC6-8B2D-DB5DCD22348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D5BB00E-2EE5-4DDC-90EE-7A63490E9C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B9B44F2-9B50-4A5B-A778-8523D9CB8A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FDC8E33-54CF-40D0-97FE-ACD8811B37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261D8-176D-4BB5-97D1-5121CB7305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FF69507-3CB6-445F-84BF-98B7FF4D40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EA51884-5684-4173-97DE-BA6CA17EDC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E19A0B8-B508-47AD-B083-20E1B70C23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9B5619-0FE8-40A0-A88E-F65B4D7792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BBC4695-28B0-4E28-BF44-E57F1E1ED6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45C0545-AA55-4EF6-9601-ED8389C43C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878BFF-2DCE-4BA4-AAF6-C2D0BB330C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C2B6488-1112-46A8-B10B-B3E0871FAE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9D6F744-F01D-4043-95E4-40A67E627B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ACF4D0C-B0D8-438A-9266-7B1A6C058B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20f523c32d4f1b" /><Relationship Type="http://schemas.openxmlformats.org/officeDocument/2006/relationships/slideLayout" Target="/ppt/slideLayouts/slideLayout1.xml" Id="Reebea81ff5694280" /><Relationship Type="http://schemas.openxmlformats.org/officeDocument/2006/relationships/slideLayout" Target="/ppt/slideLayouts/slideLayout2.xml" Id="Rac9e01d8fb1c456c" /><Relationship Type="http://schemas.openxmlformats.org/officeDocument/2006/relationships/slideLayout" Target="/ppt/slideLayouts/slideLayout3.xml" Id="R1e018e7c6d3546f6" /><Relationship Type="http://schemas.openxmlformats.org/officeDocument/2006/relationships/slideLayout" Target="/ppt/slideLayouts/slideLayout4.xml" Id="Reae81c5381514d0c" /><Relationship Type="http://schemas.openxmlformats.org/officeDocument/2006/relationships/slideLayout" Target="/ppt/slideLayouts/slideLayout5.xml" Id="Rc5e8b0c8a76e4a9c" /><Relationship Type="http://schemas.openxmlformats.org/officeDocument/2006/relationships/slideLayout" Target="/ppt/slideLayouts/slideLayout6.xml" Id="Rca33e0bbd75b43f5" /><Relationship Type="http://schemas.openxmlformats.org/officeDocument/2006/relationships/slideLayout" Target="/ppt/slideLayouts/slideLayout7.xml" Id="R30360e325f2543d4" /><Relationship Type="http://schemas.openxmlformats.org/officeDocument/2006/relationships/slideLayout" Target="/ppt/slideLayouts/slideLayout8.xml" Id="R6c55c361203946ea" /><Relationship Type="http://schemas.openxmlformats.org/officeDocument/2006/relationships/slideLayout" Target="/ppt/slideLayouts/slideLayout9.xml" Id="R9d74fce5d2424fdf" /><Relationship Type="http://schemas.openxmlformats.org/officeDocument/2006/relationships/slideLayout" Target="/ppt/slideLayouts/slideLayout10.xml" Id="R4aafb39ff78a42bb" /><Relationship Type="http://schemas.openxmlformats.org/officeDocument/2006/relationships/slideLayout" Target="/ppt/slideLayouts/slideLayout11.xml" Id="R9a21b9b7dd2a43b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18967D1-7222-49CD-879C-C32A55BDC5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BB088CD-BABA-414C-8074-6283F4E161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047074-DFAD-43B4-9A06-F6E695FB4D5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6DBA399-17B3-4E85-A336-548A4C99BFE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67200AA-7345-4F28-B9A4-9F8C65B0CA6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bea81ff5694280"/>
    <p:sldLayoutId xmlns:r="http://schemas.openxmlformats.org/officeDocument/2006/relationships" id="2147483650" r:id="Rac9e01d8fb1c456c"/>
    <p:sldLayoutId xmlns:r="http://schemas.openxmlformats.org/officeDocument/2006/relationships" id="2147483651" r:id="R1e018e7c6d3546f6"/>
    <p:sldLayoutId xmlns:r="http://schemas.openxmlformats.org/officeDocument/2006/relationships" id="2147483652" r:id="Reae81c5381514d0c"/>
    <p:sldLayoutId xmlns:r="http://schemas.openxmlformats.org/officeDocument/2006/relationships" id="2147483653" r:id="Rc5e8b0c8a76e4a9c"/>
    <p:sldLayoutId xmlns:r="http://schemas.openxmlformats.org/officeDocument/2006/relationships" id="2147483654" r:id="Rca33e0bbd75b43f5"/>
    <p:sldLayoutId xmlns:r="http://schemas.openxmlformats.org/officeDocument/2006/relationships" id="2147483655" r:id="R30360e325f2543d4"/>
    <p:sldLayoutId xmlns:r="http://schemas.openxmlformats.org/officeDocument/2006/relationships" id="2147483656" r:id="R6c55c361203946ea"/>
    <p:sldLayoutId xmlns:r="http://schemas.openxmlformats.org/officeDocument/2006/relationships" id="2147483657" r:id="R9d74fce5d2424fdf"/>
    <p:sldLayoutId xmlns:r="http://schemas.openxmlformats.org/officeDocument/2006/relationships" id="2147483658" r:id="R4aafb39ff78a42bb"/>
    <p:sldLayoutId xmlns:r="http://schemas.openxmlformats.org/officeDocument/2006/relationships" id="2147483659" r:id="R9a21b9b7dd2a43b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8f0adb450c468d" /><Relationship Type="http://schemas.openxmlformats.org/officeDocument/2006/relationships/notesSlide" Target="/ppt/notesSlides/notesSlide1.xml" Id="R66a3f18ad4eb47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b75b8a13b74281" /><Relationship Type="http://schemas.openxmlformats.org/officeDocument/2006/relationships/notesSlide" Target="/ppt/notesSlides/notesSlide2.xml" Id="R580fee098dfc42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c98427cb1d24491" /><Relationship Type="http://schemas.openxmlformats.org/officeDocument/2006/relationships/notesSlide" Target="/ppt/notesSlides/notesSlide3.xml" Id="R59819271aa9242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15d695c4fa34ef3" /><Relationship Type="http://schemas.openxmlformats.org/officeDocument/2006/relationships/notesSlide" Target="/ppt/notesSlides/notesSlide4.xml" Id="Rf56549920a5440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a78717ddad4fa8" /><Relationship Type="http://schemas.openxmlformats.org/officeDocument/2006/relationships/notesSlide" Target="/ppt/notesSlides/notesSlide5.xml" Id="R0e624c45882c40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bebf7b2c9b4cfb" /><Relationship Type="http://schemas.openxmlformats.org/officeDocument/2006/relationships/notesSlide" Target="/ppt/notesSlides/notesSlide6.xml" Id="R759c5b0cf00c43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8fa562a15646f9" /><Relationship Type="http://schemas.openxmlformats.org/officeDocument/2006/relationships/notesSlide" Target="/ppt/notesSlides/notesSlide7.xml" Id="R97f0e58ea51143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3aae8df05d4d2c" /><Relationship Type="http://schemas.openxmlformats.org/officeDocument/2006/relationships/notesSlide" Target="/ppt/notesSlides/notesSlide8.xml" Id="R8691f33f629e481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3af94b9cf948ce" /><Relationship Type="http://schemas.openxmlformats.org/officeDocument/2006/relationships/notesSlide" Target="/ppt/notesSlides/notesSlide9.xml" Id="Rda4ee90bd8b54d8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3bb13d1980346bd" /><Relationship Type="http://schemas.openxmlformats.org/officeDocument/2006/relationships/notesSlide" Target="/ppt/notesSlides/notesSlide10.xml" Id="R40a56c63b3c2438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00dad1aa3f41e2" /><Relationship Type="http://schemas.openxmlformats.org/officeDocument/2006/relationships/notesSlide" Target="/ppt/notesSlides/notesSlide11.xml" Id="R10a68032a39e43d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8c6c7a72474b7d" /><Relationship Type="http://schemas.openxmlformats.org/officeDocument/2006/relationships/notesSlide" Target="/ppt/notesSlides/notesSlide12.xml" Id="Rc684f448a6564b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C7B19FC-D6C7-4E82-8968-9346D5D0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9B2591-FD71-49CE-B251-8014B61C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116B002-2BF7-4620-A73D-A15B1DD4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F7B865D-FA8F-480C-818E-B6A6966B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 dian rahoitus- ja teknologia-arvio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FFF1BF7-1CD5-4893-BFF5-A545C861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0D3FD09-09B0-42AB-A7C2-A6C39E33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A12CD69-82A4-4633-8F85-550817FD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2026.07.24-18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BFDC8DC-0ADC-46B6-B087-3082269C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12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8DFE25C-FEF1-4FC1-B9E5-4C2D46E2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00A4152-CC53-4DED-92E3-24749591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70684C0-DA49-461F-B64E-6A6773B9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EFA167C-E68D-41B7-AD56-A313B817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Rahoitusteesi</a:t>
            </a:r>
          </a:p>
        </p:txBody>
      </p:sp>
    </p:spTree>
    <p:extLst>
      <p:ext uri="{BB962C8B-B14F-4D97-AF65-F5344CB8AC3E}">
        <p14:creationId xmlns:p14="http://schemas.microsoft.com/office/powerpoint/2010/main" val="208779157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5AF2DF-7D9A-4AD1-B4C0-C9415526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95E903A-6004-41B7-AF1C-C8951EDF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Ongelma on yhtä paljon evidenssissä kuin teknologiassa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7FADF-F8D3-44DD-8386-6C8B0CA0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74883F5-BF52-4A7B-BB79-CE3C53DD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7729D2A-4AC1-4013-A03B-A2F8E2BE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6FA8175-52A8-4E58-9C61-682FCC1A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16EC14A-2EBD-4EB0-93A7-AC40CAC7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CE5A573-D98B-46B7-B722-E9B1F10E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Markkinamittarit ovat hajanaisia: toimitukset, verot, litrat ja kaupalliset arviot eivät ole sama asia.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Perhejulkaisu ei todista nykyistä voimassaoloa tai rasitteettomuutta.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27BB962-06E7-421C-8973-351459B2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18E1F14-2F5B-42E0-AC1A-FCDB535E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ydinkysymys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C76D4B1-CFE0-4BF0-8B11-666115D6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Mikä todennettu omaisuus ja kassavirta kattaa lainan myös downside-tapauksessa?</a:t>
            </a:r>
          </a:p>
        </p:txBody>
      </p:sp>
    </p:spTree>
    <p:extLst>
      <p:ext uri="{BB962C8B-B14F-4D97-AF65-F5344CB8AC3E}">
        <p14:creationId xmlns:p14="http://schemas.microsoft.com/office/powerpoint/2010/main" val="46538827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7B06427-3D8E-4925-A309-E830AE65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PATENTOITU 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5B0837-ED1B-48DB-AAEB-3D58A71B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Ratkaisu ohjaa höyrystimen tehoa mitatun resistanssin perusteella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D32CEA-AEDA-44FA-918D-F1B59E66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5460A71-5139-42AB-9100-014F9835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F88BEEC-9308-4D87-9D8D-546D0B6C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ED3FB0-2577-436B-82B0-66B076B4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E234BE1-37A2-45A2-B43B-99E8C0B4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95B7FE8-142B-407D-B7E5-E78E1245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 perustuu tallennettuihin resistanssi–tehoarvoihin.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Tehosuhde kuvataan ei-suoraan-verrannolliseksi.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C8B4AF7-06F4-4909-8BA8-35219E1E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D8F6D29-309E-4ADA-9D3E-035359A6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Rajaus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533A467-347F-4770-85B4-01DD4C48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  <p:extLst>
      <p:ext uri="{BB962C8B-B14F-4D97-AF65-F5344CB8AC3E}">
        <p14:creationId xmlns:p14="http://schemas.microsoft.com/office/powerpoint/2010/main" val="210624209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E618FB1-F190-40D1-A387-74679939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PATENTTI JA IP-STATUS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269DA9-7170-44CA-8F48-50E30267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IP-ydin on dokumentoitu; maakohtainen käyttökelpoisuus on vielä täsmäytettävä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675D626-0030-47A6-B2A5-B1B6ABF4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28A0BA3-2FF2-4A87-9D68-34827F6D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8756DE-196C-4AFE-8FAB-3DC80BA1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3C8228-07CB-4827-A515-3AB4D212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C60FFDB-FA41-43BD-958A-26DDB6D4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9C101A2-FEFF-423D-A055-04D355D4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E2CE67F-06E4-4DA6-8818-37893912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prioriteettivuosi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C54E7F5-8C9D-469F-9033-553DD666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F62B1CB-0BEF-4E17-AE47-2E4BEB2A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B409AA6-95E9-4C86-89FA-730F42A7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B2-vaatimusta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CDC0CBB-F55F-4988-A8FF-7921F121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FF05FE5-0B6D-4E14-BFA5-9E1C0031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C9F1DD4-8F04-4A73-ADDD-303F3CF5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DE42905-E70B-4D28-ADBB-55D5CE86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EPO-rekisteri: patentti pysytetty muutettuna väitemenettelyn jälkeen; B2-patenttijulkaisu julkaistu. B2 julkaistiin 24.4.2024.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6EB5275-C2E3-46C5-8770-5D462004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9099163-9DBD-4637-BE32-D2A2A9A1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272111B-2093-46F6-AB28-06B9A05E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Julkisen rekisterin kirjattu haltija: Pixan Oy. Koko perheen nykyistä kansallista voimassaoloa, maksuja ja rasitteita ei ole vielä varmennettu.</a:t>
            </a:r>
          </a:p>
        </p:txBody>
      </p:sp>
    </p:spTree>
    <p:extLst>
      <p:ext uri="{BB962C8B-B14F-4D97-AF65-F5344CB8AC3E}">
        <p14:creationId xmlns:p14="http://schemas.microsoft.com/office/powerpoint/2010/main" val="2623797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4361198-121B-4FF3-9623-47BFE545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TEKNINEN EROTTAUTUMINEN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218AED0-F1FA-479E-843F-3AD0EE39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Tekninen erottautuminen on vaatimuksissa — ei tuotteen ulkonäössä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7FD2384-EE33-47B3-82F0-E200B4B4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CC9B796-CB1E-4439-AC8B-1EBE1F35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711BF38-489D-4A7A-B898-9F1F4D14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D89DB0B-9DA4-47A1-BE06-63A33C17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EA019FF-F2EB-4A84-9799-1491C440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7B068B3-B810-44C6-914D-3946A6DE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Patenttiselitys antaa teknisen hypoteesin ja dokumentoidun suojatekstin.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ratkaisu tukee tiettyjen tuotteiden ja vaatimusten 1 ja 6 kytkentää.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84142C3-DB84-4ED9-B51D-92955DDC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D427F1D-CF5A-4B8B-AB87-6284B0C7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Todistusketju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95172B0-94F5-4644-84B3-0EC403F7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Näyte → hallussapitoketju → teardown → mittausdata → claim chart → asiamiehen tarkastus → relevantti myynti.</a:t>
            </a:r>
          </a:p>
        </p:txBody>
      </p:sp>
    </p:spTree>
    <p:extLst>
      <p:ext uri="{BB962C8B-B14F-4D97-AF65-F5344CB8AC3E}">
        <p14:creationId xmlns:p14="http://schemas.microsoft.com/office/powerpoint/2010/main" val="186047928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7387E27-4A24-4432-8A75-C96907F6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MARKKINAN KOKO JA RAJAUS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E6E316A-8C1A-4347-BBFF-EBEE39D4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Markkinakoko on haarukka — ei yksi luku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A175323-51F6-4D60-9FAD-B55F7EDF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93DE2A9-CC3C-4705-8E01-9254B1BF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6BC7E6B-47A7-432B-B48D-9D55A493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Market-values; FTC;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A55D910-A3E1-4246-B03C-63CB4989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AEE4A86-5FB7-41E4-84F7-2700EAA7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199648-2E9E-49A5-84E1-8863036C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651A928-B064-4E1F-A129-7185E144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vuosihavaintoa 7 maasta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02F9560-C701-44F4-B88A-6452D0B1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81CB890-44F4-4051-9962-5DBE9DE8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533,7–731,2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D98FAB4-D0E1-4DEB-929E-B085EC59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≈298,5–408,9 milj. EUR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7C9BA7F-009C-4ABC-9394-66DEB809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06FE7C5-1276-4E6D-A9BA-88447479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B9E0270-0790-4D2B-89AA-ED39251C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91CE4A0-B902-476A-B06E-E7937FB4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ehdokasta jäi D1–D10-portin ulkopuolelle; hyväksytty donor-portti on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262BC94-4364-4928-A7B3-E7BB0FC6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5D8EA56-259C-4D29-80AE-65F707B8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A8EF04D-A055-4567-8AC4-ECD8AE11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NZ 2024: 533,7–731,2 milj. NZD (≈298,5–408,9 milj. EUR; ECB 2024) on tuettu malli. FTC 2021: 2,763 mrd USD (≈2,336 mrd EUR; ECB 2021) on valmistajaraportointia. EU- ja kaupallisia lukuja ei summata.</a:t>
            </a:r>
          </a:p>
        </p:txBody>
      </p:sp>
    </p:spTree>
    <p:extLst>
      <p:ext uri="{BB962C8B-B14F-4D97-AF65-F5344CB8AC3E}">
        <p14:creationId xmlns:p14="http://schemas.microsoft.com/office/powerpoint/2010/main" val="172014004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14B087D-B0FA-4F3A-BC6D-31755CC6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ASIAKKAAT JA OSTOPERUSTE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3461F0F-C30B-4AFD-B2B3-FB382B96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Asiakkuus on vielä validoitava kolmessa eri päätöksentekologiikassa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E1969C7-34BC-417B-9AE4-A39C3719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D7F3400-26A3-4E27-AC5A-106D4655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28E1E5-F38F-4DB5-BDE1-D2B8D3D9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43050F1-041D-4615-9371-5CD7EBB9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BFE7B99-7E6C-4950-85CD-A7B2F5ED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8B2A4A8-C0CA-4C6A-86E6-DA50B213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 ostaa toimintarauhaa, oikeusvarmuutta tai teknologiaa — jos relevantti tuote ja alue osoitetaan.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 arvioi integroitavuutta, vapautta toimia ja yksikkötaloutta.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5A790FD-BBFE-404F-A1B9-A8CEE13C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E4DB8AB-CC7E-422F-95A8-CFD79D86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Nykyinen näyttö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85B8A15-4E8A-4F45-901C-7FBB65E0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Julkinen aineisto ei vahvista nimettyjä asiakkaita, piloteja, ostoaikomuksia tai allekirjoitettuja lisenssejä.</a:t>
            </a:r>
          </a:p>
        </p:txBody>
      </p:sp>
    </p:spTree>
    <p:extLst>
      <p:ext uri="{BB962C8B-B14F-4D97-AF65-F5344CB8AC3E}">
        <p14:creationId xmlns:p14="http://schemas.microsoft.com/office/powerpoint/2010/main" val="3367483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8D10BEA-D6CF-4339-84B2-54840124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KILPAILU JA VAIHTOEHDOT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0E3204-18C5-4C81-BE44-7750720A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E835EBF-BD16-416F-B3F7-E8EBF4D9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2F6E0DB-E08C-45E4-9E98-98282141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8294979-4DCE-492D-8736-5C19FF51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5BD60E6-4022-4F38-950C-75DC5009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Vertailutaso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Nykytila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4187122-CA23-4A55-953A-09950334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Kilpailija-analyysi on pankin teknologia-arvioinnin olennainen avoin työpaketti.</a:t>
            </a:r>
          </a:p>
        </p:txBody>
      </p:sp>
    </p:spTree>
    <p:extLst>
      <p:ext uri="{BB962C8B-B14F-4D97-AF65-F5344CB8AC3E}">
        <p14:creationId xmlns:p14="http://schemas.microsoft.com/office/powerpoint/2010/main" val="50606946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48837C1-E368-4ED1-9BEE-4D12E875B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VALIDOINTI JA NYKYINEN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1478B2-67B0-40DF-9528-69C2BCE9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4B03A0-1C4C-4AF8-94A6-483E5531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EB47F30-1DAE-4F9D-B7E9-C0C6353F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C768295-73E6-4A82-B02A-2AD60D0D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854F394-01AB-4D38-888B-A0F5FCEB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Väitealue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Luokitus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puuttuu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maan viralliset reitit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4656E35-DE85-4446-8BC2-E0F5A46A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Todistettu oikeusnäyttö ei korvaa teknistä, kaupallista tai taloudellista validointia.</a:t>
            </a:r>
          </a:p>
        </p:txBody>
      </p:sp>
    </p:spTree>
    <p:extLst>
      <p:ext uri="{BB962C8B-B14F-4D97-AF65-F5344CB8AC3E}">
        <p14:creationId xmlns:p14="http://schemas.microsoft.com/office/powerpoint/2010/main" val="185248583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68F9063-D04A-4B47-949B-4648D892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KAUPALLISTAMISMALLI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7946164-5140-4D8C-A9DE-266C3623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etenee porttien kautta, ei massaväitteillä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0D99D47-D47F-4CCE-AE99-3F52B991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DC90536-796B-4D05-B440-96361EC5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B4567E-4DCF-4321-8870-ED2CA240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BE33A18-C7D1-48C8-948E-92542570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B60F70B-7A23-4F8E-92C6-54CF7C5C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9EC56-5CFE-476A-AA8B-15862656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725EDF0-3140-42D0-8CA3-85A318B5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Oikeusmatriisi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E3C40FA-6628-4D8B-BB39-F0B922DF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848B2DF9-4FA8-4A42-A30F-CD0426EC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6B49036-C7A1-4617-9534-8E0E6AD9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43C5B39-AE18-462A-BCFF-8F83D608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6A1BA06-9A3F-4375-90E0-F3E8A2CF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3870B20C-D5E5-42D2-B48A-364AD73F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7065B7A-ACDB-410E-8490-4195F0AD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FED6B9-A364-47B1-9A83-E3CE7667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Kohdepisteytys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0E9BA7-7044-4FE0-B0CD-F153B619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9966804F-ED42-4CC9-BDF5-49F3A8DB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81DC5B7-A5CC-41AD-BAD0-A5A62164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277FC99-B592-41FF-87BF-30C0ACD1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Rajattu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7388600-57D1-4CB5-ABDB-75AD40D7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FC99634-21A9-4074-AD6B-49E4A0C8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Vasta toteutunut sopimus tai saaminen luo kassavirtanäyttöä.</a:t>
            </a:r>
          </a:p>
        </p:txBody>
      </p:sp>
    </p:spTree>
    <p:extLst>
      <p:ext uri="{BB962C8B-B14F-4D97-AF65-F5344CB8AC3E}">
        <p14:creationId xmlns:p14="http://schemas.microsoft.com/office/powerpoint/2010/main" val="127947625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FF54C7-A6BA-45A5-B949-9AE1361F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TALOUDELLINEN MALLI JA 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0A146FD-A579-499A-B7AD-CC8630E2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9F233EA-14BE-45FA-B889-CE6D612B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13D87F-7907-470A-A55F-51B6FA7B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68A6969-32E4-4505-A221-D1091D9B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9E00296-16D7-4C13-87D2-BF372CDE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Silta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Todennettava 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Nykytila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0/3 retail-luovuttajaa; 5 ehdokasta jäi D1–D10-portin ulkopuolelle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424EADC-59A8-4B27-842A-EAE0420A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Näytä downside/base/upside vasta, kun jokainen sillan syöte on dokumentoitu.</a:t>
            </a:r>
          </a:p>
        </p:txBody>
      </p:sp>
    </p:spTree>
    <p:extLst>
      <p:ext uri="{BB962C8B-B14F-4D97-AF65-F5344CB8AC3E}">
        <p14:creationId xmlns:p14="http://schemas.microsoft.com/office/powerpoint/2010/main" val="11750645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203D402-E34A-4C28-82A3-70EEFF80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B8A3D8-96A3-4DBD-97CA-6CF39091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Rahoituspäätös vasta neljän kriittisen aukon sulkeuduttua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981224-C2D1-4DD5-823F-761E2027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Asiamiehen allekirjoittama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Priorisoitujen tuotteiden claim chartit ja dokumentoitu relevantti myynti.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Toteutuneet tai sopimuspohjaiset kassavirrat sekä auditoidut taloustiedot.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Riippumaton arvonmääritys ja downside-vakuusanalyysi.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14DEE50-FADF-4D64-94A4-C421E049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2026.07.24-18 · 2026-07-24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82FF99-598E-4450-B421-6712F27E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Riskit, hallintatoimet ja seuraavat vaiheet</a:t>
            </a:r>
          </a:p>
        </p:txBody>
      </p:sp>
    </p:spTree>
    <p:extLst>
      <p:ext uri="{BB962C8B-B14F-4D97-AF65-F5344CB8AC3E}">
        <p14:creationId xmlns:p14="http://schemas.microsoft.com/office/powerpoint/2010/main" val="132567488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2026-07-24T09:17:48.2500000Z</dcterms:created>
  <dcterms:modified xsi:type="dcterms:W3CDTF">2026-07-24T09:17:48.2500000Z</dcterms:modified>
</coreProperties>
</file>