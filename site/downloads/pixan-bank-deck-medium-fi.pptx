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3620628c6a4bb5" /><Relationship Type="http://schemas.openxmlformats.org/officeDocument/2006/relationships/extended-properties" Target="/docProps/app.xml" Id="R43d4119e7cca408c" /><Relationship Type="http://schemas.openxmlformats.org/officeDocument/2006/relationships/officeDocument" Target="/ppt/presentation.xml" Id="R5534a024e17846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33cbb5b7354f0a"/>
  </p:sldMasterIdLst>
  <p:notesMasterIdLst>
    <p:notesMasterId xmlns:r="http://schemas.openxmlformats.org/officeDocument/2006/relationships" r:id="R1cb2fa62985c40f0"/>
  </p:notesMasterIdLst>
  <p:sldIdLst>
    <p:sldId xmlns:r="http://schemas.openxmlformats.org/officeDocument/2006/relationships" id="256" r:id="R28872376d23046a8"/>
    <p:sldId xmlns:r="http://schemas.openxmlformats.org/officeDocument/2006/relationships" id="257" r:id="R7ff353cf2fa540e0"/>
    <p:sldId xmlns:r="http://schemas.openxmlformats.org/officeDocument/2006/relationships" id="258" r:id="Rc1ee240b20494843"/>
    <p:sldId xmlns:r="http://schemas.openxmlformats.org/officeDocument/2006/relationships" id="259" r:id="Re7b57b274b3f4389"/>
    <p:sldId xmlns:r="http://schemas.openxmlformats.org/officeDocument/2006/relationships" id="260" r:id="Rdc0298afd7ad43ae"/>
    <p:sldId xmlns:r="http://schemas.openxmlformats.org/officeDocument/2006/relationships" id="261" r:id="R94f72213d1334918"/>
    <p:sldId xmlns:r="http://schemas.openxmlformats.org/officeDocument/2006/relationships" id="262" r:id="R02decba5ef2a46a6"/>
    <p:sldId xmlns:r="http://schemas.openxmlformats.org/officeDocument/2006/relationships" id="263" r:id="Rb262b448352340fa"/>
    <p:sldId xmlns:r="http://schemas.openxmlformats.org/officeDocument/2006/relationships" id="264" r:id="R056924c856c8474e"/>
    <p:sldId xmlns:r="http://schemas.openxmlformats.org/officeDocument/2006/relationships" id="265" r:id="R791bb61fc5844fb2"/>
    <p:sldId xmlns:r="http://schemas.openxmlformats.org/officeDocument/2006/relationships" id="266" r:id="R7042f55693ad41a5"/>
    <p:sldId xmlns:r="http://schemas.openxmlformats.org/officeDocument/2006/relationships" id="267" r:id="R4d37aa09924d4b58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a129828b0e4eb2" /><Relationship Type="http://schemas.openxmlformats.org/officeDocument/2006/relationships/slideMaster" Target="/ppt/slideMasters/slideMaster1.xml" Id="Re033cbb5b7354f0a" /><Relationship Type="http://schemas.openxmlformats.org/officeDocument/2006/relationships/notesMaster" Target="/ppt/notesMasters/notesMaster1.xml" Id="R1cb2fa62985c40f0" /><Relationship Type="http://schemas.openxmlformats.org/officeDocument/2006/relationships/presProps" Target="/ppt/presProps.xml" Id="Rb8534162ba2a420e" /><Relationship Type="http://schemas.openxmlformats.org/officeDocument/2006/relationships/viewProps" Target="/ppt/viewProps.xml" Id="Rdf3467ccbc7440a2" /><Relationship Type="http://schemas.openxmlformats.org/officeDocument/2006/relationships/tableStyles" Target="/ppt/tableStyles.xml" Id="R28120e7ee4424a75" /><Relationship Type="http://schemas.openxmlformats.org/officeDocument/2006/relationships/slide" Target="/ppt/slides/slide1.xml" Id="R28872376d23046a8" /><Relationship Type="http://schemas.openxmlformats.org/officeDocument/2006/relationships/slide" Target="/ppt/slides/slide2.xml" Id="R7ff353cf2fa540e0" /><Relationship Type="http://schemas.openxmlformats.org/officeDocument/2006/relationships/slide" Target="/ppt/slides/slide3.xml" Id="Rc1ee240b20494843" /><Relationship Type="http://schemas.openxmlformats.org/officeDocument/2006/relationships/slide" Target="/ppt/slides/slide4.xml" Id="Re7b57b274b3f4389" /><Relationship Type="http://schemas.openxmlformats.org/officeDocument/2006/relationships/slide" Target="/ppt/slides/slide5.xml" Id="Rdc0298afd7ad43ae" /><Relationship Type="http://schemas.openxmlformats.org/officeDocument/2006/relationships/slide" Target="/ppt/slides/slide6.xml" Id="R94f72213d1334918" /><Relationship Type="http://schemas.openxmlformats.org/officeDocument/2006/relationships/slide" Target="/ppt/slides/slide7.xml" Id="R02decba5ef2a46a6" /><Relationship Type="http://schemas.openxmlformats.org/officeDocument/2006/relationships/slide" Target="/ppt/slides/slide8.xml" Id="Rb262b448352340fa" /><Relationship Type="http://schemas.openxmlformats.org/officeDocument/2006/relationships/slide" Target="/ppt/slides/slide9.xml" Id="R056924c856c8474e" /><Relationship Type="http://schemas.openxmlformats.org/officeDocument/2006/relationships/slide" Target="/ppt/slides/slide10.xml" Id="R791bb61fc5844fb2" /><Relationship Type="http://schemas.openxmlformats.org/officeDocument/2006/relationships/slide" Target="/ppt/slides/slide11.xml" Id="R7042f55693ad41a5" /><Relationship Type="http://schemas.openxmlformats.org/officeDocument/2006/relationships/slide" Target="/ppt/slides/slide12.xml" Id="R4d37aa09924d4b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7f211cda7542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33db98424a46b2" /><Relationship Type="http://schemas.openxmlformats.org/officeDocument/2006/relationships/notesMaster" Target="/ppt/notesMasters/notesMaster1.xml" Id="Rd5f9c43dff4648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b81e8e1d224982" /><Relationship Type="http://schemas.openxmlformats.org/officeDocument/2006/relationships/notesMaster" Target="/ppt/notesMasters/notesMaster1.xml" Id="R868f29400ca647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665689e8284600" /><Relationship Type="http://schemas.openxmlformats.org/officeDocument/2006/relationships/notesMaster" Target="/ppt/notesMasters/notesMaster1.xml" Id="Rd117a68c0b4d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61289db16e4a14" /><Relationship Type="http://schemas.openxmlformats.org/officeDocument/2006/relationships/notesMaster" Target="/ppt/notesMasters/notesMaster1.xml" Id="R9dfa56bf247c46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7c36f6252a4140" /><Relationship Type="http://schemas.openxmlformats.org/officeDocument/2006/relationships/notesMaster" Target="/ppt/notesMasters/notesMaster1.xml" Id="R85d3cd65657345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4ff3fb070a4d49" /><Relationship Type="http://schemas.openxmlformats.org/officeDocument/2006/relationships/notesMaster" Target="/ppt/notesMasters/notesMaster1.xml" Id="Ra750ed7482e740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9b2e57ce0f4c2c" /><Relationship Type="http://schemas.openxmlformats.org/officeDocument/2006/relationships/notesMaster" Target="/ppt/notesMasters/notesMaster1.xml" Id="R160776b192a149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4ae3fca3084005" /><Relationship Type="http://schemas.openxmlformats.org/officeDocument/2006/relationships/notesMaster" Target="/ppt/notesMasters/notesMaster1.xml" Id="Rbece9409ff894f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a065dc8740a4a5c" /><Relationship Type="http://schemas.openxmlformats.org/officeDocument/2006/relationships/notesMaster" Target="/ppt/notesMasters/notesMaster1.xml" Id="Re7de5bf7ee0646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0d29a35a234675" /><Relationship Type="http://schemas.openxmlformats.org/officeDocument/2006/relationships/notesMaster" Target="/ppt/notesMasters/notesMaster1.xml" Id="Rfc5e94a5e20845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b31102d0fc044b3" /><Relationship Type="http://schemas.openxmlformats.org/officeDocument/2006/relationships/notesMaster" Target="/ppt/notesMasters/notesMaster1.xml" Id="R3f82546917be4b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3bcff2a5374d1d" /><Relationship Type="http://schemas.openxmlformats.org/officeDocument/2006/relationships/notesMaster" Target="/ppt/notesMasters/notesMaster1.xml" Id="R5b0bee1f48634c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7aced4ed643d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1283e1b60344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696aaa84548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0a4c609d5e41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c3002f5644a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91667097a44a8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10aacd41b42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218d3ea9064dd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a75f21cb1e43c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94eeb807554b2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cc36cfa854e5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759618-E2CC-4756-958B-4640890A731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8E42E30-7E3D-4871-BE8C-A23D9FFD0BE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B36FA18-A106-4874-B012-AC99F95BF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B10E282-5847-478B-AB1C-73E3154824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410193C-246D-46A8-91AE-A1A4FB49E3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9952B5-C42C-4588-8ACD-3EF39D7110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492CC6-503D-41A1-A64D-AF1CEE78BD8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8488CC-9AF5-4A16-BC4F-6BBD4ACF3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1A718A4-FDA1-44C4-827F-E5017907B7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9F0812-696C-43C8-97E1-2835980B26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D58CD73-4E8A-44F5-8CE6-0B045306E1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C5DBD6-BC6B-4590-8FD6-ADADC25CA4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D13928-F2E4-400F-9155-53861BF197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C90517-4017-41A8-AC8C-16667BDC41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14949E-520A-4D23-968A-260DA71395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BD01DA2-2849-4B15-8E82-D6129BC597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866A810-71C7-4498-A173-F9DD930707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C0E814B-0F7C-48B8-BDAF-91DD0206AAE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54631A8-6812-4D30-8268-5A6FCD46B2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E5F35DA-1382-411F-8371-35F122AA6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76D3B81-AD3B-4E51-8EF4-EF17E1DD98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D8A700-832C-41B6-BA8B-4D348BB31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080AD55-557E-4A91-A0A4-A4BE0934EB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143004-2DDE-444E-A900-1A2793A9021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5632B2D-D872-4A8C-BD07-11A7081BAEF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05C939E-4F63-4073-8695-91020CE6AC1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C93C383-081C-487E-B938-12144BCCC6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AEA01E3-2663-4D16-9918-CD8C24A51E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F4DE44A-08BB-4A3A-A0F0-3B73E4F31A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F8B7220-51DC-4AD6-A7F8-7532F4D4A9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0D89FAE-BA0F-433B-BFA6-84BD9442DD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623CE01-F900-4FE1-83F8-61C9A984DD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E897269-4A9D-4E51-A4EB-F9DCC13A7F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4C28138-4C03-46DD-9591-8E0BBEE6D8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543B1B5-6A3B-4752-A261-F366A6C8D8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407AF64-EC12-4479-8DC8-933718BE03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FBAF8A-DC80-4EAF-9061-681220B432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9FE12F8-B199-4F61-8581-2957781884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A94F1D2-AF7E-4C8F-8E01-8165F706BA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7FF5B7D-FBD2-470B-8CFB-4D4066EAE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F6AC6ED-FF78-42FD-8B9F-31F2526C5E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2C137DA-27AB-44E9-A14C-180D9D462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99F439-59D3-4C70-8E4E-70309377FA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6A33B05-0F5F-4436-A201-AC4D42BDD91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C075238-689D-47DD-B5C0-C100576718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778171A-8CA3-4889-B602-2EBE41C60F9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9CBFC9-FF9C-437E-A931-B9AB45593D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3117D1B-FF3F-4827-A627-D76A697AFF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697AF8-581A-4545-8581-78372EC679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ACC3317-CCFB-425E-959C-2E9B99349E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AE7130-C792-45AD-B694-06601A149B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D13CCE-34D3-48A0-9BF9-6D124F98AB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C78BFB-F290-4EAC-A035-04ABD0AF12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3979AD9-FC8C-471A-ACF3-49B499AD89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FEA836-DB58-4500-BE16-B9B510B183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D49745-DAAA-42FD-8237-5F2D508DCF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0C309B-22FB-4A3E-A6A9-ED0B689D87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33F5D9-9B35-4E7E-ACBA-0B6EFA170A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d5f2fa31604252" /><Relationship Type="http://schemas.openxmlformats.org/officeDocument/2006/relationships/slideLayout" Target="/ppt/slideLayouts/slideLayout1.xml" Id="Re918e30a43ca4f63" /><Relationship Type="http://schemas.openxmlformats.org/officeDocument/2006/relationships/slideLayout" Target="/ppt/slideLayouts/slideLayout2.xml" Id="R93ecebfb0cb144ec" /><Relationship Type="http://schemas.openxmlformats.org/officeDocument/2006/relationships/slideLayout" Target="/ppt/slideLayouts/slideLayout3.xml" Id="R53ac435a9b8c46af" /><Relationship Type="http://schemas.openxmlformats.org/officeDocument/2006/relationships/slideLayout" Target="/ppt/slideLayouts/slideLayout4.xml" Id="R9009886b5e3c4b4d" /><Relationship Type="http://schemas.openxmlformats.org/officeDocument/2006/relationships/slideLayout" Target="/ppt/slideLayouts/slideLayout5.xml" Id="Rf34c1b0813d04f4f" /><Relationship Type="http://schemas.openxmlformats.org/officeDocument/2006/relationships/slideLayout" Target="/ppt/slideLayouts/slideLayout6.xml" Id="R2cf6595e74a44389" /><Relationship Type="http://schemas.openxmlformats.org/officeDocument/2006/relationships/slideLayout" Target="/ppt/slideLayouts/slideLayout7.xml" Id="R3509c8a419d04246" /><Relationship Type="http://schemas.openxmlformats.org/officeDocument/2006/relationships/slideLayout" Target="/ppt/slideLayouts/slideLayout8.xml" Id="R98be88b8ff504a15" /><Relationship Type="http://schemas.openxmlformats.org/officeDocument/2006/relationships/slideLayout" Target="/ppt/slideLayouts/slideLayout9.xml" Id="R2594bc5d17a643ec" /><Relationship Type="http://schemas.openxmlformats.org/officeDocument/2006/relationships/slideLayout" Target="/ppt/slideLayouts/slideLayout10.xml" Id="R06e2ac18e6fe4ad5" /><Relationship Type="http://schemas.openxmlformats.org/officeDocument/2006/relationships/slideLayout" Target="/ppt/slideLayouts/slideLayout11.xml" Id="R81d9424b1fb04b0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A413584-8D3F-452B-98A5-61A4B50DC6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A6E87E-5EAE-4222-B6C2-0F9E7B75F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35E4DC-1CA3-4C1F-8932-F608F6CABA5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5D8045-6D47-4F22-9160-D25CC10FD0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050A4C-3829-4709-865F-46BC7F6E58A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18e30a43ca4f63"/>
    <p:sldLayoutId xmlns:r="http://schemas.openxmlformats.org/officeDocument/2006/relationships" id="2147483650" r:id="R93ecebfb0cb144ec"/>
    <p:sldLayoutId xmlns:r="http://schemas.openxmlformats.org/officeDocument/2006/relationships" id="2147483651" r:id="R53ac435a9b8c46af"/>
    <p:sldLayoutId xmlns:r="http://schemas.openxmlformats.org/officeDocument/2006/relationships" id="2147483652" r:id="R9009886b5e3c4b4d"/>
    <p:sldLayoutId xmlns:r="http://schemas.openxmlformats.org/officeDocument/2006/relationships" id="2147483653" r:id="Rf34c1b0813d04f4f"/>
    <p:sldLayoutId xmlns:r="http://schemas.openxmlformats.org/officeDocument/2006/relationships" id="2147483654" r:id="R2cf6595e74a44389"/>
    <p:sldLayoutId xmlns:r="http://schemas.openxmlformats.org/officeDocument/2006/relationships" id="2147483655" r:id="R3509c8a419d04246"/>
    <p:sldLayoutId xmlns:r="http://schemas.openxmlformats.org/officeDocument/2006/relationships" id="2147483656" r:id="R98be88b8ff504a15"/>
    <p:sldLayoutId xmlns:r="http://schemas.openxmlformats.org/officeDocument/2006/relationships" id="2147483657" r:id="R2594bc5d17a643ec"/>
    <p:sldLayoutId xmlns:r="http://schemas.openxmlformats.org/officeDocument/2006/relationships" id="2147483658" r:id="R06e2ac18e6fe4ad5"/>
    <p:sldLayoutId xmlns:r="http://schemas.openxmlformats.org/officeDocument/2006/relationships" id="2147483659" r:id="R81d9424b1fb04b0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5f5060ff24469e" /><Relationship Type="http://schemas.openxmlformats.org/officeDocument/2006/relationships/notesSlide" Target="/ppt/notesSlides/notesSlide1.xml" Id="Rb015e8835f604d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0b1ba5e1424e1b" /><Relationship Type="http://schemas.openxmlformats.org/officeDocument/2006/relationships/notesSlide" Target="/ppt/notesSlides/notesSlide2.xml" Id="Rfb7b95ee19594e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c577b49b643fe" /><Relationship Type="http://schemas.openxmlformats.org/officeDocument/2006/relationships/notesSlide" Target="/ppt/notesSlides/notesSlide3.xml" Id="R5c42a361435245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1f17e011524d3b" /><Relationship Type="http://schemas.openxmlformats.org/officeDocument/2006/relationships/notesSlide" Target="/ppt/notesSlides/notesSlide4.xml" Id="R76b1ee3efaaa4d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1e20f4c2d44f70" /><Relationship Type="http://schemas.openxmlformats.org/officeDocument/2006/relationships/notesSlide" Target="/ppt/notesSlides/notesSlide5.xml" Id="R8545da3ba4ef42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47186824a440c8" /><Relationship Type="http://schemas.openxmlformats.org/officeDocument/2006/relationships/notesSlide" Target="/ppt/notesSlides/notesSlide6.xml" Id="Rbe188344367149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9ca7d314a045b4" /><Relationship Type="http://schemas.openxmlformats.org/officeDocument/2006/relationships/notesSlide" Target="/ppt/notesSlides/notesSlide7.xml" Id="R40e0edf489824e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1cbabfc184407b" /><Relationship Type="http://schemas.openxmlformats.org/officeDocument/2006/relationships/notesSlide" Target="/ppt/notesSlides/notesSlide8.xml" Id="R5f7a53421c3c4a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23222f34904816" /><Relationship Type="http://schemas.openxmlformats.org/officeDocument/2006/relationships/notesSlide" Target="/ppt/notesSlides/notesSlide9.xml" Id="Re7d83a6b08b245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8afdf322584918" /><Relationship Type="http://schemas.openxmlformats.org/officeDocument/2006/relationships/notesSlide" Target="/ppt/notesSlides/notesSlide10.xml" Id="Rbbcd183f8eea41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d69a05a3904341" /><Relationship Type="http://schemas.openxmlformats.org/officeDocument/2006/relationships/notesSlide" Target="/ppt/notesSlides/notesSlide11.xml" Id="R3579fa29998144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9e6d62f32242d1" /><Relationship Type="http://schemas.openxmlformats.org/officeDocument/2006/relationships/notesSlide" Target="/ppt/notesSlides/notesSlide12.xml" Id="Rd90ec6a85c4349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679E046-B654-4C34-8F92-733452C8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1BE91B-9485-4660-9921-E43822B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24C409-824F-4480-A574-66260788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F02065-4C99-4180-A417-E55C90F1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 dian rahoitus- ja teknologia-arvio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0EF9BF2-07F1-4A04-BD07-5D1E6A4B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07F06CA-1BE3-4C0E-A49B-76FEAFBC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B67EB56-EE24-4994-93D5-3F1F7FF1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4AE504-3814-4A9A-B780-0DD34418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12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27CCA15-F3D9-472B-891B-50A76480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FD6009-0086-4248-89B0-B250067E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4A9623-1BB6-483E-8088-D5A1C1AC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9BF4F56-CCA3-4143-8C64-103C8AFE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Rahoitusteesi</a:t>
            </a:r>
          </a:p>
        </p:txBody>
      </p:sp>
    </p:spTree>
    <p:extLst>
      <p:ext uri="{BB962C8B-B14F-4D97-AF65-F5344CB8AC3E}">
        <p14:creationId xmlns:p14="http://schemas.microsoft.com/office/powerpoint/2010/main" val="91122872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C075F1-335A-4CE2-8D76-D6E772F2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C6C713-DD62-47D0-AEB7-6D005753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Ongelma on evidenssissä ja teknologiassa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C4D225-5960-4252-B4E2-5BF0335C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2C3ACF-96ED-44FD-9E27-50593AF6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776092-A2E1-4F5F-B2F8-409463B1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689D83-347D-4826-9F40-561B6E7E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D1E05EC-443C-43A3-96E6-A650B16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D4C185-2AD6-4708-9C97-7EABB494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Markkinamittarit ovat hajanaisia: toimitukset, verot, litrat ja kaupalliset arviot eivät ole sama asia.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Perhejulkaisu ei todista nykyistä voimassaoloa tai rasitteettomuutta.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1A6E7-9E2E-422B-BF50-98BE8B84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A8504B4-3479-42A8-BF65-55C66608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ydinkysymys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BB6523-F592-4D7F-99E0-5F69AE70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Mikä todennettu omaisuus ja kassavirta kattaa lainan myös downside-tapauksessa?</a:t>
            </a:r>
          </a:p>
        </p:txBody>
      </p:sp>
    </p:spTree>
    <p:extLst>
      <p:ext uri="{BB962C8B-B14F-4D97-AF65-F5344CB8AC3E}">
        <p14:creationId xmlns:p14="http://schemas.microsoft.com/office/powerpoint/2010/main" val="13901323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9A51BF1-99BE-4B62-9705-B671F174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PATENTOITU 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A7BFEC5-4A94-4DA9-9100-220845EC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Ratkaisu ohjaa tehoa resistanssin perusteella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C8E74F-D628-441F-A683-D0C7D899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F15560-5FC7-426B-ABBE-CCF7866A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6F21B4A-F143-42E1-B8BE-AB693A6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A2DE973-0E3B-48B5-BF2C-0B393D03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5A28A32-3A81-4BF9-8577-2BEE2BC3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752B27-8BAE-4543-9F4D-1A43308C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 perustuu tallennettuihin resistanssi–tehoarvoihin.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Tehosuhde kuvataan ei-suoraan-verrannolliseksi.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BEA2A59-8546-47B1-A5A0-D96A190E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D24112D-3869-4273-8EE6-E4DB8E011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81D2A0-1006-4A10-92A3-AE8DA8FC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  <p:extLst>
      <p:ext uri="{BB962C8B-B14F-4D97-AF65-F5344CB8AC3E}">
        <p14:creationId xmlns:p14="http://schemas.microsoft.com/office/powerpoint/2010/main" val="10020745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F590E8-BF52-4B5F-9BC1-8FB155A2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PATENTTI JA IP-STATUS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23A0C99-5E86-418E-BFAE-7E6CD65C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IP-ydin on dokumentoitu;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B145BC-8F50-47C8-88FF-9D388557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BF5BB86-BEBF-46C5-8D1B-E1A1DB3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885F86-6F81-4602-A31A-B8346840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ABC967-70FD-4D9A-9064-961F9E38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A5AD471-9845-4042-9482-491DC543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5A89F9-3AC0-4384-A692-5FD44162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E1EB935-7EC0-4ED7-A07D-F15DC40C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prioriteettivuosi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3B0331D-7345-4CB4-A1FE-B73D8487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8CA153-93C9-41FB-8EA9-0C733DB8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BF86F5E-0838-4D3D-8574-52D20AC7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B2-vaatimusta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240E81F-FE1F-4CC1-8BD1-0858F6EA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7963AF-351B-4C03-AA4C-E2DF2A52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3C09720-528B-4065-A07E-8E00A644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2F7811-D805-4DD9-BBEA-9F6298E2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B05C90F-4217-4FFE-B2EA-D7B6F272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302547C-CE50-41FA-8B51-8BFECF11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EA1A581-5CA7-4AB5-AD0E-8AAA0F6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  <p:extLst>
      <p:ext uri="{BB962C8B-B14F-4D97-AF65-F5344CB8AC3E}">
        <p14:creationId xmlns:p14="http://schemas.microsoft.com/office/powerpoint/2010/main" val="45167280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9FD03-AB0D-4F3E-9CF2-3DC2C4BFE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TEKNINEN EROTTAUTUMINEN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B2B9FE-ABF1-4B3C-9F20-6555496D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Tekninen ero on patenttivaatimuksissa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1E73A5-C121-4152-B6F9-BA721F8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94B2CDD-0A28-441C-9A89-9B9B2007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F8B0F11-86D5-42B3-A1B7-D4903775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373B313-7002-499B-BE93-C70F99E8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9D98F81-8CA1-40DD-BD33-A2683A46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6C443B-BDFD-45FD-9A51-AD816045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Patenttiselitys antaa teknisen hypoteesin ja dokumentoidun suojatekstin.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ratkaisu tukee tiettyjen tuotteiden ja vaatimusten 1 ja 6 kytkentää.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4591937-86B6-427B-8DCC-B7C8997AB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3E7B64-7C6E-4BAE-9A42-18383ED1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Todistusketju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3AA17E6-281C-4AFF-9F0F-87D5A433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Näyte → hallussapitoketju → teardown → mittausdata → claim chart → asiamiehen tarkastus → relevantti myynti.</a:t>
            </a:r>
          </a:p>
        </p:txBody>
      </p:sp>
    </p:spTree>
    <p:extLst>
      <p:ext uri="{BB962C8B-B14F-4D97-AF65-F5344CB8AC3E}">
        <p14:creationId xmlns:p14="http://schemas.microsoft.com/office/powerpoint/2010/main" val="2167261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182197F-9E81-4CEE-84F6-1272F31A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MARKKINAN KOKO JA RAJAUS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8C6BDFC-5474-4D66-B631-BE46B1EF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Markkinakoko on haarukka — ei yksi luku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64C2512-C4F0-48F7-9DAE-4ED7C431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72599C-8362-4049-B787-E335CE4D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E82A88-C214-4339-9BC5-410B00FE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Statistics Canada;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83AC230-D877-4E3A-8AD7-3570C826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38D67F-B1CB-4F23-99FA-3E9F366A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263299-5C18-4368-827D-3C9A05B3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9CD15B8-DC6B-49A4-8804-AC2F08A1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752EA50-445B-47D7-ACFB-B90381D0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C08E0E8-6489-4C61-839A-2634CA81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054F7CE-970D-4721-9DC3-D3FF40AE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9F6CC4F-9D69-4008-8AEE-67833611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5C74991-DEB8-4437-987B-D13AB5EA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A9DB7D1-D150-4E8B-A709-BCF1861C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5C175A9-1E38-4FC8-822F-0FCB6265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4BA918D-0BC7-4CA8-8299-2EF5F4B0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288A8C2-62C2-485D-BC18-9FED729C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A611F69-C6AD-41C0-A3AE-67020162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 ja silta avoin. FTC 2021 2,763 mrd USD (≈2,336 mrd EUR; ECB 2021) on valmistajaraportointia. Reittejä ei summata.</a:t>
            </a:r>
          </a:p>
        </p:txBody>
      </p:sp>
    </p:spTree>
    <p:extLst>
      <p:ext uri="{BB962C8B-B14F-4D97-AF65-F5344CB8AC3E}">
        <p14:creationId xmlns:p14="http://schemas.microsoft.com/office/powerpoint/2010/main" val="17167057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8BF733-5FFC-46D2-B11D-D2E38D98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ASIAKKAAT JA OSTOPERUSTE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0E529F1-7395-4A57-94D7-4537BDCD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Asiakkuus vaatii kolmen ostajaryhmän validoinnin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E97CBD-F46E-4D66-B738-3BD3832E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D4692C-33D4-4053-B6C3-7F48CE5B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F9F566-A525-4EB2-B619-3EB393EB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917A93-7125-4B45-8CB5-5EBCE30A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627016D-D92B-4F88-A64D-35A91978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94D4DE-7D09-44EE-835B-392E9A1D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 ostaa toimintarauhaa, oikeusvarmuutta tai teknologiaa — jos relevantti tuote ja alue osoitetaan.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 arvioi integroitavuutta, vapautta toimia ja yksikkötaloutta.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DDF4A5-2790-4B8E-94EA-76333FB0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63B25DD-7111-4263-A111-9CCEE896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Nykyinen näyttö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A37B54D-E1A1-4BAA-A1C9-8896C095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Julkinen aineisto ei vahvista nimettyjä asiakkaita, piloteja, ostoaikomuksia tai allekirjoitettuja lisenssejä.</a:t>
            </a:r>
          </a:p>
        </p:txBody>
      </p:sp>
    </p:spTree>
    <p:extLst>
      <p:ext uri="{BB962C8B-B14F-4D97-AF65-F5344CB8AC3E}">
        <p14:creationId xmlns:p14="http://schemas.microsoft.com/office/powerpoint/2010/main" val="10028814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C148498-974C-41C7-AFC3-64F8899B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KILPAILU JA VAIHTOEHDOT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944026-9A5D-4393-8648-DE724875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33F3717-3B77-4FDC-A7E2-A17BAC77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5F9CDC2-C464-4CC8-BE7F-64BD7070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8EAA1A-B204-4DF4-B2B1-1547C4CA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FCB16C-005B-49BB-B070-A34D835F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Vertailutaso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D2EDDE-680F-44D3-8BC1-477B0414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Kilpailija-analyysi on pankin teknologia-arvioinnin olennainen avoin työpaketti.</a:t>
            </a:r>
          </a:p>
        </p:txBody>
      </p:sp>
    </p:spTree>
    <p:extLst>
      <p:ext uri="{BB962C8B-B14F-4D97-AF65-F5344CB8AC3E}">
        <p14:creationId xmlns:p14="http://schemas.microsoft.com/office/powerpoint/2010/main" val="13940925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07741EF-7F01-4E3B-BB53-85ECD3EC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VALIDOINTI JA NYKYINEN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5E49142-D2D2-4991-8634-79BEB708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FA412F-64C3-4643-B313-85958014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2A9F84-6724-4869-B0EB-E67DC541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0F86A0-92AF-4168-9240-C9929D3F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9B2518-8A4C-4CFE-B85D-E112A3D8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Väitealue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Luokitus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puuttuu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maan viralliset reitit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1E772E-B4CF-4F42-8637-FCDBF496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Todistettu oikeusnäyttö ei korvaa teknistä, kaupallista tai taloudellista validointia.</a:t>
            </a:r>
          </a:p>
        </p:txBody>
      </p:sp>
    </p:spTree>
    <p:extLst>
      <p:ext uri="{BB962C8B-B14F-4D97-AF65-F5344CB8AC3E}">
        <p14:creationId xmlns:p14="http://schemas.microsoft.com/office/powerpoint/2010/main" val="109336174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148D6EB-9CDC-435F-91AD-9603BD68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KAUPALLISTAMISMALLI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33558A-A7C6-4ABF-B137-65165930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etenee näyttöporttien kautta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4BAC33-4134-4D4A-BF29-49F20349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F5A734-4E4B-4D42-89B7-E3ED52A4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189639F-78C3-48C5-98A2-2E6917EA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CC029BF-FD80-4395-AB20-93803BC7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7765A43-E720-4A92-988B-683EA7F5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8CC3BA-E4A6-4F08-8242-67D9EFF3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4CFA0E-DFF1-428B-A236-0B49C43D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Oikeusmatriisi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EB26F4-C8B7-47D1-ABB4-EF67056F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DB9712D-642B-462D-8479-95A656A7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6011EF9-5EB5-499E-A68C-DFE53259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3616A9-ACC3-40C7-AACC-F40D611C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FC0B51-CC2B-4D30-8E3E-030DDF21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BF95E66-191D-4B67-A11A-E45115F4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45C7230-4A5F-464E-9988-F43FE0A2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3D8A48E-FEC9-4DA6-9F91-35B69391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Kohdepisteytys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D0C5FA2-A7DF-418C-A6EA-FE1EB358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7CC420E-78AA-46A4-B2A9-36007309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BB97451-B28B-4550-9928-02F96E6A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125420B-BBA8-47D9-859E-1E24D76B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Rajattu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82737D3-623C-460F-900A-735CB10B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F6A6261-803F-4CB6-93B8-E129B00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Vasta toteutunut sopimus tai saaminen luo kassavirtanäyttöä.</a:t>
            </a:r>
          </a:p>
        </p:txBody>
      </p:sp>
    </p:spTree>
    <p:extLst>
      <p:ext uri="{BB962C8B-B14F-4D97-AF65-F5344CB8AC3E}">
        <p14:creationId xmlns:p14="http://schemas.microsoft.com/office/powerpoint/2010/main" val="179410521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D3A3F8-5603-49AA-AEC4-CE8F28FA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TALOUDELLINEN MALLI JA 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5AF05D-D47C-4B2A-B16F-C58EC60C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702470A-4327-4019-B64B-D39E4D63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589AC7-8752-4608-B4E0-3D8578A3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45627C-6711-4199-AF4B-93C2B3EA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158353-BED1-4EF1-AB87-911DA68F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Silta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Todennettava 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Nykytila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retail-luovuttajaa; 5 ehdokasta jäi D1–D10-portin ulkopuolelle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877AE0-7C57-4E0E-AB19-CBBAC258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Näytä downside/base/upside vasta, kun jokainen sillan syöte on dokumentoitu.</a:t>
            </a:r>
          </a:p>
        </p:txBody>
      </p:sp>
    </p:spTree>
    <p:extLst>
      <p:ext uri="{BB962C8B-B14F-4D97-AF65-F5344CB8AC3E}">
        <p14:creationId xmlns:p14="http://schemas.microsoft.com/office/powerpoint/2010/main" val="58586165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F956356-458B-4173-B586-2C918856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0F162F-EE50-434B-8953-834B64C7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Rahoituspäätös vasta neljän kriittisen aukon sulkeuduttua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74EE88A-51AD-44A5-92DE-47E0BFEE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Asiamiehen allekirjoittama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Priorisoitujen tuotteiden claim chartit ja dokumentoitu relevantti myynti.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Toteutuneet tai sopimuspohjaiset kassavirrat sekä auditoidut taloustiedot.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Riippumaton arvonmääritys ja downside-vakuusanalyysi.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4161BA-5B7B-4A1D-9D8B-F5050335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2026.07.24-21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B500D1-EAA1-42D7-AA15-F203F643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Riskit, hallintatoimet ja seuraavat vaiheet</a:t>
            </a:r>
          </a:p>
        </p:txBody>
      </p:sp>
    </p:spTree>
    <p:extLst>
      <p:ext uri="{BB962C8B-B14F-4D97-AF65-F5344CB8AC3E}">
        <p14:creationId xmlns:p14="http://schemas.microsoft.com/office/powerpoint/2010/main" val="11386258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2026-07-24T13:59:16.4790000Z</dcterms:created>
  <dcterms:modified xsi:type="dcterms:W3CDTF">2026-07-24T13:59:16.4790000Z</dcterms:modified>
</coreProperties>
</file>