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 pysytti patentin muutettuna;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rekisteri nimeää Pixan Oy:n haltijaksi.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EP3032975B2; DE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Saksan ratkaisu tukee tiettyjen tuotteiden ja vaatimusten 1 sekä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$26,0–46,32 mrd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Saksan matalan luottamuksen nestemalli on 667.9 M€–1 654.6 M€;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2026.07.22-7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