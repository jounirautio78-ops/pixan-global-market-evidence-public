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dd3491716d4056" /><Relationship Type="http://schemas.openxmlformats.org/officeDocument/2006/relationships/extended-properties" Target="/docProps/app.xml" Id="R0ac210500cde4d3d" /><Relationship Type="http://schemas.openxmlformats.org/officeDocument/2006/relationships/officeDocument" Target="/ppt/presentation.xml" Id="Re8f023af2a974c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f7121d0b3340d2"/>
  </p:sldMasterIdLst>
  <p:notesMasterIdLst>
    <p:notesMasterId xmlns:r="http://schemas.openxmlformats.org/officeDocument/2006/relationships" r:id="Rdb8e5a3f73c24f24"/>
  </p:notesMasterIdLst>
  <p:sldIdLst>
    <p:sldId xmlns:r="http://schemas.openxmlformats.org/officeDocument/2006/relationships" id="256" r:id="R169dd20462d44617"/>
    <p:sldId xmlns:r="http://schemas.openxmlformats.org/officeDocument/2006/relationships" id="257" r:id="R49ac1b24b2624ed9"/>
    <p:sldId xmlns:r="http://schemas.openxmlformats.org/officeDocument/2006/relationships" id="258" r:id="Rf59b3fa4b78e471a"/>
    <p:sldId xmlns:r="http://schemas.openxmlformats.org/officeDocument/2006/relationships" id="259" r:id="Rc7be289f3fef4cce"/>
    <p:sldId xmlns:r="http://schemas.openxmlformats.org/officeDocument/2006/relationships" id="260" r:id="R1c072db8df0e4ae3"/>
    <p:sldId xmlns:r="http://schemas.openxmlformats.org/officeDocument/2006/relationships" id="261" r:id="R767c39c0429d4e44"/>
    <p:sldId xmlns:r="http://schemas.openxmlformats.org/officeDocument/2006/relationships" id="262" r:id="R0a072b797b4146fa"/>
    <p:sldId xmlns:r="http://schemas.openxmlformats.org/officeDocument/2006/relationships" id="263" r:id="R1e3598d24cfe4c6e"/>
    <p:sldId xmlns:r="http://schemas.openxmlformats.org/officeDocument/2006/relationships" id="264" r:id="Rce0f60a53dd44e50"/>
    <p:sldId xmlns:r="http://schemas.openxmlformats.org/officeDocument/2006/relationships" id="265" r:id="R6b9cbb3c6db24772"/>
    <p:sldId xmlns:r="http://schemas.openxmlformats.org/officeDocument/2006/relationships" id="266" r:id="R62700f83d44d4c37"/>
    <p:sldId xmlns:r="http://schemas.openxmlformats.org/officeDocument/2006/relationships" id="267" r:id="Re1cee33ef5b94b66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c0f1059ec0468d" /><Relationship Type="http://schemas.openxmlformats.org/officeDocument/2006/relationships/slideMaster" Target="/ppt/slideMasters/slideMaster1.xml" Id="Rf3f7121d0b3340d2" /><Relationship Type="http://schemas.openxmlformats.org/officeDocument/2006/relationships/notesMaster" Target="/ppt/notesMasters/notesMaster1.xml" Id="Rdb8e5a3f73c24f24" /><Relationship Type="http://schemas.openxmlformats.org/officeDocument/2006/relationships/presProps" Target="/ppt/presProps.xml" Id="Rf0f8d931c18a4c36" /><Relationship Type="http://schemas.openxmlformats.org/officeDocument/2006/relationships/viewProps" Target="/ppt/viewProps.xml" Id="Rf76c112eb1394934" /><Relationship Type="http://schemas.openxmlformats.org/officeDocument/2006/relationships/tableStyles" Target="/ppt/tableStyles.xml" Id="R4876b87715bf4987" /><Relationship Type="http://schemas.openxmlformats.org/officeDocument/2006/relationships/slide" Target="/ppt/slides/slide1.xml" Id="R169dd20462d44617" /><Relationship Type="http://schemas.openxmlformats.org/officeDocument/2006/relationships/slide" Target="/ppt/slides/slide2.xml" Id="R49ac1b24b2624ed9" /><Relationship Type="http://schemas.openxmlformats.org/officeDocument/2006/relationships/slide" Target="/ppt/slides/slide3.xml" Id="Rf59b3fa4b78e471a" /><Relationship Type="http://schemas.openxmlformats.org/officeDocument/2006/relationships/slide" Target="/ppt/slides/slide4.xml" Id="Rc7be289f3fef4cce" /><Relationship Type="http://schemas.openxmlformats.org/officeDocument/2006/relationships/slide" Target="/ppt/slides/slide5.xml" Id="R1c072db8df0e4ae3" /><Relationship Type="http://schemas.openxmlformats.org/officeDocument/2006/relationships/slide" Target="/ppt/slides/slide6.xml" Id="R767c39c0429d4e44" /><Relationship Type="http://schemas.openxmlformats.org/officeDocument/2006/relationships/slide" Target="/ppt/slides/slide7.xml" Id="R0a072b797b4146fa" /><Relationship Type="http://schemas.openxmlformats.org/officeDocument/2006/relationships/slide" Target="/ppt/slides/slide8.xml" Id="R1e3598d24cfe4c6e" /><Relationship Type="http://schemas.openxmlformats.org/officeDocument/2006/relationships/slide" Target="/ppt/slides/slide9.xml" Id="Rce0f60a53dd44e50" /><Relationship Type="http://schemas.openxmlformats.org/officeDocument/2006/relationships/slide" Target="/ppt/slides/slide10.xml" Id="R6b9cbb3c6db24772" /><Relationship Type="http://schemas.openxmlformats.org/officeDocument/2006/relationships/slide" Target="/ppt/slides/slide11.xml" Id="R62700f83d44d4c37" /><Relationship Type="http://schemas.openxmlformats.org/officeDocument/2006/relationships/slide" Target="/ppt/slides/slide12.xml" Id="Re1cee33ef5b94b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8b3cada06b49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a9101d723c41df" /><Relationship Type="http://schemas.openxmlformats.org/officeDocument/2006/relationships/notesMaster" Target="/ppt/notesMasters/notesMaster1.xml" Id="R5fa78c6a52444b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0342a482734fa3" /><Relationship Type="http://schemas.openxmlformats.org/officeDocument/2006/relationships/notesMaster" Target="/ppt/notesMasters/notesMaster1.xml" Id="R579c27a621544b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c3de8662a542b4" /><Relationship Type="http://schemas.openxmlformats.org/officeDocument/2006/relationships/notesMaster" Target="/ppt/notesMasters/notesMaster1.xml" Id="Rb26fe21bfff248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f626d7816e499e" /><Relationship Type="http://schemas.openxmlformats.org/officeDocument/2006/relationships/notesMaster" Target="/ppt/notesMasters/notesMaster1.xml" Id="R259dfa05e8ea4b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c6e32f57b44f51" /><Relationship Type="http://schemas.openxmlformats.org/officeDocument/2006/relationships/notesMaster" Target="/ppt/notesMasters/notesMaster1.xml" Id="Rab9e1d10dbed42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2e1fdefec643c6" /><Relationship Type="http://schemas.openxmlformats.org/officeDocument/2006/relationships/notesMaster" Target="/ppt/notesMasters/notesMaster1.xml" Id="R68e192533b214f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6b67216401415b" /><Relationship Type="http://schemas.openxmlformats.org/officeDocument/2006/relationships/notesMaster" Target="/ppt/notesMasters/notesMaster1.xml" Id="R8182903980a641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dad6887f9a4758" /><Relationship Type="http://schemas.openxmlformats.org/officeDocument/2006/relationships/notesMaster" Target="/ppt/notesMasters/notesMaster1.xml" Id="R878d27d2b6794b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698e47b3174b56" /><Relationship Type="http://schemas.openxmlformats.org/officeDocument/2006/relationships/notesMaster" Target="/ppt/notesMasters/notesMaster1.xml" Id="Rdfa530e873834d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4444d5bf174f9e" /><Relationship Type="http://schemas.openxmlformats.org/officeDocument/2006/relationships/notesMaster" Target="/ppt/notesMasters/notesMaster1.xml" Id="R6dd9e271f2ad4b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d39985587f49d3" /><Relationship Type="http://schemas.openxmlformats.org/officeDocument/2006/relationships/notesMaster" Target="/ppt/notesMasters/notesMaster1.xml" Id="R503ad7ec61ca44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690444f9a547b6" /><Relationship Type="http://schemas.openxmlformats.org/officeDocument/2006/relationships/notesMaster" Target="/ppt/notesMasters/notesMaster1.xml" Id="R3680d88525d545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ecc6f8d7fe4c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33cb404b0646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8a0df8a084413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1bfe60e3a54b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ed49e71ecf4d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124c3eef0b40f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8d8220e3f46d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3522b5bae486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6ef665322489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7d8ce028f41f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2fa759d0ac446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DAB6E5-907E-411D-9FA4-947154F1282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CEA4B3B-70E7-4C67-BB6E-0CFA84B298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0E2D9E-8AC8-4838-81B8-3C55D1DBE2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7D8D6D-E3F9-46D8-AFA7-A0E29F9EB2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BB375F-49BA-46DC-A0AC-46D0D2F096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D6D7B-DD58-4F54-9933-02F2FED824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73FBEE8-E7A9-40F6-9C8E-50177005E72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04886C-9971-4283-8F84-AF5BFF031E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035AF33-E04A-4378-8D6F-492AE3989A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536A6B-6E65-4CED-9E59-8A5844EE78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7D73D5-910E-4097-8DB6-91FAA4D3E4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A9AD68-3693-46E7-99A4-7A731E6025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1D7BFE-93DB-41C9-871E-5852158FF5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750B963-44C1-4110-8F83-9D34D88531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A3CE8C1-F867-4F9D-B7BF-21EF37351C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19EDA0-7C4F-4275-9048-C0C456E7E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91AB51B-92A6-47BA-94F9-3319F31676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172674-4601-4E96-BAB2-C7E8BECC9E7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92D3AEB-1C0B-42C7-A217-E7DC8554219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FBEFD68-C091-484C-B4EA-EFE778227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A161F1-D265-4132-B12B-F58BCB2E82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C61F18-93CD-4001-8869-839E1475B6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2ACB7F8-5947-4D25-9D29-F225553EDC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FDFEAEC-6512-4CAA-B3B5-FF16FADBE56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53036C-7399-44B4-80E9-032DDF35F8D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2240855-BD86-4508-81AE-E22EB947251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8ADD114-C7E3-4580-A288-F17932FD4E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C3D1889-B9F5-4077-B426-96236232D9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4BC1CDB-1785-4265-8C0B-CC8C2768A9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0E5616-B205-42D1-97E7-9AF314A75D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B6E38E-B59C-47D4-B30F-410BD0A8B1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F483516-CEF5-49E8-82FE-59C462DFFB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317C193-66A4-403B-9750-B5543A48DC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3B53D39-7AE2-4812-8B41-FC74CE5031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308F087-2D31-4BFA-B683-039CD6077F5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54CF787-9F6E-48C7-A2F5-CAD6B08036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8F6DC6-7D7D-4A1C-9194-560049A179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BE5A593-33CA-4213-9CDB-41D8453688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032118F-9296-4330-ADCF-53F3180457B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509072D-7658-41AE-B9B2-F830AA9AA3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A596687-403B-4C23-81C6-B85A25D44F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8740FB-A871-41BE-8F1E-9E6D49B506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51B2A4-EB5D-437D-8FBC-38181A8F33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35C33CA-4A5A-4413-8F2E-74EC8DA09E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EB5B42C-08EA-48DA-8A3F-763B1AB357B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9343385-179B-4A61-89B1-CCD04434F0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89E8517-DD2E-4CEF-9F27-910C9E685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3BDD9C-F989-4310-8F1B-828C4B27EE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DD337B-C46C-444F-9B62-AE975C32F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299474-E96B-4680-B3EC-0E396F43BE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3617643-0F82-479F-8F21-1826724423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28B5CB-B853-494D-A3BE-91C7A1637C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D2226-60CA-4314-84AE-D823BDA378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B09D50A-7456-41F2-B6AD-32978CA7B1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CC1859-BB0C-4F91-8CC1-8ED50B03AC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5B887B-1AF3-4F27-B5CD-7917135025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007154-71B5-4FBA-B931-A8E3236E47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0FC5CF6-9933-48A4-90F6-BFD6D6077A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5cd402696242e9" /><Relationship Type="http://schemas.openxmlformats.org/officeDocument/2006/relationships/slideLayout" Target="/ppt/slideLayouts/slideLayout1.xml" Id="Rfd4910a4dd8f4f93" /><Relationship Type="http://schemas.openxmlformats.org/officeDocument/2006/relationships/slideLayout" Target="/ppt/slideLayouts/slideLayout2.xml" Id="R314a477a0cb04ae5" /><Relationship Type="http://schemas.openxmlformats.org/officeDocument/2006/relationships/slideLayout" Target="/ppt/slideLayouts/slideLayout3.xml" Id="R7374ac7ada9949b2" /><Relationship Type="http://schemas.openxmlformats.org/officeDocument/2006/relationships/slideLayout" Target="/ppt/slideLayouts/slideLayout4.xml" Id="R4176e67858a54b87" /><Relationship Type="http://schemas.openxmlformats.org/officeDocument/2006/relationships/slideLayout" Target="/ppt/slideLayouts/slideLayout5.xml" Id="R4a0ef159e27b4eaa" /><Relationship Type="http://schemas.openxmlformats.org/officeDocument/2006/relationships/slideLayout" Target="/ppt/slideLayouts/slideLayout6.xml" Id="R823a982437d0482a" /><Relationship Type="http://schemas.openxmlformats.org/officeDocument/2006/relationships/slideLayout" Target="/ppt/slideLayouts/slideLayout7.xml" Id="R9da1b0202a284606" /><Relationship Type="http://schemas.openxmlformats.org/officeDocument/2006/relationships/slideLayout" Target="/ppt/slideLayouts/slideLayout8.xml" Id="R928d7785d7bd4d21" /><Relationship Type="http://schemas.openxmlformats.org/officeDocument/2006/relationships/slideLayout" Target="/ppt/slideLayouts/slideLayout9.xml" Id="R95f435bb8aad4c83" /><Relationship Type="http://schemas.openxmlformats.org/officeDocument/2006/relationships/slideLayout" Target="/ppt/slideLayouts/slideLayout10.xml" Id="R8ccbcc27175e4072" /><Relationship Type="http://schemas.openxmlformats.org/officeDocument/2006/relationships/slideLayout" Target="/ppt/slideLayouts/slideLayout11.xml" Id="R9129885c422a40e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CD45043-624D-4134-83E9-EF8ECE30E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9450BE-7F72-4DF3-8CEF-053948EF6D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2194C8-BE47-4089-9A2D-3E1DD7C1488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CC2920-88F2-41BA-950A-ED0D0BD0BE9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F5A9E4-0685-4AE1-8AC4-680BF660A7B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4910a4dd8f4f93"/>
    <p:sldLayoutId xmlns:r="http://schemas.openxmlformats.org/officeDocument/2006/relationships" id="2147483650" r:id="R314a477a0cb04ae5"/>
    <p:sldLayoutId xmlns:r="http://schemas.openxmlformats.org/officeDocument/2006/relationships" id="2147483651" r:id="R7374ac7ada9949b2"/>
    <p:sldLayoutId xmlns:r="http://schemas.openxmlformats.org/officeDocument/2006/relationships" id="2147483652" r:id="R4176e67858a54b87"/>
    <p:sldLayoutId xmlns:r="http://schemas.openxmlformats.org/officeDocument/2006/relationships" id="2147483653" r:id="R4a0ef159e27b4eaa"/>
    <p:sldLayoutId xmlns:r="http://schemas.openxmlformats.org/officeDocument/2006/relationships" id="2147483654" r:id="R823a982437d0482a"/>
    <p:sldLayoutId xmlns:r="http://schemas.openxmlformats.org/officeDocument/2006/relationships" id="2147483655" r:id="R9da1b0202a284606"/>
    <p:sldLayoutId xmlns:r="http://schemas.openxmlformats.org/officeDocument/2006/relationships" id="2147483656" r:id="R928d7785d7bd4d21"/>
    <p:sldLayoutId xmlns:r="http://schemas.openxmlformats.org/officeDocument/2006/relationships" id="2147483657" r:id="R95f435bb8aad4c83"/>
    <p:sldLayoutId xmlns:r="http://schemas.openxmlformats.org/officeDocument/2006/relationships" id="2147483658" r:id="R8ccbcc27175e4072"/>
    <p:sldLayoutId xmlns:r="http://schemas.openxmlformats.org/officeDocument/2006/relationships" id="2147483659" r:id="R9129885c422a40e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e3a179b210402d" /><Relationship Type="http://schemas.openxmlformats.org/officeDocument/2006/relationships/notesSlide" Target="/ppt/notesSlides/notesSlide1.xml" Id="R6d43520af8a64f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506b49f5e8483d" /><Relationship Type="http://schemas.openxmlformats.org/officeDocument/2006/relationships/notesSlide" Target="/ppt/notesSlides/notesSlide2.xml" Id="R8400d50145d149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dc6f796b434a90" /><Relationship Type="http://schemas.openxmlformats.org/officeDocument/2006/relationships/notesSlide" Target="/ppt/notesSlides/notesSlide3.xml" Id="R83f841d07ef743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99ad2787aa447c" /><Relationship Type="http://schemas.openxmlformats.org/officeDocument/2006/relationships/notesSlide" Target="/ppt/notesSlides/notesSlide4.xml" Id="Rcc86ace8e6d341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65fa7b47e74770" /><Relationship Type="http://schemas.openxmlformats.org/officeDocument/2006/relationships/notesSlide" Target="/ppt/notesSlides/notesSlide5.xml" Id="R5ade38c2061549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9c1eb7ce554312" /><Relationship Type="http://schemas.openxmlformats.org/officeDocument/2006/relationships/notesSlide" Target="/ppt/notesSlides/notesSlide6.xml" Id="R560789e7f18f43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592e72c7fe4db2" /><Relationship Type="http://schemas.openxmlformats.org/officeDocument/2006/relationships/notesSlide" Target="/ppt/notesSlides/notesSlide7.xml" Id="R81ffe06ba57a42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0ab8993fa14492" /><Relationship Type="http://schemas.openxmlformats.org/officeDocument/2006/relationships/notesSlide" Target="/ppt/notesSlides/notesSlide8.xml" Id="R30a349fdfcb447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b085e871fe4aeb" /><Relationship Type="http://schemas.openxmlformats.org/officeDocument/2006/relationships/notesSlide" Target="/ppt/notesSlides/notesSlide9.xml" Id="R70e81d51fd8646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4a4f3275ef4a8a" /><Relationship Type="http://schemas.openxmlformats.org/officeDocument/2006/relationships/notesSlide" Target="/ppt/notesSlides/notesSlide10.xml" Id="R28a80c37437f4e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590f1abe254608" /><Relationship Type="http://schemas.openxmlformats.org/officeDocument/2006/relationships/notesSlide" Target="/ppt/notesSlides/notesSlide11.xml" Id="Re8d7e164a9f8489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5917286527499b" /><Relationship Type="http://schemas.openxmlformats.org/officeDocument/2006/relationships/notesSlide" Target="/ppt/notesSlides/notesSlide12.xml" Id="R9e7eba75cb8d47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491A51A-2B2B-40FF-BE97-BFD5E0F9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E1EF4A-2A43-46E3-9638-71C76EC4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0DDC594-8B6E-48F7-AE20-D193E8D4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A8A771D-4A64-46C8-B67B-2D3B5CEE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 dian rahoitus- ja teknologia-arvio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5014030-F40E-447B-A7D0-A6DF7CB5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962486-A390-4B31-84EE-FDCDBB06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8382014-FDC2-4EB5-9338-9BEF53DD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B4EDC56-3539-4EC3-9DC2-38FE8551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12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6E284B-C6FD-4DED-9190-20DC4D8D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3D2979F-56B9-4D5F-982C-09EBCC75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34D502D-4838-43AC-AB3B-392D5E24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8121853-2DEC-49D1-A988-553A4430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Rahoitusteesi</a:t>
            </a:r>
          </a:p>
        </p:txBody>
      </p:sp>
    </p:spTree>
    <p:extLst>
      <p:ext uri="{BB962C8B-B14F-4D97-AF65-F5344CB8AC3E}">
        <p14:creationId xmlns:p14="http://schemas.microsoft.com/office/powerpoint/2010/main" val="7687062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EBB72F-DD85-4868-A412-863AB856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A0F0E4-E5B2-4837-96FF-A302393D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Ongelma on evidenssissä ja teknologiassa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C4C7F52-8F88-47A8-9F8C-3A8A210C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5655D1-531B-4649-BD3F-8982D12B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C33421-B17A-4E57-AF17-25B45739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993244-A276-43DD-A560-06C0AF88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6EAEBF5-E566-487C-874D-D27931AD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5395B4-3DE7-4E35-A16C-3D2A2879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Markkinamittarit ovat hajanaisia: toimitukset, verot, litrat ja kaupalliset arviot eivät ole sama asia.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Perhejulkaisu ei todista nykyistä voimassaoloa tai rasitteettomuutta.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A12F4FB-E5AE-4FAB-A08E-50A6D738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473916E-6AB3-4C9F-9F2E-70CC4B1E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ydinkysymys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2BBD832-AA33-47BB-997C-8152505D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Mikä todennettu omaisuus ja kassavirta kattaa lainan myös downside-tapauksessa?</a:t>
            </a:r>
          </a:p>
        </p:txBody>
      </p:sp>
    </p:spTree>
    <p:extLst>
      <p:ext uri="{BB962C8B-B14F-4D97-AF65-F5344CB8AC3E}">
        <p14:creationId xmlns:p14="http://schemas.microsoft.com/office/powerpoint/2010/main" val="13247568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D93E1D-43C9-4CB1-86EC-F0B150A6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PATENTOITU 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68878CD-7B6D-400A-A748-B4BF728D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Ratkaisu ohjaa tehoa resistanssin perusteella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13969FB-FD4D-4967-BD7F-969A4C6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BF166F1-8E54-4E68-B7F2-3CF18308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28A101-5667-4B74-BE65-46B1F3D2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D1805F-4E04-4118-B77A-6BC76C0A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3010DFA-6D3A-4CF0-B8A0-4AD4E0B7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254CF7-3A03-45A7-ACF5-CA5E410E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 perustuu tallennettuihin resistanssi–tehoarvoihin.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Tehosuhde kuvataan ei-suoraan-verrannolliseksi.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C827F76-B509-40A2-BCE5-3DDAA760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D51C04A-D3A7-4142-9BE7-40BF9C6A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Rajaus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D1CC7BA-DDFA-4572-BEFB-D02963A7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  <p:extLst>
      <p:ext uri="{BB962C8B-B14F-4D97-AF65-F5344CB8AC3E}">
        <p14:creationId xmlns:p14="http://schemas.microsoft.com/office/powerpoint/2010/main" val="181247618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9051D42-C879-4DB0-A86D-75889F87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PATENTTI JA IP-STATUS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4E9004-007B-45E9-B32F-799C16EC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IP-ydin on dokumentoitu;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2347AB-2A8E-4056-A895-C93F7F55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7FD1A55-7592-486E-8736-7A6CF16B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A03E4E2-4BAF-46B0-B555-420AFBE3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1D78ABC-F41F-407C-9015-70D50336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0EFC1D3-D8AB-45B0-85CB-B7BE0D1A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5BB20B-9653-4471-86BA-446E6A7C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C4A48CC-55AD-4F51-87BE-35A03C5B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prioriteettivuosi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A4BE9A7-24DB-43D1-B641-9A6480FA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E337DA7-101C-4409-88A6-AB03078A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3361235-CF82-4EAC-A12F-4B5C3C94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B2-vaatimusta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D778509-BBDC-4000-BD43-137FA8FB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2B8FD22-29BF-4320-BBC3-0E77072A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BCE00AA-8669-4E54-953E-2B066E95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58AC2E2-DBB9-40EC-A418-832736A6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C65E008-F4AF-4762-8F2C-076DA623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8EA6086-007F-4248-A845-A66B2D86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E3E90BA-D1CE-468A-8B44-9497DB1A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  <p:extLst>
      <p:ext uri="{BB962C8B-B14F-4D97-AF65-F5344CB8AC3E}">
        <p14:creationId xmlns:p14="http://schemas.microsoft.com/office/powerpoint/2010/main" val="20945983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BFABCC-856E-4D21-AD24-DFBF1C71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TEKNINEN EROTTAUTUMINEN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F6D9B1-A8B4-4F8F-804E-D8BD3708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Tekninen ero on patenttivaatimuksissa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DD42E6C-B07E-45E0-80BF-BFAC5062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0AE60EB-849D-45DA-87E5-E295D037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6EF38A-DF5D-48B5-8120-1F7F0663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AB5260-3981-4047-AA7D-F101102A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13B528-EDB5-4BE0-A2FF-2C96F72A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DB0B5F-E986-4107-A95C-87FC3837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Patenttiselitys antaa teknisen hypoteesin ja dokumentoidun suojatekstin.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ratkaisu tukee tiettyjen tuotteiden ja vaatimusten 1 ja 6 kytkentää.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0132A45-92BF-42C8-B901-93519BE9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58AD612-145A-42D4-AE69-9644B0FE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Todistusketju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75CF0F5-A289-456B-BB45-9C4A6D44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Näyte → hallussapitoketju → teardown → mittausdata → claim chart → asiamiehen tarkastus → relevantti myynti.</a:t>
            </a:r>
          </a:p>
        </p:txBody>
      </p:sp>
    </p:spTree>
    <p:extLst>
      <p:ext uri="{BB962C8B-B14F-4D97-AF65-F5344CB8AC3E}">
        <p14:creationId xmlns:p14="http://schemas.microsoft.com/office/powerpoint/2010/main" val="9470472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4BB448-8126-4947-B3BA-B20796E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MARKKINAN KOKO JA RAJAUS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264639-8EBC-4725-9921-58589ED1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Markkinakoko on haarukka — ei yksi luku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E8AA34E-48F1-4C75-98A3-3C64EBA1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FA68EE-F686-4AB9-A4AE-4B42CD2E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924D173-1A25-450B-AD02-E1693AAF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Statistics Canada; Market-values; FTC;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80A1FCE-8A0B-4B26-8E2E-ABD4FC9E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B0F5195-B21D-4431-BAB7-761BD026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957C10F-5147-4376-8C95-461A313F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FFF4857-71F6-4C95-9E56-03D4C4C5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vuosihavaintoa 7 maasta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752D796-AB0F-40B9-A476-878DF60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2AADBD-ED2A-4DBE-8016-2D1F46A9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494BA03-B065-4F9C-8D0D-D3AC0F41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77866D6-6C4A-44E5-B4CD-D770B74B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3048A90-BACB-4EAD-BDA3-615FCBFF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97A8620-AD3B-4E93-989D-6CD62FA3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6C83593-58F8-4522-8B0C-8987424F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FDB78CF-3C32-4870-A0BE-3AD03A76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3E4916D-3AC4-4140-8634-1EF7D5D7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D1779B9-2B9A-4B1F-AB44-41ACB876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2024: retail 1,219 mrd CAD (≈822,6 milj. EUR; ECB 2024); toimitukset 1,161 mrd CAD (≈783,2 milj. EUR; ECB 2024); kaikki retail-neljännekset E-laatua ja silta avoin. FTC 2021 2,763 mrd USD (≈2,336 mrd EUR; ECB 2021) on valmistajaraportointia. Reittejä ei summata.</a:t>
            </a:r>
          </a:p>
        </p:txBody>
      </p:sp>
    </p:spTree>
    <p:extLst>
      <p:ext uri="{BB962C8B-B14F-4D97-AF65-F5344CB8AC3E}">
        <p14:creationId xmlns:p14="http://schemas.microsoft.com/office/powerpoint/2010/main" val="20271781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9A366-894C-4225-A79E-19ECD3F6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ASIAKKAAT JA OSTOPERUSTE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08E7B1-DEB4-4919-BD64-F8AC392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Asiakkuus vaatii kolmen ostajaryhmän validoinnin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F872EFA-2D00-4C95-B17A-94885609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1626148-1FB3-465C-A013-0C1481D1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F9231D-BF25-4AD3-9ACE-B9216F6B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D079E3-9638-465C-974F-DC03C194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B000A6-7C91-432F-81EF-A760504B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8B313B7-8918-4FA2-B151-BE7DF657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 ostaa toimintarauhaa, oikeusvarmuutta tai teknologiaa — jos relevantti tuote ja alue osoitetaan.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 arvioi integroitavuutta, vapautta toimia ja yksikkötaloutta.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5A190D6-A1B3-43CC-9B7D-A295AC79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B7DBA53-488B-4D6C-B187-D68D4CA3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Nykyinen näyttö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BA04DE7-328B-4F39-B19D-DE832DA4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Julkinen aineisto ei vahvista nimettyjä asiakkaita, piloteja, ostoaikomuksia tai allekirjoitettuja lisenssejä.</a:t>
            </a:r>
          </a:p>
        </p:txBody>
      </p:sp>
    </p:spTree>
    <p:extLst>
      <p:ext uri="{BB962C8B-B14F-4D97-AF65-F5344CB8AC3E}">
        <p14:creationId xmlns:p14="http://schemas.microsoft.com/office/powerpoint/2010/main" val="127027611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F530CC-58D6-45C7-9B5F-92C06ADA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KILPAILU JA VAIHTOEHDOT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783E83-783E-461A-818A-CE6FCD20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9108D1-E833-49DB-B374-6FAAD00D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385568-886D-487F-8A63-28EB597E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38129B3-A4DE-4700-9A52-D3C0BC15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4F136E-51B0-4B7E-9A91-99185A00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Vertailutaso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Nykytila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11C7D4-4C0C-468E-9F24-4C33A260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Kilpailija-analyysi on pankin teknologia-arvioinnin olennainen avoin työpaketti.</a:t>
            </a:r>
          </a:p>
        </p:txBody>
      </p:sp>
    </p:spTree>
    <p:extLst>
      <p:ext uri="{BB962C8B-B14F-4D97-AF65-F5344CB8AC3E}">
        <p14:creationId xmlns:p14="http://schemas.microsoft.com/office/powerpoint/2010/main" val="66425348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61D05D-F9E3-4EEE-B693-646FB0E2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VALIDOINTI JA NYKYINEN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CB4BA6-0809-4758-8118-1D4D2D01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29F0FE9-64D2-4FA9-AD69-17B9CB96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3135269-9811-489F-9CFE-C3B017DC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F6C0D8-C4CC-4E02-A58A-74CECF26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BAD063-B8B2-428F-9888-AB3C4C74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Väitealue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Luokitus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puuttuu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maan viralliset reitit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72E982-26A8-4B14-9A0F-0B7AF839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Todistettu oikeusnäyttö ei korvaa teknistä, kaupallista tai taloudellista validointia.</a:t>
            </a:r>
          </a:p>
        </p:txBody>
      </p:sp>
    </p:spTree>
    <p:extLst>
      <p:ext uri="{BB962C8B-B14F-4D97-AF65-F5344CB8AC3E}">
        <p14:creationId xmlns:p14="http://schemas.microsoft.com/office/powerpoint/2010/main" val="6207968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55C3C5-B0B4-4755-932D-E6274B75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KAUPALLISTAMISMALLI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A7B210-17A4-4FA9-ACFC-187EF27D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etenee näyttöporttien kautta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2D1C097-AF0D-4B0C-A8EA-F519C85F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AA830B8-2470-4545-965B-156FF2F8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F9BF21-777F-42F7-9BF8-21EC1792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474620-03FC-4BEA-B0A2-FB8F0868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C8D5AC4-D135-47AC-8881-9133AFC2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27F357-88C5-4D85-A62D-63921F55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7C74545-38C3-4C75-9ECE-FBD341F2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Oikeusmatriisi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6DCA7F9-CECA-4682-882C-41110BDA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639B614-8878-4E85-A12A-61E3F888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91C9C3F-9C9D-49C5-8139-D92AAC7E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DA2A9B-58F5-4F1A-B3F6-DD5B8FE7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352FEC9-5502-4A2F-BA7E-D9F8491B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1BFC533-3ECF-4A23-8A05-59B9F5C7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ED369A5-C143-4120-87D8-F4D9BB75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59011D4-1005-45BC-BB8A-D53D8AF9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Kohdepisteytys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76F008E-3325-4FDC-B08C-801FEED8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EEF270E-4E1D-4D47-9882-1ADBD56C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CE81F42-4B9B-4C53-BEC4-534322F9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F3A6044-06C5-44C8-9EC4-0DBD9A45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Rajattu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54A087-FEAD-4256-89B8-24F43876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B4A2568-8830-4A29-AB0B-748DD0FD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Vasta toteutunut sopimus tai saaminen luo kassavirtanäyttöä.</a:t>
            </a:r>
          </a:p>
        </p:txBody>
      </p:sp>
    </p:spTree>
    <p:extLst>
      <p:ext uri="{BB962C8B-B14F-4D97-AF65-F5344CB8AC3E}">
        <p14:creationId xmlns:p14="http://schemas.microsoft.com/office/powerpoint/2010/main" val="166532591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160EEC1-1CB6-4B04-A8F0-83390159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TALOUDELLINEN MALLI JA 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C2FA44-1393-4D50-975F-A95BD44D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6BD743C-DCD6-4ACB-B935-E6CF6DC4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38E830-5406-4A24-A8A6-CDF8AA37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A286C8-56C0-45B3-BD63-F99EBF11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E519554-98CE-4B56-8084-FCBE3CCA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Silta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Todennettava 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Nykytila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0/3 retail-luovuttajaa; 5 ehdokasta jäi D1–D10-portin ulkopuolelle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689D57B-AD57-4FF1-A251-44C28BD4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Näytä downside/base/upside vasta, kun jokainen sillan syöte on dokumentoitu.</a:t>
            </a:r>
          </a:p>
        </p:txBody>
      </p:sp>
    </p:spTree>
    <p:extLst>
      <p:ext uri="{BB962C8B-B14F-4D97-AF65-F5344CB8AC3E}">
        <p14:creationId xmlns:p14="http://schemas.microsoft.com/office/powerpoint/2010/main" val="14927571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69BB9E9-8B18-4DC4-B2FF-FE82B9A8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E18C452-8267-4066-B470-6F620CD2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Rahoituspäätös vasta neljän kriittisen aukon sulkeuduttua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59C6BAE-AE3F-432B-B2B0-DB3F2A66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Asiamiehen allekirjoittama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Priorisoitujen tuotteiden claim chartit ja dokumentoitu relevantti myynti.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Toteutuneet tai sopimuspohjaiset kassavirrat sekä auditoidut taloustiedot.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Riippumaton arvonmääritys ja downside-vakuusanalyysi.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9431EC9-EF20-46D7-B931-8F6861DC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2026.07.24-19 · 2026-07-24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142969-3527-4283-8C89-40EF378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Riskit, hallintatoimet ja seuraavat vaiheet</a:t>
            </a:r>
          </a:p>
        </p:txBody>
      </p:sp>
    </p:spTree>
    <p:extLst>
      <p:ext uri="{BB962C8B-B14F-4D97-AF65-F5344CB8AC3E}">
        <p14:creationId xmlns:p14="http://schemas.microsoft.com/office/powerpoint/2010/main" val="145159112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2026-07-24T11:03:48.7060000Z</dcterms:created>
  <dcterms:modified xsi:type="dcterms:W3CDTF">2026-07-24T11:03:48.7060000Z</dcterms:modified>
</coreProperties>
</file>