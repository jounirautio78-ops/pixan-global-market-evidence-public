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3c17b4f57c462c" /><Relationship Type="http://schemas.openxmlformats.org/officeDocument/2006/relationships/extended-properties" Target="/docProps/app.xml" Id="R989cd8026f3f4b8c" /><Relationship Type="http://schemas.openxmlformats.org/officeDocument/2006/relationships/officeDocument" Target="/ppt/presentation.xml" Id="Rf45c8bea5b1345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d972b52e6b4bc7"/>
  </p:sldMasterIdLst>
  <p:notesMasterIdLst>
    <p:notesMasterId xmlns:r="http://schemas.openxmlformats.org/officeDocument/2006/relationships" r:id="R1ccd1305e76d4540"/>
  </p:notesMasterIdLst>
  <p:sldIdLst>
    <p:sldId xmlns:r="http://schemas.openxmlformats.org/officeDocument/2006/relationships" id="256" r:id="R0e10ce90345d481b"/>
    <p:sldId xmlns:r="http://schemas.openxmlformats.org/officeDocument/2006/relationships" id="257" r:id="R9fd21dbc8af84963"/>
    <p:sldId xmlns:r="http://schemas.openxmlformats.org/officeDocument/2006/relationships" id="258" r:id="R27bcec13bdfa4e01"/>
    <p:sldId xmlns:r="http://schemas.openxmlformats.org/officeDocument/2006/relationships" id="259" r:id="R11ad6b5092d44486"/>
    <p:sldId xmlns:r="http://schemas.openxmlformats.org/officeDocument/2006/relationships" id="260" r:id="R489ddcf1c59046dd"/>
    <p:sldId xmlns:r="http://schemas.openxmlformats.org/officeDocument/2006/relationships" id="261" r:id="R1232c2a72319477f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4c3dcfcf7249a9" /><Relationship Type="http://schemas.openxmlformats.org/officeDocument/2006/relationships/slideMaster" Target="/ppt/slideMasters/slideMaster1.xml" Id="R18d972b52e6b4bc7" /><Relationship Type="http://schemas.openxmlformats.org/officeDocument/2006/relationships/notesMaster" Target="/ppt/notesMasters/notesMaster1.xml" Id="R1ccd1305e76d4540" /><Relationship Type="http://schemas.openxmlformats.org/officeDocument/2006/relationships/presProps" Target="/ppt/presProps.xml" Id="R2895bcb0d4114cc0" /><Relationship Type="http://schemas.openxmlformats.org/officeDocument/2006/relationships/viewProps" Target="/ppt/viewProps.xml" Id="Rf0ff8786582f4e79" /><Relationship Type="http://schemas.openxmlformats.org/officeDocument/2006/relationships/tableStyles" Target="/ppt/tableStyles.xml" Id="R9f049aedc4ee48f5" /><Relationship Type="http://schemas.openxmlformats.org/officeDocument/2006/relationships/slide" Target="/ppt/slides/slide1.xml" Id="R0e10ce90345d481b" /><Relationship Type="http://schemas.openxmlformats.org/officeDocument/2006/relationships/slide" Target="/ppt/slides/slide2.xml" Id="R9fd21dbc8af84963" /><Relationship Type="http://schemas.openxmlformats.org/officeDocument/2006/relationships/slide" Target="/ppt/slides/slide3.xml" Id="R27bcec13bdfa4e01" /><Relationship Type="http://schemas.openxmlformats.org/officeDocument/2006/relationships/slide" Target="/ppt/slides/slide4.xml" Id="R11ad6b5092d44486" /><Relationship Type="http://schemas.openxmlformats.org/officeDocument/2006/relationships/slide" Target="/ppt/slides/slide5.xml" Id="R489ddcf1c59046dd" /><Relationship Type="http://schemas.openxmlformats.org/officeDocument/2006/relationships/slide" Target="/ppt/slides/slide6.xml" Id="R1232c2a7231947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35ce74d7d094d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9e64bf1c894d2b" /><Relationship Type="http://schemas.openxmlformats.org/officeDocument/2006/relationships/notesMaster" Target="/ppt/notesMasters/notesMaster1.xml" Id="Re069ce0f8de44c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6356bc03fb437d" /><Relationship Type="http://schemas.openxmlformats.org/officeDocument/2006/relationships/notesMaster" Target="/ppt/notesMasters/notesMaster1.xml" Id="R9e22e69bf5de4b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530523f09248ad" /><Relationship Type="http://schemas.openxmlformats.org/officeDocument/2006/relationships/notesMaster" Target="/ppt/notesMasters/notesMaster1.xml" Id="Rb33f4a5b757f4e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b902c25a9c477d" /><Relationship Type="http://schemas.openxmlformats.org/officeDocument/2006/relationships/notesMaster" Target="/ppt/notesMasters/notesMaster1.xml" Id="R506738164e5042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f5e11fa6f74a30" /><Relationship Type="http://schemas.openxmlformats.org/officeDocument/2006/relationships/notesMaster" Target="/ppt/notesMasters/notesMaster1.xml" Id="R995b2c3987f34b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45ac9b4cae4093" /><Relationship Type="http://schemas.openxmlformats.org/officeDocument/2006/relationships/notesMaster" Target="/ppt/notesMasters/notesMaster1.xml" Id="R360121f5bf6247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0169d83b0946d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39a14ac869404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1a5225a40e4b4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8f5e6bb718428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3e2f7559634f2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c9a849840c401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7048e4d122426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6dec037d924f4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c75f23536e40b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ffd639e7aa48c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122cd66fff421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4FA0B03-9F97-4772-AC4C-64909085EBA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EA45515-ABBD-4279-B4FC-6ADF2DCA101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C13F5B-C6C1-4660-9878-64C8108ADE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E452D01-8FC5-4522-AE29-624D650010A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A013645-3658-4CC2-B649-B8F5A2780D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8F4E5A3-0693-4815-A30B-E6EE2B7786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E50ECBD-4747-4BDD-9BA1-93E9288720F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61D5B2E-FBAE-4476-B60C-D298156AA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82D42B0-4011-424D-B481-0DEAE7AF30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24359A9-0B41-457E-B28D-414B95C228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F3CC46-4B4A-49FD-AD1A-C6355543D2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A457B9-29BA-4955-9FC2-2334AA18BC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1412DCD-E885-47B6-AF6E-3F52651B24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4C54292-2C4C-4DF3-AD88-15CA06017AD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AB1004-F89D-4D9F-A13E-ED4AF11779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5CB91A-A2A0-40B1-92DF-9E53CBA0DE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171EF21-2B6F-4926-A81B-2B544F0E117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7778B9D-8B8B-45E2-B728-75F70AB26F1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4D56B9F-047D-4DB0-A334-B2901F25F9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BF186AA-4873-4C45-B9C1-AF776391F7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86FE694-021F-412D-96F2-FECED85137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D6C65D8-FF96-4DF6-A5B0-A15226AE4E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1DE4F1-1AC4-447E-86D0-A10DB54A0B1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A9D28A0-4EC9-416E-8BD3-40C388CFDF8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957FC37-C929-4CC2-816E-869D02BCE94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16A398-E869-4F5E-A1F9-C9A46BADB78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C7D0CC-C3B9-4CBD-AAAC-E1BE9495C8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B7F2E5-1244-421C-95C3-CAE635C237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B0D2C2D-FEE3-4DA7-A8A6-D30E1D13A5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4607B4-6AB7-4C5E-8923-4F0DE11D19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51F3CD9-FF7C-4C81-A6D0-B6E4EE91B7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CFECEEA-65DA-452B-A1FE-2A2ED2BE28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8F7D9BB-56A2-4027-8454-8A4F6F4FCB9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B3F67EA-9E0C-41AE-8CDD-7DE2B777DD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94A1832-7EDA-4B7F-B75A-57B6D0E7D2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451E714-41AB-4C96-9230-B3BD82899B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9612801-4E90-455F-BA1E-FA05DC2B30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EF222A5-DBC4-4789-8EE3-B98DD9462F3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480F63F-7C3E-411D-A8FD-ECB5B967AA9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9786EA4-AB47-4AB6-89B6-5766857222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BDB8DB5-86BE-4F26-A0C5-76CAC8F717B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AA6F5E2-BA11-40A5-B16F-11EDF3FB10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F07E05B-A2C3-4783-BE72-ABB89BD22C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64AAA03-F367-47CA-911B-5EF4F8401CD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720294-6032-44FD-A5DD-91E1D841414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2288689-CA15-4400-AF9F-97FFDA75DB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EB32595-656D-427E-99CC-55CE4E7506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73A834E-DAC9-48E5-99EA-F424A0C529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BBA17E-37E9-4555-B7A1-1ECA8E1511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F1649E7-4950-4B3B-B189-6514A0464B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BAD8CFD-AD27-4374-A13E-070AA5DA1C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063900-F422-42A1-8640-8F19903D98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5E9454E-7FC2-4E5F-856C-0A60E8A48D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F18F474-D129-4176-9ED7-7D220E5A1A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62FFD-3207-4F3E-96EE-10480F4C9B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032E25F-0D01-4AA5-ACB7-6C836A26BD5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5F81D9-954B-42BD-B7FF-D4DB62FC0C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648410-9ABA-4764-B3FD-241F3ECE63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ed8687349b4922" /><Relationship Type="http://schemas.openxmlformats.org/officeDocument/2006/relationships/slideLayout" Target="/ppt/slideLayouts/slideLayout1.xml" Id="R2d21439c05994744" /><Relationship Type="http://schemas.openxmlformats.org/officeDocument/2006/relationships/slideLayout" Target="/ppt/slideLayouts/slideLayout2.xml" Id="R6b1e32b93d9b4a9a" /><Relationship Type="http://schemas.openxmlformats.org/officeDocument/2006/relationships/slideLayout" Target="/ppt/slideLayouts/slideLayout3.xml" Id="R0670efe7c5384c80" /><Relationship Type="http://schemas.openxmlformats.org/officeDocument/2006/relationships/slideLayout" Target="/ppt/slideLayouts/slideLayout4.xml" Id="R73aa5b1e82f24f33" /><Relationship Type="http://schemas.openxmlformats.org/officeDocument/2006/relationships/slideLayout" Target="/ppt/slideLayouts/slideLayout5.xml" Id="Rc998432617f74b44" /><Relationship Type="http://schemas.openxmlformats.org/officeDocument/2006/relationships/slideLayout" Target="/ppt/slideLayouts/slideLayout6.xml" Id="R23162117ef664724" /><Relationship Type="http://schemas.openxmlformats.org/officeDocument/2006/relationships/slideLayout" Target="/ppt/slideLayouts/slideLayout7.xml" Id="R2e7c481d17424b9a" /><Relationship Type="http://schemas.openxmlformats.org/officeDocument/2006/relationships/slideLayout" Target="/ppt/slideLayouts/slideLayout8.xml" Id="R028c58a473314f76" /><Relationship Type="http://schemas.openxmlformats.org/officeDocument/2006/relationships/slideLayout" Target="/ppt/slideLayouts/slideLayout9.xml" Id="Rd26b4a2fbf1c407e" /><Relationship Type="http://schemas.openxmlformats.org/officeDocument/2006/relationships/slideLayout" Target="/ppt/slideLayouts/slideLayout10.xml" Id="R1f4fe2a1ed074aea" /><Relationship Type="http://schemas.openxmlformats.org/officeDocument/2006/relationships/slideLayout" Target="/ppt/slideLayouts/slideLayout11.xml" Id="R62c49c8e159f4d9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BA682E7-EF3F-4F1F-9B85-22477FBFF9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1718A49-AB0B-492E-B787-C9AD01DAD7D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0851313-D3EB-445B-AD3F-F7FB26F421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C5CC808-BEEC-4698-918D-5A0787D43FE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0059A60-DF7B-449A-9025-64A8FD544A3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21439c05994744"/>
    <p:sldLayoutId xmlns:r="http://schemas.openxmlformats.org/officeDocument/2006/relationships" id="2147483650" r:id="R6b1e32b93d9b4a9a"/>
    <p:sldLayoutId xmlns:r="http://schemas.openxmlformats.org/officeDocument/2006/relationships" id="2147483651" r:id="R0670efe7c5384c80"/>
    <p:sldLayoutId xmlns:r="http://schemas.openxmlformats.org/officeDocument/2006/relationships" id="2147483652" r:id="R73aa5b1e82f24f33"/>
    <p:sldLayoutId xmlns:r="http://schemas.openxmlformats.org/officeDocument/2006/relationships" id="2147483653" r:id="Rc998432617f74b44"/>
    <p:sldLayoutId xmlns:r="http://schemas.openxmlformats.org/officeDocument/2006/relationships" id="2147483654" r:id="R23162117ef664724"/>
    <p:sldLayoutId xmlns:r="http://schemas.openxmlformats.org/officeDocument/2006/relationships" id="2147483655" r:id="R2e7c481d17424b9a"/>
    <p:sldLayoutId xmlns:r="http://schemas.openxmlformats.org/officeDocument/2006/relationships" id="2147483656" r:id="R028c58a473314f76"/>
    <p:sldLayoutId xmlns:r="http://schemas.openxmlformats.org/officeDocument/2006/relationships" id="2147483657" r:id="Rd26b4a2fbf1c407e"/>
    <p:sldLayoutId xmlns:r="http://schemas.openxmlformats.org/officeDocument/2006/relationships" id="2147483658" r:id="R1f4fe2a1ed074aea"/>
    <p:sldLayoutId xmlns:r="http://schemas.openxmlformats.org/officeDocument/2006/relationships" id="2147483659" r:id="R62c49c8e159f4d9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8e4674274743fd" /><Relationship Type="http://schemas.openxmlformats.org/officeDocument/2006/relationships/notesSlide" Target="/ppt/notesSlides/notesSlide1.xml" Id="R7c1b3beca0674e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47c3c8839424da1" /><Relationship Type="http://schemas.openxmlformats.org/officeDocument/2006/relationships/notesSlide" Target="/ppt/notesSlides/notesSlide2.xml" Id="R0868c24dc54d4b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9d94da7ecd4e22" /><Relationship Type="http://schemas.openxmlformats.org/officeDocument/2006/relationships/notesSlide" Target="/ppt/notesSlides/notesSlide3.xml" Id="R43c901d85c7b42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b165822fcb14b93" /><Relationship Type="http://schemas.openxmlformats.org/officeDocument/2006/relationships/notesSlide" Target="/ppt/notesSlides/notesSlide4.xml" Id="Rafe0e3ae6fb341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f9008202b94cac" /><Relationship Type="http://schemas.openxmlformats.org/officeDocument/2006/relationships/notesSlide" Target="/ppt/notesSlides/notesSlide5.xml" Id="R6088b8e11d6248b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b25effc5cd454d" /><Relationship Type="http://schemas.openxmlformats.org/officeDocument/2006/relationships/notesSlide" Target="/ppt/notesSlides/notesSlide6.xml" Id="Rfbf573d31fee438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F5173B1-35ED-4CE3-B8E7-06D96353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FCBD310-8DF1-47B0-95EF-6D302628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3CCFBE3-4E79-44D0-B6DD-D632AF41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713096-A3FC-443A-A583-C0F0899A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C90BEEF-80EB-4955-A622-77CCBD47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6CD5A7A-B80B-491C-A121-02351537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E3C452A-D34A-4D9E-A6DD-945FD2610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2026.07.29-35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4B6AB67-4209-462F-AAB5-9A4E4B64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2026-07-29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EBCBB60-928B-40FB-B845-6ED7B9CC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26EB3D2-71B9-437C-86F8-C1641D30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A1D4563-0115-4F8A-B4CA-FD4F753E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05427908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86F23F1-524B-494F-8003-51E6F85C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5AED33D-6D25-4FE3-B79E-B0416756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1587885-9551-40CD-9EB4-C5923BB8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A194990-D7CF-46E3-B647-8F8E3BD4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CFB6869-1519-4237-AFD7-D9202E8C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079BE8-C998-4489-A684-C513B1FE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2C1E0BA-2308-4CE7-AA11-E7CB460D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88A0B29-6AD8-4704-A02A-FC74C179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54CE897-9485-46F5-8ED7-CA877245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1C5ACD8-90D9-40CD-AB76-99F795EA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927616A-F26B-4EA8-B589-D8F6681B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180232011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A59BF5-ED28-48CD-A6E8-2E5E9B9A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BB39FB9-63C4-4FA7-90B5-CCFAD2E8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662FD2D-0144-472F-A25C-A2F04292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BC1F6BB-24D1-4619-AC3F-3B521C9E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C3643DC-CB13-4CB1-83AD-FBA494DE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2DC471B-565E-4A6C-A2D2-02413480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6597D18-8029-4FAD-8984-D377B71C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379B0F3-1F8F-42BD-92D9-DAC3B8CF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E890163-0E36-4494-929B-A296D3A6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F548C65-9163-4F01-AB47-B0DB3691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BDE1F84-EB76-4B70-AB9D-17C21454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5B2AE6D-4451-4E1E-B972-0F0BBDC9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2270BA6-DAD2-4DE2-ABB7-2803CE77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5E07061-22ED-44EE-B4C9-13AA41C7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83BF430-6DAC-49B0-843B-7E694B7E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2A2426E-EB43-4A6A-B261-1E6EC981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4A0F9AF-4D62-4473-96DA-56D29254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4BCBFF2-C62C-42BD-A60A-6C4BB9CB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84936CC-37EA-4027-B950-C6104BC0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23670443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D3BDEB7-5D9C-4BB4-9BD4-C57919FE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CC3C838-74CF-4954-9E52-7E43B6BC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FC9C2D0-1529-4DB6-86A3-DA5AA40B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9FBA4FC-9222-462E-913A-B0D58292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5851057-F863-4678-A615-7474CA74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World Bank; Statistics Canada; Health Canada; NZ Ministry of Health;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1C58041-5E71-4258-88F8-335BE498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83AF0B9-C172-4BF9-8282-19EA60BA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C149969-28B6-4B05-A137-3640C00D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4246259-5C9F-4DF7-9BE0-CF816D9A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WB-havaintoa · 39 markkinamittaria + 36 Ruotsin FHM-lukua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D3A4BA0-0FBD-4CAE-B8F3-7B4FCFA1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6A9C6FC-A750-4142-BC22-1B8E72EF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274,180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FF0D141-9943-43B0-81E4-FA9CD174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 AIS/AVP-summa · ≈153,3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A944B50-F58A-4782-9AB4-39891483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2A11BC2-F50B-48C4-9EF7-DC3BC8B5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E06951D-7A1D-4C70-8C4E-713DA8D2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256BFD3-07D0-4E02-A102-AD1B554B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2740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Uusi-Seelanti 7/10: D5 hylätty, D8/D10 avoinna; donor 0/3. Viranomaisdelta 29.7.: Saksa pyysi rajauksen; mahdollisen maksun määräpäivä on 2026-08-11, eikä maksua ole hyväksytty. Ranska antoi tulliluokitus-, raja-arvo- ja kg-metadataa; reitti on vain tulliproxy. Tanska/Luxemburg: ei myyntidataa. Euromonitorin ehdollinen maksullinen Saksa-ote ei ole hyväksytty eikä aktivoitu; 0/6, EI PISTEYTETTY.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8EA3CAC-974B-45F2-95BD-2FAF311A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F72D13F-2355-49EA-B30A-4F945576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7D331E5-879A-4BD1-A79C-2CDD5569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Menetelmäkontrolli 28 / 0 / 15 / 152; 5 uutta maasuunnitelmaa, ei myyntiä. Belgia ≈83 333 litraa (9 kk; ei retail); Italia 84,31 milj. EUR PLI-veroa (ei retail). Kanada retail 1,219160 mrd CAD (≈822,6 milj. EUR; ECB 2024) ja toimitukset 1,160754 mrd CAD (≈783,2 milj. EUR; ECB 2024); FTC 2,763 mrd USD (≈2,336 mrd EUR; ECB 2021). Donor 0/3.</a:t>
            </a:r>
          </a:p>
        </p:txBody>
      </p:sp>
    </p:spTree>
    <p:extLst>
      <p:ext uri="{BB962C8B-B14F-4D97-AF65-F5344CB8AC3E}">
        <p14:creationId xmlns:p14="http://schemas.microsoft.com/office/powerpoint/2010/main" val="202572370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B5C2288-42C8-475C-846F-C32DF2EB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049AA5-D1A7-4D84-BE25-EE7482F0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1D7E733-883C-47AE-8643-09CA8790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BBE6B90-CEBF-42E3-B1C0-E61650985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ED1D5B3-7FE3-4263-B1D5-8E308198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2026.07.29-35 · 2026-07-29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459294F-2B0E-47D1-ABF1-1A36C192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2B8F62-DBD1-42E7-8F67-E48399D1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3007054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3F3982F-B781-4BB2-9603-0AB5D02B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08350E6-2440-4F85-8364-65A361B7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E65DC05-0FC9-4FD6-8215-11211501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F59619D-E144-4F37-B88C-D876E3AF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2026.07.29-35 · 2026-07-29 · 6 / 6</a:t>
            </a:r>
          </a:p>
        </p:txBody>
      </p:sp>
    </p:spTree>
    <p:extLst>
      <p:ext uri="{BB962C8B-B14F-4D97-AF65-F5344CB8AC3E}">
        <p14:creationId xmlns:p14="http://schemas.microsoft.com/office/powerpoint/2010/main" val="120197334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2026-07-29T15:36:05.1080000Z</dcterms:created>
  <dcterms:modified xsi:type="dcterms:W3CDTF">2026-07-29T15:36:05.1080000Z</dcterms:modified>
</coreProperties>
</file>