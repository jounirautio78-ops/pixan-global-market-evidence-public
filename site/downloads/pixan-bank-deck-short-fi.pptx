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22c20122ed4e46" /><Relationship Type="http://schemas.openxmlformats.org/officeDocument/2006/relationships/extended-properties" Target="/docProps/app.xml" Id="R900011d2c4c047c3" /><Relationship Type="http://schemas.openxmlformats.org/officeDocument/2006/relationships/officeDocument" Target="/ppt/presentation.xml" Id="Rc48144ffa40e47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cdce04a7f340cd"/>
  </p:sldMasterIdLst>
  <p:notesMasterIdLst>
    <p:notesMasterId xmlns:r="http://schemas.openxmlformats.org/officeDocument/2006/relationships" r:id="R17d318c18693401a"/>
  </p:notesMasterIdLst>
  <p:sldIdLst>
    <p:sldId xmlns:r="http://schemas.openxmlformats.org/officeDocument/2006/relationships" id="256" r:id="R689ac238716649e2"/>
    <p:sldId xmlns:r="http://schemas.openxmlformats.org/officeDocument/2006/relationships" id="257" r:id="R02f8c1e4b69a4bce"/>
    <p:sldId xmlns:r="http://schemas.openxmlformats.org/officeDocument/2006/relationships" id="258" r:id="R12e6fb8f9647432f"/>
    <p:sldId xmlns:r="http://schemas.openxmlformats.org/officeDocument/2006/relationships" id="259" r:id="R08244a0d828946f7"/>
    <p:sldId xmlns:r="http://schemas.openxmlformats.org/officeDocument/2006/relationships" id="260" r:id="R042b0f30c29346d6"/>
    <p:sldId xmlns:r="http://schemas.openxmlformats.org/officeDocument/2006/relationships" id="261" r:id="R948a7988f0ef4fd1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e57dc381024b66" /><Relationship Type="http://schemas.openxmlformats.org/officeDocument/2006/relationships/slideMaster" Target="/ppt/slideMasters/slideMaster1.xml" Id="R4ecdce04a7f340cd" /><Relationship Type="http://schemas.openxmlformats.org/officeDocument/2006/relationships/notesMaster" Target="/ppt/notesMasters/notesMaster1.xml" Id="R17d318c18693401a" /><Relationship Type="http://schemas.openxmlformats.org/officeDocument/2006/relationships/presProps" Target="/ppt/presProps.xml" Id="R42d335fc5d1f4088" /><Relationship Type="http://schemas.openxmlformats.org/officeDocument/2006/relationships/viewProps" Target="/ppt/viewProps.xml" Id="R8f8af1c7c6534ab2" /><Relationship Type="http://schemas.openxmlformats.org/officeDocument/2006/relationships/tableStyles" Target="/ppt/tableStyles.xml" Id="Rf657979db43c42a8" /><Relationship Type="http://schemas.openxmlformats.org/officeDocument/2006/relationships/slide" Target="/ppt/slides/slide1.xml" Id="R689ac238716649e2" /><Relationship Type="http://schemas.openxmlformats.org/officeDocument/2006/relationships/slide" Target="/ppt/slides/slide2.xml" Id="R02f8c1e4b69a4bce" /><Relationship Type="http://schemas.openxmlformats.org/officeDocument/2006/relationships/slide" Target="/ppt/slides/slide3.xml" Id="R12e6fb8f9647432f" /><Relationship Type="http://schemas.openxmlformats.org/officeDocument/2006/relationships/slide" Target="/ppt/slides/slide4.xml" Id="R08244a0d828946f7" /><Relationship Type="http://schemas.openxmlformats.org/officeDocument/2006/relationships/slide" Target="/ppt/slides/slide5.xml" Id="R042b0f30c29346d6" /><Relationship Type="http://schemas.openxmlformats.org/officeDocument/2006/relationships/slide" Target="/ppt/slides/slide6.xml" Id="R948a7988f0ef4f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7083520fe84c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d51b9050884423" /><Relationship Type="http://schemas.openxmlformats.org/officeDocument/2006/relationships/notesMaster" Target="/ppt/notesMasters/notesMaster1.xml" Id="R08bc263900e24d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8c14ad64b643b0" /><Relationship Type="http://schemas.openxmlformats.org/officeDocument/2006/relationships/notesMaster" Target="/ppt/notesMasters/notesMaster1.xml" Id="R50da921d41ea40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0e19d0ddee4c7d" /><Relationship Type="http://schemas.openxmlformats.org/officeDocument/2006/relationships/notesMaster" Target="/ppt/notesMasters/notesMaster1.xml" Id="R91d448519e5a4c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6b80a91cd74826" /><Relationship Type="http://schemas.openxmlformats.org/officeDocument/2006/relationships/notesMaster" Target="/ppt/notesMasters/notesMaster1.xml" Id="R998f5afbb5454e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b27145f21a4e6c" /><Relationship Type="http://schemas.openxmlformats.org/officeDocument/2006/relationships/notesMaster" Target="/ppt/notesMasters/notesMaster1.xml" Id="R9fd4d8195cdc46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7e86709b164390" /><Relationship Type="http://schemas.openxmlformats.org/officeDocument/2006/relationships/notesMaster" Target="/ppt/notesMasters/notesMaster1.xml" Id="R1397d1847f2441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2539db4a22471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e8d3e89b1649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0c1fceb53a4c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7b829cddb54c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6afc99307b4f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8249803aab4b3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0e5ae1ea3b46e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118d0ccf14471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3b70f7a1f3401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1974d394de458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8d774f090a400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D73D43-573E-43B8-AD02-C0E1DBF6C97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8DFF1-77FB-46E6-8D97-651E92761E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1B5A17-8805-486E-ACC8-7567CDD8A9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61654E-096E-490D-A1A4-B5949C7E06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C3DB82-05FB-4475-A91B-EE8991B7FE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7E30BC-1893-4B50-8E5B-4B75878CE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336553D-3BA4-4765-8CC5-E25DB61566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B26515-A8B9-4B89-9086-E13490499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DD9792-C49D-428A-9374-7AFBC6F005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C74AC0-D836-463D-9414-CCA1463AA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0389B9-8E00-455F-A8EF-329F81CCAA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25DF2-02F2-4857-88DF-9D6F37898E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33DFB7-AF1F-4C9D-A27D-DA78649D83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22EDF2-CBBA-4B6D-8B0E-70BA02C1E2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2EE314-ACB9-4063-961D-AA500BB206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8E370F-3587-45B6-A231-6A879428C9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355C91-F930-43BE-9293-39894B4E28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A5FE3C7-B68E-405F-BA75-BD613C52F6F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122F147-8883-4777-8130-BDF644801E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74BF4D4-4395-4777-A68C-CF748AC8F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65971-D892-4E6D-94FF-3869E28F2C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BF771F-C403-4B53-938C-8C743F9032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64AA318-49EF-461E-AA42-4191CD447A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0EAB7E3-E918-4904-87DF-7CA6D046C19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EDC125D-AFFF-4084-922F-0AD31E3594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1FB7860-A195-4C1D-878A-6F7636F3FC0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6BD67C2-5423-4FCB-BCC7-3C3A4BCEE8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6AA4E0F-DD29-4FC5-AF4B-A0CED1FF6F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C2F07A7-BE3A-4387-8402-2BC93A4B90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7708147-366A-4FB7-9798-A92A7E9C0D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71F5CDF-292D-4F0A-8135-FC2634A779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0B45D1B-AFFA-4C13-A147-7809BE8B59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8B5352-2B8B-4BBA-88BF-4E40F51BAF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552D473-25D9-43E4-91E2-1CF6CA1E0C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116C545-E400-4BEA-833F-2102320D75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4F1F0FC-5A20-4CA5-A8B9-FE33D94261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DE9887-EFDB-48B0-AAB8-E40580F0B2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74977EA-FBD2-4445-A03D-DDFAB656B5A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F292E71-DAB5-417F-A828-BE6A83D5D1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0A4AFAC-4282-4BC1-86CE-8A25B0A3FB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0075797-B635-4406-BACC-6149E649E3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A5BD007-E5BB-4D7E-8F35-E05C4BABA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C133F7-3373-4726-A359-4E8D56A52E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96CD4-FBAE-45BB-8658-DD00247E662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47BE351-9992-404A-BD77-7BDD3C4529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083D1B0-18BC-427F-8AD9-D5F350DF9F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3F83985-8053-41E6-A8DE-D102547B03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44ACAC2-563C-4B85-B752-E90AF66506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0D56B0-2810-4EF5-9B07-A349FF81D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D6D37D-112F-4511-A378-60D6B65580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1BF7C1A-4EED-493C-817B-E662C92EB6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1EFC45-7837-4571-9EC3-7826D074BB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71DEDE-2289-48AE-9408-A8DBDFB811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FD12C23-7AC4-4A18-A0AC-AB76791DE9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C1EDD9C-C911-4375-BF57-C26027EF2B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C7A9DA7-C437-4B4A-8D62-2596B8F92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3733C94-BB10-4B76-9F07-A352F136A9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E62C2D-71FF-420E-9716-0926931785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cc3bc609c442c2" /><Relationship Type="http://schemas.openxmlformats.org/officeDocument/2006/relationships/slideLayout" Target="/ppt/slideLayouts/slideLayout1.xml" Id="R876ae2240e15470b" /><Relationship Type="http://schemas.openxmlformats.org/officeDocument/2006/relationships/slideLayout" Target="/ppt/slideLayouts/slideLayout2.xml" Id="Rf1560fea54a74d83" /><Relationship Type="http://schemas.openxmlformats.org/officeDocument/2006/relationships/slideLayout" Target="/ppt/slideLayouts/slideLayout3.xml" Id="Rb09da4dd01d34a56" /><Relationship Type="http://schemas.openxmlformats.org/officeDocument/2006/relationships/slideLayout" Target="/ppt/slideLayouts/slideLayout4.xml" Id="Rf1c4a9d66b434478" /><Relationship Type="http://schemas.openxmlformats.org/officeDocument/2006/relationships/slideLayout" Target="/ppt/slideLayouts/slideLayout5.xml" Id="R670633802c934a08" /><Relationship Type="http://schemas.openxmlformats.org/officeDocument/2006/relationships/slideLayout" Target="/ppt/slideLayouts/slideLayout6.xml" Id="R46b5ef5e4542491c" /><Relationship Type="http://schemas.openxmlformats.org/officeDocument/2006/relationships/slideLayout" Target="/ppt/slideLayouts/slideLayout7.xml" Id="R281445a14b924131" /><Relationship Type="http://schemas.openxmlformats.org/officeDocument/2006/relationships/slideLayout" Target="/ppt/slideLayouts/slideLayout8.xml" Id="R833b39ebf63349a1" /><Relationship Type="http://schemas.openxmlformats.org/officeDocument/2006/relationships/slideLayout" Target="/ppt/slideLayouts/slideLayout9.xml" Id="Rd3247c68d5b14a8d" /><Relationship Type="http://schemas.openxmlformats.org/officeDocument/2006/relationships/slideLayout" Target="/ppt/slideLayouts/slideLayout10.xml" Id="R2bc44a4246ea4d67" /><Relationship Type="http://schemas.openxmlformats.org/officeDocument/2006/relationships/slideLayout" Target="/ppt/slideLayouts/slideLayout11.xml" Id="R2b764a53d0664a0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0B8FCA1-782F-403F-A626-632620A60E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3177A3-466E-4DED-95CE-20CD0EA830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0157468-2B92-474D-8E38-77403DA6F9F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0D4321-316A-49BD-A449-894C585007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0B7C01-D45E-42E6-9B5F-9D199ADA734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6ae2240e15470b"/>
    <p:sldLayoutId xmlns:r="http://schemas.openxmlformats.org/officeDocument/2006/relationships" id="2147483650" r:id="Rf1560fea54a74d83"/>
    <p:sldLayoutId xmlns:r="http://schemas.openxmlformats.org/officeDocument/2006/relationships" id="2147483651" r:id="Rb09da4dd01d34a56"/>
    <p:sldLayoutId xmlns:r="http://schemas.openxmlformats.org/officeDocument/2006/relationships" id="2147483652" r:id="Rf1c4a9d66b434478"/>
    <p:sldLayoutId xmlns:r="http://schemas.openxmlformats.org/officeDocument/2006/relationships" id="2147483653" r:id="R670633802c934a08"/>
    <p:sldLayoutId xmlns:r="http://schemas.openxmlformats.org/officeDocument/2006/relationships" id="2147483654" r:id="R46b5ef5e4542491c"/>
    <p:sldLayoutId xmlns:r="http://schemas.openxmlformats.org/officeDocument/2006/relationships" id="2147483655" r:id="R281445a14b924131"/>
    <p:sldLayoutId xmlns:r="http://schemas.openxmlformats.org/officeDocument/2006/relationships" id="2147483656" r:id="R833b39ebf63349a1"/>
    <p:sldLayoutId xmlns:r="http://schemas.openxmlformats.org/officeDocument/2006/relationships" id="2147483657" r:id="Rd3247c68d5b14a8d"/>
    <p:sldLayoutId xmlns:r="http://schemas.openxmlformats.org/officeDocument/2006/relationships" id="2147483658" r:id="R2bc44a4246ea4d67"/>
    <p:sldLayoutId xmlns:r="http://schemas.openxmlformats.org/officeDocument/2006/relationships" id="2147483659" r:id="R2b764a53d0664a0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1b77df589c47ba" /><Relationship Type="http://schemas.openxmlformats.org/officeDocument/2006/relationships/notesSlide" Target="/ppt/notesSlides/notesSlide1.xml" Id="R9a26fcc168224e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dfb81623c74c8a" /><Relationship Type="http://schemas.openxmlformats.org/officeDocument/2006/relationships/notesSlide" Target="/ppt/notesSlides/notesSlide2.xml" Id="R3dc1770580134c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54a46ed29a4d5e" /><Relationship Type="http://schemas.openxmlformats.org/officeDocument/2006/relationships/notesSlide" Target="/ppt/notesSlides/notesSlide3.xml" Id="R3df2cccc42a240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b67b2fab2a4a3c" /><Relationship Type="http://schemas.openxmlformats.org/officeDocument/2006/relationships/notesSlide" Target="/ppt/notesSlides/notesSlide4.xml" Id="Rbeb436194f1a40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0aed7e84ef4199" /><Relationship Type="http://schemas.openxmlformats.org/officeDocument/2006/relationships/notesSlide" Target="/ppt/notesSlides/notesSlide5.xml" Id="Ra598708e3a8f4a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a6be7f89284690" /><Relationship Type="http://schemas.openxmlformats.org/officeDocument/2006/relationships/notesSlide" Target="/ppt/notesSlides/notesSlide6.xml" Id="R17efb7bd7b3d46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E8F0188-665E-405C-A7B4-F3E1B2B5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81E6F1-B5CB-47A5-AA1F-D40AB9C8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9737A0-692B-4D02-8B4C-2A09D53E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AD2B9D7-484A-46FC-9320-8DC282F2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7852EFF-BCC4-43BD-ACA9-C2D33D86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119601-9196-4B49-A144-F1B788E0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4CBF447-7BBD-46C8-9B05-57CAF7E6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2026.07.27-30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9F47F66-6FC0-4BC5-8166-FD59BAA7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9EE3EBF-EE57-4CF0-A00B-5496CDD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D08F920-DEE2-42C6-950C-89CA59A7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B17406-FA5A-4EA8-A21D-40FBD95E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3557596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A3BC13A-8B19-4D55-BA03-F8846747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E46B47-2395-46A9-9CE5-380D4247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D5A83D-1094-49E6-9266-3B02B474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458EBD-6236-4C59-8DAD-C7B85D12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95D922-B7A3-43EF-987F-C86CE20E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54AEF9-7928-4C8E-B80E-2E41CDFE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37762B-B00B-4706-B631-037773CC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30A65A-7E55-4C61-A6FB-326ED6B3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620B607-B832-43B5-9DD8-1150A243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48261C4-E48B-4B41-8F3D-2E549596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E8B1B4-3922-4735-A538-2C2AA195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6495604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BD619F7-0865-4EE2-8FBC-FD0DFE72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6FD0EE-4DE4-4262-8112-CDECABB0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2FDC93-965F-4E05-B831-29AF1C21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EE61A0-94DF-4A2F-9734-5FA1ECD1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AEFAE26-83FB-4C1C-B5EA-8FDC381A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B6D3CE3-E20E-4DEE-8DAD-5F1344A4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C03D4F0-9671-4B6C-884F-29A40A58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40E597E-8270-4C4A-8894-927FF6E5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5C1D55-EFA8-4CE9-B884-571FB2D1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9B3BC9D-F9ED-47E8-99A6-CA66EAC0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0A1BEF1-3637-4F7F-B371-4B4D30FF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7C9DCD7-D70D-45F7-8FDC-35B3D58A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5AB92D5-4F37-4141-A2E9-83CCD8F3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3F3E74A-F036-4699-8A39-61BAE6F6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A08F74E-403E-49DB-9AE4-C24610F5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BE7986D-A725-4177-9479-66B321E0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8AC81CE-720F-4530-932F-F8BE6EB6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E2FE90D-72FB-4007-96F0-9B54116F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8EFD569-12C9-4973-BB58-EA2A4289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19081162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852853-C456-464D-8122-83E4944F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988734-1E56-494A-9E79-B51448C4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F2A2CC-E547-40BA-BB95-8234B899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DF72F5-432E-4ADE-9E59-B545605D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47A774-6A55-4AC1-A02B-6B3B7702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0D7514-03D0-44AC-99D6-BDF62199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1C4DF48-6716-4F65-9AEC-821963B8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250DBF-85CA-44B8-9707-98206456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68499C-6C97-41F7-A754-AA79FE04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 + 36 Ruotsin FHM-lukua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580A975-BADA-48F6-9D22-F899207E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01B223B-9EF4-43D8-BD75-F3B4AA7D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0534559-92B2-4CFE-8CE7-EDFC56DE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A7BA768-41E6-4CA1-B634-AFE1440F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7AC56C7-6364-4C27-9342-C3E736F6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6D511A-426E-4A7C-A442-3208F92C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4412EA5-D78C-4146-B590-EE89D13E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läpäisee 7/10: D5 hylätty, D8 ja D10 avoinna. Ei hyväksytty; donor-portti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6AC98A8-5B6B-454A-9DCA-A44BB961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8041C3F-A042-4FF7-A6FD-2309F4AB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3450DAA-BE3C-4281-B76A-8606EF5E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Menetelmäkontrolli 23 / 5 / 15 / 152; ei myyntiä. Puola: verosilta 4 382 500 laitetta / 62 500 sarjaa. Kanada 1,219160 mrd CAD (≈822,6 milj. EUR; ECB 2024); Health Canada -toimitukset 1,160754 mrd CAD (≈783,2 milj. EUR; ECB 2024); FTC 2,763 mrd USD (≈2,336 mrd EUR;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192006163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E2C0DD-67C6-4099-83E6-E4E1E5CC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6640A9-4291-423F-A487-D49B0C3D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7710A-E318-42EF-BB1D-500186D8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A33C87-0B9A-4734-8B36-62ABDA2A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9C3454-A1F3-4EE9-BA80-849441C2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27DF8E-CC8B-4816-AA10-A2858FAB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0A39F5B-8BA2-4245-9421-C3828828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9795894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A5F5035-4987-412E-A75A-FB65D6F2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7059B3-6428-4463-994E-85317B5E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C7963AB-DE40-4587-BD74-085C82D9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CC2B1B-85E9-4197-9FCB-400B59C7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2026.07.27-30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3673747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2026-07-27T16:24:19.1040000Z</dcterms:created>
  <dcterms:modified xsi:type="dcterms:W3CDTF">2026-07-27T16:24:19.1040000Z</dcterms:modified>
</coreProperties>
</file>