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Suppea päätöksenteon tiivistelmä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6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Rahoitusteesi perustuu näyttöön — ei markkinahypeen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kaksi virallista ratkaisua; lopullisuus- ja aluerajat säilyvät.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lukutapa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 JA 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Patenttihistoria antaa vahvan mutta rajatun ankkurin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EPO Register; EP3032975B2;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vaatimusta EP3032975B2:ssa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ratkaisua: Saksa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Markkina-aineisto on läpinäkyvä mutta ei vielä valmis globaaliksi arvoksi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tutkimusuniversumi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virallisilla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hyväksyttyä retail-arvon luovuttajaa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Kaupallinen 26,0–46,32 mrd USD haarukka on sanity check — ei atlaksen oma maailmanestimaatti.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Kanada: 1,16 mrd CAD toimitusarvo. Saksa: 1,518 milj. l verotettua nestettä vuonna 2025 (alustava). Mittareita ei summata keskenään.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 JA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Puutteet ovat rajattavissa konkreettiseksi työohjelmaksi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Evidence Register; WIPO IP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Puutuva 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Miksi ratkaiseva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Seuraava todiste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Pankkikelpoisuus paranee eniten, kun nämä neljä aukkoa suljetaan ennen arvokeskustelua.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0–30 päivää: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31–60 päivää: priorisoidut claim chartit, markkinamyynnin rajaus ja vastapuolidata.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61–90 päivää: riippumaton arvonmääritys, kassavirtaskenaariot ja rahoitusehdot.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2026.07.23-10 · 2026-07-22 ·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suppea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