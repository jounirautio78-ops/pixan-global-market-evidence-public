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Suppea päätöksenteon tiivistelmä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2026.07.24-17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2026-07-24
6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Rahoitusteesi perustuu näyttöön — ei markkinahypeen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kaksi virallista ratkaisua; lopullisuus- ja aluerajat säilyvät.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lukutapa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 JA 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Patenttihistoria antaa vahvan mutta rajatun ankkurin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EPO Register; EP3032975B2;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vaatimusta EP3032975B2:ssa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ratkaisua: Saksa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Markkina-aineisto on läpinäkyvä mutta ei vielä valmis globaaliksi arvoksi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Health Canada; New Zealand Ministry of Health; Destatis; Vero; Sejm; Ruotsin hallitus; European Commission;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vuosihavaintoa 6 maasta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0D5F86"/>
                </a:solidFill>
                <a:latin typeface="Aptos"/>
              </a:rPr>
              <a:t>280,685 milj. NZD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Uusi-Seelanti 2024: 29 tiedoston raakasumma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4,99 mrd 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EU 2023: komission julkaisema vertailuarvo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4/4 ehdokasta hylättiin D1–D10-protokollassa; hyväksytty donor-portti on 0/3.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Uuden-Seelannin raakasumma täsmää viralliseen ≥280 milj. NZD otsikkoon. Täsmälleen toistuvien rivien poistamisen 264,561 milj. NZD herkkyys ei ole korjattu estimaatti; tunnistettu vaping-raakasumma on 274,18 milj. NZD. EU-luku on kaupalliseen Euromonitor 2025 -aineistoon perustuva tuettu vertailuarvo; Kypros, Luxemburg ja Malta puuttuvat. Kaupallinen 26,0–46,32 mrd USD on vain sanity check; mittareita ei summata.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 JA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Puutteet ovat rajattavissa konkreettiseksi työohjelmaksi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Evidence Register; WIPO IP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Puutuva 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Miksi ratkaiseva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Seuraava todiste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Pankkikelpoisuus paranee eniten, kun nämä neljä aukkoa suljetaan ennen arvokeskustelua.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0–30 päivää: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31–60 päivää: priorisoidut claim chartit, markkinamyynnin rajaus ja vastapuolidata.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61–90 päivää: riippumaton arvonmääritys, kassavirtaskenaariot ja rahoitusehdot.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2026.07.24-17 · 2026-07-24 ·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suppea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2026-07-24T00:00:00Z</dcterms:created>
  <dcterms:modified xsi:type="dcterms:W3CDTF">2026-07-24T00:00:00Z</dcterms:modified>
  <cp:category/>
</cp:coreProperties>
</file>