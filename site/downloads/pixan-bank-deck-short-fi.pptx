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26,0–46,32 mrd USD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1,16 mrd CAD toimitusarvo. Saksa: 1,518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2026.07.23-16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