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be43dd611a4aa6" /><Relationship Type="http://schemas.openxmlformats.org/officeDocument/2006/relationships/extended-properties" Target="/docProps/app.xml" Id="R92c996ab23424ef1" /><Relationship Type="http://schemas.openxmlformats.org/officeDocument/2006/relationships/officeDocument" Target="/ppt/presentation.xml" Id="R44b2389c360c48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63464989e940f6"/>
  </p:sldMasterIdLst>
  <p:notesMasterIdLst>
    <p:notesMasterId xmlns:r="http://schemas.openxmlformats.org/officeDocument/2006/relationships" r:id="R6094310950444930"/>
  </p:notesMasterIdLst>
  <p:sldIdLst>
    <p:sldId xmlns:r="http://schemas.openxmlformats.org/officeDocument/2006/relationships" id="256" r:id="Rfc1f489d44be436e"/>
    <p:sldId xmlns:r="http://schemas.openxmlformats.org/officeDocument/2006/relationships" id="257" r:id="R83313cb0c2ee495e"/>
    <p:sldId xmlns:r="http://schemas.openxmlformats.org/officeDocument/2006/relationships" id="258" r:id="Rcbdf8a1cc7114815"/>
    <p:sldId xmlns:r="http://schemas.openxmlformats.org/officeDocument/2006/relationships" id="259" r:id="R78d69192ab6b4ded"/>
    <p:sldId xmlns:r="http://schemas.openxmlformats.org/officeDocument/2006/relationships" id="260" r:id="Rd7dbbbb7c60d4969"/>
    <p:sldId xmlns:r="http://schemas.openxmlformats.org/officeDocument/2006/relationships" id="261" r:id="R561dea0d95fc44d3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b002b0c6e048f1" /><Relationship Type="http://schemas.openxmlformats.org/officeDocument/2006/relationships/slideMaster" Target="/ppt/slideMasters/slideMaster1.xml" Id="Rc363464989e940f6" /><Relationship Type="http://schemas.openxmlformats.org/officeDocument/2006/relationships/notesMaster" Target="/ppt/notesMasters/notesMaster1.xml" Id="R6094310950444930" /><Relationship Type="http://schemas.openxmlformats.org/officeDocument/2006/relationships/presProps" Target="/ppt/presProps.xml" Id="R4d55fb019d6945a8" /><Relationship Type="http://schemas.openxmlformats.org/officeDocument/2006/relationships/viewProps" Target="/ppt/viewProps.xml" Id="Re1768e63d4264e1f" /><Relationship Type="http://schemas.openxmlformats.org/officeDocument/2006/relationships/tableStyles" Target="/ppt/tableStyles.xml" Id="R5cd9e6e3afd14ccb" /><Relationship Type="http://schemas.openxmlformats.org/officeDocument/2006/relationships/slide" Target="/ppt/slides/slide1.xml" Id="Rfc1f489d44be436e" /><Relationship Type="http://schemas.openxmlformats.org/officeDocument/2006/relationships/slide" Target="/ppt/slides/slide2.xml" Id="R83313cb0c2ee495e" /><Relationship Type="http://schemas.openxmlformats.org/officeDocument/2006/relationships/slide" Target="/ppt/slides/slide3.xml" Id="Rcbdf8a1cc7114815" /><Relationship Type="http://schemas.openxmlformats.org/officeDocument/2006/relationships/slide" Target="/ppt/slides/slide4.xml" Id="R78d69192ab6b4ded" /><Relationship Type="http://schemas.openxmlformats.org/officeDocument/2006/relationships/slide" Target="/ppt/slides/slide5.xml" Id="Rd7dbbbb7c60d4969" /><Relationship Type="http://schemas.openxmlformats.org/officeDocument/2006/relationships/slide" Target="/ppt/slides/slide6.xml" Id="R561dea0d95fc44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b47435a87d40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e73b66d12447cf" /><Relationship Type="http://schemas.openxmlformats.org/officeDocument/2006/relationships/notesMaster" Target="/ppt/notesMasters/notesMaster1.xml" Id="R259543fd212445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14f69c53e14826" /><Relationship Type="http://schemas.openxmlformats.org/officeDocument/2006/relationships/notesMaster" Target="/ppt/notesMasters/notesMaster1.xml" Id="R3ff8117a683441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c4b321664b440f" /><Relationship Type="http://schemas.openxmlformats.org/officeDocument/2006/relationships/notesMaster" Target="/ppt/notesMasters/notesMaster1.xml" Id="Rf12aa01571a947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6307159a7b4589" /><Relationship Type="http://schemas.openxmlformats.org/officeDocument/2006/relationships/notesMaster" Target="/ppt/notesMasters/notesMaster1.xml" Id="R9675e04223d84d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bbb0babde44fcc" /><Relationship Type="http://schemas.openxmlformats.org/officeDocument/2006/relationships/notesMaster" Target="/ppt/notesMasters/notesMaster1.xml" Id="Rdbb8e99378954a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6e3b70403f4863" /><Relationship Type="http://schemas.openxmlformats.org/officeDocument/2006/relationships/notesMaster" Target="/ppt/notesMasters/notesMaster1.xml" Id="R742a6017ac7f49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82265f776b40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eb35d429b145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0662c4e4504c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90f5ac538d47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27c1331ebc4d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c14c6f309f4a9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ea56f5fcad47a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585f0cfce84d2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08bd066cae4dd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f3722b33d04f9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53ac8e10745f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120D67-3647-47F4-82C3-75320F83E41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954918-ABC6-49DC-81DF-0019E5352A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061B5F-868D-445E-9D90-CE7F4942C2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542651-11B7-4DCA-A973-F9DC323AF1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196A42-9945-4BEA-97AA-1AE1007530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ED2343-88D7-43E1-AD54-3A4567EB79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F77A7F0-5956-4720-B116-253686EB025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B64D5F-06FC-4C6F-B008-7A1B7F3A49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1FEC12-572D-4688-A200-96E6523759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B4C4C8-EDF1-4B31-95F9-DB98B5723F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BBA335-5E29-4071-847D-BCD029D537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918F84-27EE-4148-A2DD-1CC509325E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9DBC96-F099-452A-ACD4-B14E6D5CE5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FA3579-76DF-48DB-A64E-4DDCF8F705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A8A9B6-A275-443B-A749-477A0C03BC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72524F-32A7-4A2C-92B6-99432168C1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96EBE94-DC39-4272-BCE5-05FDE8FDA72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2C01C0F-0731-45CD-973A-2AAF22E86F9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5A19168-64E0-49EE-AE6B-8B76A871F1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F3CE754-D5E4-4135-87F2-117CDD644B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DEBF943-9A90-489A-8B19-BEFB537DB0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6B05C3-F9F6-4B63-A305-E4B617AFEC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D4BA99-C42D-4AA4-9406-4BF13892B9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11A64D4-517C-4A5C-AB06-A377F31B926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D1E886-8430-456C-8B1E-5EC97A0B1F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3AD2823-A126-437D-9EB3-A72ECF04428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EED74A5-D387-48CD-8683-7E2482CEDC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EB18915-C58B-4876-A872-27EAF923B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D6290F4-6CBE-4A62-87EF-2F44D15BA3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E3C10F-4D10-4040-BF01-DFFA7058FF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EFC882F-C1DC-4987-92D2-E76204D89B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C49513-DFEA-4F19-A18C-7A4711EFC2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34D6379-0435-4071-B45F-D874EA59D6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ED6F299-1BAB-49CB-B8E2-100D4630A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140D3A6-3DEF-4A66-B0D8-556CC9E4EE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A633137-2D3C-4501-95EB-2FEAC62DFB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054883F-AA22-4296-80DD-7D8ED4BDA3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3C6E0C2-3A3D-494E-A636-3465A64EA74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BAAF2C6-3FA3-4C35-B37C-54E980BF4D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A8C75A6-F048-42E5-BFE5-C6F2A7F3DD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925BE3-3237-4C45-87D5-480AE09091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4C08470-53EA-41D4-A73B-E6325D1F0D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BCB048-FBA8-4633-AE78-9485085FA3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BC7262F-7B0F-4072-8284-863F07EE8D3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642BBFB-ED46-4599-A8DE-5565602CE2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618A02-CE41-4AAC-94BD-7AB18EB75E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D0347C-AA23-4B92-9D25-F471983A21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3988015-20AD-4942-B718-9FC1A6C7B4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0D8FAD-EEC1-45A1-A720-C73DD47C4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A741FAA-3599-44AA-A3D9-12CDA7C5CD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FD35E8-FB3C-4838-B745-19BF833B05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925C1F0-B71B-4EE3-84AC-2E8A984F29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833ABF-8CB2-46BD-B65D-46DF36ACEB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43ABB0A-3D9B-4A1E-BAA3-C8657D10A9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33FAABB-9627-41E4-B662-29870E8A4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56F306-6D22-4B4F-8F6B-F6E669A613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4FB706-D1D4-40C2-9154-83897FB4F0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C74A1D-2895-4E69-B095-B40B5E2065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32184d08274c52" /><Relationship Type="http://schemas.openxmlformats.org/officeDocument/2006/relationships/slideLayout" Target="/ppt/slideLayouts/slideLayout1.xml" Id="R72ee384667df4497" /><Relationship Type="http://schemas.openxmlformats.org/officeDocument/2006/relationships/slideLayout" Target="/ppt/slideLayouts/slideLayout2.xml" Id="R5c306ccc52df44c9" /><Relationship Type="http://schemas.openxmlformats.org/officeDocument/2006/relationships/slideLayout" Target="/ppt/slideLayouts/slideLayout3.xml" Id="R57110c74e619452a" /><Relationship Type="http://schemas.openxmlformats.org/officeDocument/2006/relationships/slideLayout" Target="/ppt/slideLayouts/slideLayout4.xml" Id="R5ba9c61ed0c44af9" /><Relationship Type="http://schemas.openxmlformats.org/officeDocument/2006/relationships/slideLayout" Target="/ppt/slideLayouts/slideLayout5.xml" Id="R7eab99552adb49a9" /><Relationship Type="http://schemas.openxmlformats.org/officeDocument/2006/relationships/slideLayout" Target="/ppt/slideLayouts/slideLayout6.xml" Id="R82f45bcb1e964032" /><Relationship Type="http://schemas.openxmlformats.org/officeDocument/2006/relationships/slideLayout" Target="/ppt/slideLayouts/slideLayout7.xml" Id="R2b5fd3d43bed4e34" /><Relationship Type="http://schemas.openxmlformats.org/officeDocument/2006/relationships/slideLayout" Target="/ppt/slideLayouts/slideLayout8.xml" Id="R2326b3df6ad542ed" /><Relationship Type="http://schemas.openxmlformats.org/officeDocument/2006/relationships/slideLayout" Target="/ppt/slideLayouts/slideLayout9.xml" Id="R8a61a50cd6834053" /><Relationship Type="http://schemas.openxmlformats.org/officeDocument/2006/relationships/slideLayout" Target="/ppt/slideLayouts/slideLayout10.xml" Id="Rf87076e0c1bc49e3" /><Relationship Type="http://schemas.openxmlformats.org/officeDocument/2006/relationships/slideLayout" Target="/ppt/slideLayouts/slideLayout11.xml" Id="R3ac35f333892449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956733D-AAF5-415F-9E76-8673E9498E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5B82C2-0BFB-4F53-808E-DC6E40FF40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DB41F5-093B-4C3C-8564-13700098049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FD2DEB-09D8-44B9-B72F-902846E6CB3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A618E3-3B6B-4ED8-94C7-5F8F22380C7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ee384667df4497"/>
    <p:sldLayoutId xmlns:r="http://schemas.openxmlformats.org/officeDocument/2006/relationships" id="2147483650" r:id="R5c306ccc52df44c9"/>
    <p:sldLayoutId xmlns:r="http://schemas.openxmlformats.org/officeDocument/2006/relationships" id="2147483651" r:id="R57110c74e619452a"/>
    <p:sldLayoutId xmlns:r="http://schemas.openxmlformats.org/officeDocument/2006/relationships" id="2147483652" r:id="R5ba9c61ed0c44af9"/>
    <p:sldLayoutId xmlns:r="http://schemas.openxmlformats.org/officeDocument/2006/relationships" id="2147483653" r:id="R7eab99552adb49a9"/>
    <p:sldLayoutId xmlns:r="http://schemas.openxmlformats.org/officeDocument/2006/relationships" id="2147483654" r:id="R82f45bcb1e964032"/>
    <p:sldLayoutId xmlns:r="http://schemas.openxmlformats.org/officeDocument/2006/relationships" id="2147483655" r:id="R2b5fd3d43bed4e34"/>
    <p:sldLayoutId xmlns:r="http://schemas.openxmlformats.org/officeDocument/2006/relationships" id="2147483656" r:id="R2326b3df6ad542ed"/>
    <p:sldLayoutId xmlns:r="http://schemas.openxmlformats.org/officeDocument/2006/relationships" id="2147483657" r:id="R8a61a50cd6834053"/>
    <p:sldLayoutId xmlns:r="http://schemas.openxmlformats.org/officeDocument/2006/relationships" id="2147483658" r:id="Rf87076e0c1bc49e3"/>
    <p:sldLayoutId xmlns:r="http://schemas.openxmlformats.org/officeDocument/2006/relationships" id="2147483659" r:id="R3ac35f333892449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388c775dc343f1" /><Relationship Type="http://schemas.openxmlformats.org/officeDocument/2006/relationships/notesSlide" Target="/ppt/notesSlides/notesSlide1.xml" Id="R61be518f0df942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ec5a0754936452f" /><Relationship Type="http://schemas.openxmlformats.org/officeDocument/2006/relationships/notesSlide" Target="/ppt/notesSlides/notesSlide2.xml" Id="R181a9d9764b44f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40e4295c034c81" /><Relationship Type="http://schemas.openxmlformats.org/officeDocument/2006/relationships/notesSlide" Target="/ppt/notesSlides/notesSlide3.xml" Id="R752d0be777bf48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617d6076cb4fa9" /><Relationship Type="http://schemas.openxmlformats.org/officeDocument/2006/relationships/notesSlide" Target="/ppt/notesSlides/notesSlide4.xml" Id="Rb5dc70c6f5a046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fc8c0c8c9b4385" /><Relationship Type="http://schemas.openxmlformats.org/officeDocument/2006/relationships/notesSlide" Target="/ppt/notesSlides/notesSlide5.xml" Id="R0cad1c98143d42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9776a764024bb7" /><Relationship Type="http://schemas.openxmlformats.org/officeDocument/2006/relationships/notesSlide" Target="/ppt/notesSlides/notesSlide6.xml" Id="R0f8f159415284f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FE576E-C3AB-4F9F-9F7D-A15A071F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7B40587-A021-4350-9B02-B1F717AD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195A5B-A8F0-47C6-A0CD-43F7FE2E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7666EE5-CFD6-4F0D-8D48-AF06BE79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1467A48-1DC4-4283-A027-5A371B1E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8E5CB9-A8FF-4E93-80C1-2BFBE80E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4790AF3-AA58-4E56-9E89-C6674E34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87A5DC-2659-438B-8F89-9A51979C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8A46201-CB21-4A08-865B-F82001D7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99A9B80-1A8B-47B0-B3C0-12C9B359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A83575D-4A56-41AD-99E3-76A0A45F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6298757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90C38C3-FA07-42F7-9D4E-D60982E1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C0798F2-91E1-49F3-9C84-429EA033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C81997-92D5-4329-971C-A3009073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8F213E-EB72-40E7-A2D2-4A2BFFAD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128F22-30FB-4454-952D-04F63E6D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2FC345-AD2B-4FA3-A9E7-1B203962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37A32AC-C051-428F-8F3A-A8062FA5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AB0747-0841-4447-9B54-8E32D106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D6B3DE2-DF79-4D74-B83A-411F78D5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A71A9C-AD13-497C-838D-D3B4E9D2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CFD3F78-4301-46B8-8CAE-3C8556E7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2442085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A33C1C-464F-4E97-A37A-E176A502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95BABA-64CF-4144-A27F-2368A8FB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6CEB7B-AA8D-4B03-92AB-20CA854F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1A0BFC-C5FC-47AE-8AD7-1666C6BB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C321E9-4E9E-4ED0-9E4A-DD5A2BE2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F6F721-B4C2-4911-A030-9CAE4D49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33FDADE-B05C-4231-BD8D-EB1E870B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295722-62FC-4340-9C35-13416804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62B35E-4B48-4F4D-BC37-E0154D4D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1613AE7-77AC-42BF-BA42-6E6F080C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015B723-8B04-4D81-BD34-163545FB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090850-F04D-410B-B213-662654A6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63AD1DE-35A9-419A-BF66-1CBE56FB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78D670-C724-48D8-9BFF-4A9EFE4C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5D9379E-0241-4EED-9D84-B6DF8E76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FE479F-C965-4648-8FE5-8036EA55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C070523-8489-462A-95CF-0B57404F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1C4809B-ECF7-41F5-B6A9-B91A8C42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E6529BA-D82C-4962-B4E7-976D396D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2034344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B6FCE6-F7AF-4B5C-8194-46133586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52436C-FFC8-4449-A2C3-CCA7F666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DE08FE5-ECB9-4A7D-BD7A-2552869F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59434A-DB1F-4061-A0B1-72595340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D628D5-61D3-4C10-88F1-6F01B0DF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345A14-0A5D-42A0-9A78-C88C612E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4CDB13F-F70A-4D94-9234-DB4EAD9B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A5265E-8461-4C15-BCDF-2495515E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96A35BC-9064-478C-A562-5E719844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BFCA815-2F0E-452A-8774-A10F09B1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F6F087F-B4B2-491D-9B17-B5001B81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7D1912B-B848-4D36-9C4F-F198D3A6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B7DD891-AD1F-42A5-9AA2-00990B53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0989AAD-C703-4B91-A5FC-861AA298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B71F7B5-0D9A-45A3-8F8C-7160A0F1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A73519-F99F-44D0-B52A-605D5E3C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6411FA8-7BAA-4CED-80C1-F52A1E13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5E54F72-FD6C-4953-A126-E15EFA92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3E4F237-AF5F-4EA2-AC5E-2C1C8DB7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Pohja: 195/578 WB + 36 Ruotsin FHM; ei myyntiä. Puola 2020–23 virta; 2025 verosilta 4 382 500 laitetta / 62 500 sarjaa. Kanada 1,219160 mrd CAD (≈822,6 milj. EUR; ECB 2024); Health Canada -toimitukset 1,160754 mrd CAD (≈783,2 milj. EUR; ECB 2024); FTC 2,763 mrd USD (≈2,336 mrd EUR;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7001306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4437B0-829A-4CCA-8D5B-6C468C97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5EEEA4-89B5-4B64-B7AB-727B4C7B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246986-5996-4CAD-9F87-AE134AAF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62B16B-372A-450C-AC78-932D1152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26E3B1-EBAE-455A-95D1-80049AF6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2026.07.27-27 · 2026-07-27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466DC3-A413-464F-94CB-07D3D221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3F8FA5-4780-4DA0-A173-46A09F1A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5960719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1BF804-E7BF-48DA-B830-2BBAE50C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0F7088-DC66-4C77-9FF1-2D8FB1F9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B01CD9-F1F1-4002-805B-79D82C5A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D2D01F6-A471-4B78-8449-24CCCED0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2026.07.27-27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133864436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2026-07-27T13:14:59.1260000Z</dcterms:created>
  <dcterms:modified xsi:type="dcterms:W3CDTF">2026-07-27T13:14:59.1260000Z</dcterms:modified>
</coreProperties>
</file>