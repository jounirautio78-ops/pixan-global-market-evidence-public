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b52a5e933b4393" /><Relationship Type="http://schemas.openxmlformats.org/officeDocument/2006/relationships/extended-properties" Target="/docProps/app.xml" Id="Rbfad5bb9e0ab4bb8" /><Relationship Type="http://schemas.openxmlformats.org/officeDocument/2006/relationships/officeDocument" Target="/ppt/presentation.xml" Id="R5e2bb7aefec542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9e6dc5376e439c"/>
  </p:sldMasterIdLst>
  <p:notesMasterIdLst>
    <p:notesMasterId xmlns:r="http://schemas.openxmlformats.org/officeDocument/2006/relationships" r:id="Rea26c0fede624745"/>
  </p:notesMasterIdLst>
  <p:sldIdLst>
    <p:sldId xmlns:r="http://schemas.openxmlformats.org/officeDocument/2006/relationships" id="256" r:id="R055c60006fcd486e"/>
    <p:sldId xmlns:r="http://schemas.openxmlformats.org/officeDocument/2006/relationships" id="257" r:id="R6d61932bace5404d"/>
    <p:sldId xmlns:r="http://schemas.openxmlformats.org/officeDocument/2006/relationships" id="258" r:id="Re367eed5cff3455c"/>
    <p:sldId xmlns:r="http://schemas.openxmlformats.org/officeDocument/2006/relationships" id="259" r:id="Rd668c7f69b33482e"/>
    <p:sldId xmlns:r="http://schemas.openxmlformats.org/officeDocument/2006/relationships" id="260" r:id="R2266cfde119a4eb3"/>
    <p:sldId xmlns:r="http://schemas.openxmlformats.org/officeDocument/2006/relationships" id="261" r:id="Re9d3951429854e8f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55d4a70af242d6" /><Relationship Type="http://schemas.openxmlformats.org/officeDocument/2006/relationships/slideMaster" Target="/ppt/slideMasters/slideMaster1.xml" Id="R319e6dc5376e439c" /><Relationship Type="http://schemas.openxmlformats.org/officeDocument/2006/relationships/notesMaster" Target="/ppt/notesMasters/notesMaster1.xml" Id="Rea26c0fede624745" /><Relationship Type="http://schemas.openxmlformats.org/officeDocument/2006/relationships/presProps" Target="/ppt/presProps.xml" Id="R0f6e8ded96f74f26" /><Relationship Type="http://schemas.openxmlformats.org/officeDocument/2006/relationships/viewProps" Target="/ppt/viewProps.xml" Id="Rf8eaf6ab7ebb4b7c" /><Relationship Type="http://schemas.openxmlformats.org/officeDocument/2006/relationships/tableStyles" Target="/ppt/tableStyles.xml" Id="Ra6490834e9874189" /><Relationship Type="http://schemas.openxmlformats.org/officeDocument/2006/relationships/slide" Target="/ppt/slides/slide1.xml" Id="R055c60006fcd486e" /><Relationship Type="http://schemas.openxmlformats.org/officeDocument/2006/relationships/slide" Target="/ppt/slides/slide2.xml" Id="R6d61932bace5404d" /><Relationship Type="http://schemas.openxmlformats.org/officeDocument/2006/relationships/slide" Target="/ppt/slides/slide3.xml" Id="Re367eed5cff3455c" /><Relationship Type="http://schemas.openxmlformats.org/officeDocument/2006/relationships/slide" Target="/ppt/slides/slide4.xml" Id="Rd668c7f69b33482e" /><Relationship Type="http://schemas.openxmlformats.org/officeDocument/2006/relationships/slide" Target="/ppt/slides/slide5.xml" Id="R2266cfde119a4eb3" /><Relationship Type="http://schemas.openxmlformats.org/officeDocument/2006/relationships/slide" Target="/ppt/slides/slide6.xml" Id="Re9d3951429854e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da6c06048540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c3bbca6326456d" /><Relationship Type="http://schemas.openxmlformats.org/officeDocument/2006/relationships/notesMaster" Target="/ppt/notesMasters/notesMaster1.xml" Id="Rf3504c587a074a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b83652ffb74033" /><Relationship Type="http://schemas.openxmlformats.org/officeDocument/2006/relationships/notesMaster" Target="/ppt/notesMasters/notesMaster1.xml" Id="R3187f6c9de3247a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43ededc7ba4cfc" /><Relationship Type="http://schemas.openxmlformats.org/officeDocument/2006/relationships/notesMaster" Target="/ppt/notesMasters/notesMaster1.xml" Id="Rac35e33e730948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c44ecb614c34304" /><Relationship Type="http://schemas.openxmlformats.org/officeDocument/2006/relationships/notesMaster" Target="/ppt/notesMasters/notesMaster1.xml" Id="Ra34facab3c314c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1f57ca856443c2" /><Relationship Type="http://schemas.openxmlformats.org/officeDocument/2006/relationships/notesMaster" Target="/ppt/notesMasters/notesMaster1.xml" Id="Rc7e41e8e465642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5175835505f4a8f" /><Relationship Type="http://schemas.openxmlformats.org/officeDocument/2006/relationships/notesMaster" Target="/ppt/notesMasters/notesMaster1.xml" Id="R5aa1be544d4840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30400393d54c6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24f7f921db4d7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ad3cee0c15445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6d5a6ca39b4f2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797b228eec49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553b59e6cf423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09bfc740d54ff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ee43bac4be4ab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32f76cb1f644d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02c86596d14fe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10b8cb819b43a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D5AB22A-6787-4C19-AB5F-73DB3681097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DFEB15A-545E-4B86-A0D5-9CB056811B8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EF8F55-3F59-4DC1-81C8-24C80BF2C2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89F3643-98E1-44E9-B356-E9425FE573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0FB390-CC72-416D-9842-568D91086A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DABF76A-3630-4A6D-AFAF-F49F36047C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DEA7DF-4FA6-4E05-94E8-1370269E187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7D77BBE-5D4D-42BD-86A9-07A405CFAB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155073-7DC1-4AF1-A627-4189E42BC0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6BB3106-4DC7-49B4-92C9-3535F0F60D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5A7F1F-5E4E-4A4C-8937-5E19E9B551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EBD181F-C17B-40B7-BEBC-6025C82707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6931F65-5818-483F-BC9C-F907B0BA33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70B80B7-E0F1-4599-AEFE-28562347AF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3EA6EE-79BA-48BE-B798-BD2C9ECB55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04ED4D-9E27-45B4-A977-7D85C4CE4E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C498D6B-B4EE-49E0-859C-7A30E54F479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903699F-F825-40DB-A11E-04E45A0EF69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CA0C253-DC17-49AA-9A47-B75300570F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CCE715D-8518-4947-90D3-588F620ED3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0B50668-A2D9-4B7E-B952-9ACDFBE9ABF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8B3DCA-EEBF-458E-9FC8-F229451EC6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8B838B2-64D4-4493-8DAD-EC5109D0A2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017A7F4-7FBC-4706-97CF-4BB804BA148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F0E051-D719-4278-AD26-5B0F101CC30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20EB95F-1E0B-4ECF-9093-CCC47800796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DE0114B-1C76-4799-8748-7CC23DE0403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430CEFC-1B0C-43C5-8A4B-1965D674A1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0AB261C-0C70-49B8-8FC1-355A6657FC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16D25B-9BC4-4889-A612-D0C822CC79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B8D2F13-F2DF-43F4-A6C5-471F4AA01D3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775A571-53AA-49EF-8702-12D282947B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ABA40EF-9E5C-4AC2-81C1-FA7A67C209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094A690-02B4-4A83-B0A5-A906969D9C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7B9C898-77C9-4BCF-A4FB-9BAF1B3819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7837C9E-F5C5-4D48-B2B0-904F7EA96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71168D-5188-4B8F-8324-B6F8F4B16C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EBE475-AC83-4CB4-B027-E69CA349DF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E4B0F6C-375A-4B49-A823-A86BBB6B3E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7CC408F-DCA5-401F-920C-25E49EB286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06FE1A3-9184-45F6-B2C6-38E61AC675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1F1D1C-0A3C-48CF-8B03-3505FF10FC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2EAB8A-1BFF-4337-B288-4DC8F398F3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B00B9E8-677B-4AC1-929E-98C3043A920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2B2086B-4208-49C2-AE39-AE41D08330F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2333FE9-265A-483C-AD56-64FE5BFA8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8B5970F-5116-41A1-8C47-22F8BAE5087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A5BE2F2-ABF8-4882-9584-0539C34F7B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B8E8A6-DC62-47BA-9BE6-A8CA2D486E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AE251A-31B5-417B-BF56-BB3A419380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DCBC0C-3AF8-4EB5-9AE8-63130479F3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6AD5107-9C7F-4B6C-AF55-73A721CFB1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9857F6-8AF9-46DC-B24D-12B001D14C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B56921F-365D-476C-8FC2-6A13F33DF7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152308-B200-4419-8DD5-E89E6FC6D4E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CEE790-BC85-48E6-8856-00B94ECF88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119129-F541-4CAA-9CED-680AA8F6D1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5A78776-0FE4-4600-A0F2-E290457820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81f3ac312f84274" /><Relationship Type="http://schemas.openxmlformats.org/officeDocument/2006/relationships/slideLayout" Target="/ppt/slideLayouts/slideLayout1.xml" Id="R44b710c4991644d8" /><Relationship Type="http://schemas.openxmlformats.org/officeDocument/2006/relationships/slideLayout" Target="/ppt/slideLayouts/slideLayout2.xml" Id="R64377f5cb9cc427d" /><Relationship Type="http://schemas.openxmlformats.org/officeDocument/2006/relationships/slideLayout" Target="/ppt/slideLayouts/slideLayout3.xml" Id="Rbfeaae1145544e77" /><Relationship Type="http://schemas.openxmlformats.org/officeDocument/2006/relationships/slideLayout" Target="/ppt/slideLayouts/slideLayout4.xml" Id="Rb4f618e15a5142e5" /><Relationship Type="http://schemas.openxmlformats.org/officeDocument/2006/relationships/slideLayout" Target="/ppt/slideLayouts/slideLayout5.xml" Id="R3868c44e4e974234" /><Relationship Type="http://schemas.openxmlformats.org/officeDocument/2006/relationships/slideLayout" Target="/ppt/slideLayouts/slideLayout6.xml" Id="Rd771a99da3ca466f" /><Relationship Type="http://schemas.openxmlformats.org/officeDocument/2006/relationships/slideLayout" Target="/ppt/slideLayouts/slideLayout7.xml" Id="Raf388aca9221411f" /><Relationship Type="http://schemas.openxmlformats.org/officeDocument/2006/relationships/slideLayout" Target="/ppt/slideLayouts/slideLayout8.xml" Id="Rdd4ba8d454b447dc" /><Relationship Type="http://schemas.openxmlformats.org/officeDocument/2006/relationships/slideLayout" Target="/ppt/slideLayouts/slideLayout9.xml" Id="R99abad4dd0db4967" /><Relationship Type="http://schemas.openxmlformats.org/officeDocument/2006/relationships/slideLayout" Target="/ppt/slideLayouts/slideLayout10.xml" Id="R70ece92ad32d432c" /><Relationship Type="http://schemas.openxmlformats.org/officeDocument/2006/relationships/slideLayout" Target="/ppt/slideLayouts/slideLayout11.xml" Id="R0f4e0f84780048e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4CFA039-3821-4F1F-9937-7922A0F1F8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03793AB-D811-4DD1-9C81-115ACDA144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1F3F6C4-FD95-4AA6-B247-99FB3AF174A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58F7B-0C63-4C42-8509-A89A3914D6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615E8BC-8578-4EE0-B324-2A7DCD71858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b710c4991644d8"/>
    <p:sldLayoutId xmlns:r="http://schemas.openxmlformats.org/officeDocument/2006/relationships" id="2147483650" r:id="R64377f5cb9cc427d"/>
    <p:sldLayoutId xmlns:r="http://schemas.openxmlformats.org/officeDocument/2006/relationships" id="2147483651" r:id="Rbfeaae1145544e77"/>
    <p:sldLayoutId xmlns:r="http://schemas.openxmlformats.org/officeDocument/2006/relationships" id="2147483652" r:id="Rb4f618e15a5142e5"/>
    <p:sldLayoutId xmlns:r="http://schemas.openxmlformats.org/officeDocument/2006/relationships" id="2147483653" r:id="R3868c44e4e974234"/>
    <p:sldLayoutId xmlns:r="http://schemas.openxmlformats.org/officeDocument/2006/relationships" id="2147483654" r:id="Rd771a99da3ca466f"/>
    <p:sldLayoutId xmlns:r="http://schemas.openxmlformats.org/officeDocument/2006/relationships" id="2147483655" r:id="Raf388aca9221411f"/>
    <p:sldLayoutId xmlns:r="http://schemas.openxmlformats.org/officeDocument/2006/relationships" id="2147483656" r:id="Rdd4ba8d454b447dc"/>
    <p:sldLayoutId xmlns:r="http://schemas.openxmlformats.org/officeDocument/2006/relationships" id="2147483657" r:id="R99abad4dd0db4967"/>
    <p:sldLayoutId xmlns:r="http://schemas.openxmlformats.org/officeDocument/2006/relationships" id="2147483658" r:id="R70ece92ad32d432c"/>
    <p:sldLayoutId xmlns:r="http://schemas.openxmlformats.org/officeDocument/2006/relationships" id="2147483659" r:id="R0f4e0f84780048e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9a156ab99eb44d8" /><Relationship Type="http://schemas.openxmlformats.org/officeDocument/2006/relationships/notesSlide" Target="/ppt/notesSlides/notesSlide1.xml" Id="R5c9ec96a181143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382e930e314d78" /><Relationship Type="http://schemas.openxmlformats.org/officeDocument/2006/relationships/notesSlide" Target="/ppt/notesSlides/notesSlide2.xml" Id="Rc43ab7b03d9a41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c8efff47c34d16" /><Relationship Type="http://schemas.openxmlformats.org/officeDocument/2006/relationships/notesSlide" Target="/ppt/notesSlides/notesSlide3.xml" Id="R7716ccfb71ca44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589a1749b6141ee" /><Relationship Type="http://schemas.openxmlformats.org/officeDocument/2006/relationships/notesSlide" Target="/ppt/notesSlides/notesSlide4.xml" Id="R61d3c3aaa0aa43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0d38357ef545ac" /><Relationship Type="http://schemas.openxmlformats.org/officeDocument/2006/relationships/notesSlide" Target="/ppt/notesSlides/notesSlide5.xml" Id="R758bb829caf64d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f44368e5dd418a" /><Relationship Type="http://schemas.openxmlformats.org/officeDocument/2006/relationships/notesSlide" Target="/ppt/notesSlides/notesSlide6.xml" Id="Rddd67aad3d3248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BE58277-8385-4459-8838-524F152A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CEA41A-5952-452E-8EAD-E216D92D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AD9D67F-D308-440E-9ACE-046EA4BD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E0DAD0-47E8-45A5-B6CA-D6F885D7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8E81F04-1C12-452D-A59D-7AB4C219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E374586-8403-4F49-9C4A-1614FCC1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78182E8-EECE-474C-9F1A-4900BBD8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15D220-54D2-4C0B-9DAC-864C9E2B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2026-07-27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2E04342-2011-490D-81D1-0F1B1724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52980D2-4E63-47FA-95A3-F0E280A4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5AD4FDB-4E2D-49F6-BCCA-20399162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89064151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F083A0-3A91-41AD-8635-39536C17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FC9BFA3-E3D0-4444-9865-0544390D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F39260D-F248-4EE1-B6D0-66A3772F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49C3FBA-4919-44D6-9275-CD622B59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820DB74-361A-426E-A8A3-84983F955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8C68511-A4B0-4B60-ACF6-96C4FF05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B43E7EE-2183-49BB-A22D-AED1C64D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10011EF-C06C-465E-AA1F-EA9FCE67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5D1B7BA-B10A-4DB0-A6AE-C9ADF3D2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CF63742-4DF0-4A3E-B3BF-3A3E9BCE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8B32C25-9A63-42B8-BB95-2D061579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4868893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741F1F-ECB7-426C-AEB5-BC7A10E3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4DB1A09-771E-4E9D-BA01-A3F36CDD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F55C901-E38B-4E6E-9D97-1AE472AD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F1F7949-1D9E-402E-A899-1115CA6A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234E384-C15D-4CB2-A6FC-AEC4490C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DB766E9-F282-4624-A6F2-D53896F8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D7DFAAA-936E-49C2-BCC1-2C673532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C6DA5A1-8254-491A-A324-73AD5A7A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351C972-090E-4A26-8750-86486C0B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7D2B538-8BB9-4C8D-85C1-46C01684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3267A26-9879-4604-8B69-099F4ABE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45A99D7-7126-4A91-990F-33EE27B6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79039D8-F7B8-41E5-9CF7-6C10DE46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846BC41-CE76-4D93-B13F-E56375D8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BE8605A-E245-4EE8-B692-678C1E60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B4E7D46-D008-49E1-957D-9A48DDC2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13F8653-FDFD-4AD6-B8A1-3A11B28D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DC58597-3F66-47D4-B387-8F05D097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F9AB5B8-69AF-403A-B008-EAC09695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5955917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3687421-5A62-4D84-908C-DBD8230E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C270AFF-E63B-4411-B58C-294C40E3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59A1EA-C1BF-47C0-985D-19F190DF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41464BD-9010-4143-B2B0-AD076412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3B84842-8028-4C84-88BF-AF389D91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World Bank; Statistics Canada; Health Canada; NZ Ministry of Health;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E3637E2-6751-494E-89A2-E3726508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6914BA6-52EC-4D6A-A5F9-6077FA066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10F433A-976C-4079-BD6B-E2A6DBDC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FAB7EF-73EF-4630-BA84-AF73CA13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WB-havaintoa · 39 markkinamittaria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7CAF114-2ED0-4E8B-ACB2-DE359D5F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0705598-6633-4DBA-AED8-52CF49EB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DF13D56-3666-46F8-9888-D21EA478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C6405BE-2EA2-4CB2-8392-D152F8B9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735F22D-A289-4386-B954-94A3A2B1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78039C9-7311-4990-BDA7-77878E51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F12F299-9A82-44E4-9797-ABC2D09B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Uusi-Seelanti läpäisee 7/10: D5 hylätty, D8 ja D10 avoinna. Ei hyväksytty; donor-portti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9A56270-3AD7-4ADD-97CD-782E7654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F9CE851-5F0C-402C-9E4A-A5A78A45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BCE7651-DE15-441C-B213-6A280E0D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Pohja: 195/578 WB + 36 Ruotsin FHM; ei myyntiä. Puola 2020–23 virta; 2025 verosilta 4 382 500 laitetta / 62 500 sarjaa. Kanada 1,219160 mrd CAD (≈822,6 milj. EUR; ECB 2024); Health Canada -toimitukset 1,160754 mrd CAD (≈783,2 milj. EUR; ECB 2024); FTC 2,763 mrd USD (≈2,336 mrd EUR; ECB 2021). Euromonitor 0/6; donor 0/3.</a:t>
            </a:r>
          </a:p>
        </p:txBody>
      </p:sp>
    </p:spTree>
    <p:extLst>
      <p:ext uri="{BB962C8B-B14F-4D97-AF65-F5344CB8AC3E}">
        <p14:creationId xmlns:p14="http://schemas.microsoft.com/office/powerpoint/2010/main" val="110106568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68447DF-9D4F-4666-878E-DBBFA43A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730509-0677-4BEF-B9B5-FD0A2DD5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528F6CE-556C-4DE0-8ED5-10D22507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5AB662A-D990-4AB7-AB04-A9494B5F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407010B-3014-49FD-834A-E2B00EBD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2026.07.27-29 · 2026-07-27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62A8B40-6918-4BCD-A2D5-4B0094FA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700FD3-DA4E-40B8-8F46-BF1C9CFF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4568524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E6B5E52-55CB-4576-8898-9B6620F3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F688F2-203A-415A-9EC9-C79CA09C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AD4471A-7425-41A6-8A6B-D9544281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5A4AB3E-AC41-4B09-97CC-FFC67470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2026.07.27-29 · 2026-07-27 · 6 / 6</a:t>
            </a:r>
          </a:p>
        </p:txBody>
      </p:sp>
    </p:spTree>
    <p:extLst>
      <p:ext uri="{BB962C8B-B14F-4D97-AF65-F5344CB8AC3E}">
        <p14:creationId xmlns:p14="http://schemas.microsoft.com/office/powerpoint/2010/main" val="199080738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2026-07-27T14:18:25.9490000Z</dcterms:created>
  <dcterms:modified xsi:type="dcterms:W3CDTF">2026-07-27T14:18:25.9490000Z</dcterms:modified>
</coreProperties>
</file>