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86bda2f64546a6" /><Relationship Type="http://schemas.openxmlformats.org/officeDocument/2006/relationships/extended-properties" Target="/docProps/app.xml" Id="R1413c7dc11e2459e" /><Relationship Type="http://schemas.openxmlformats.org/officeDocument/2006/relationships/officeDocument" Target="/ppt/presentation.xml" Id="R62809583a15a42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7ca2346b7e4193"/>
  </p:sldMasterIdLst>
  <p:notesMasterIdLst>
    <p:notesMasterId xmlns:r="http://schemas.openxmlformats.org/officeDocument/2006/relationships" r:id="Rff2c33de753047cc"/>
  </p:notesMasterIdLst>
  <p:sldIdLst>
    <p:sldId xmlns:r="http://schemas.openxmlformats.org/officeDocument/2006/relationships" id="256" r:id="R43cafbcd43e14f27"/>
    <p:sldId xmlns:r="http://schemas.openxmlformats.org/officeDocument/2006/relationships" id="257" r:id="R582c99c3fc844702"/>
    <p:sldId xmlns:r="http://schemas.openxmlformats.org/officeDocument/2006/relationships" id="258" r:id="R5bd94b2402864ec8"/>
    <p:sldId xmlns:r="http://schemas.openxmlformats.org/officeDocument/2006/relationships" id="259" r:id="Rca47356bfdfa4144"/>
    <p:sldId xmlns:r="http://schemas.openxmlformats.org/officeDocument/2006/relationships" id="260" r:id="Rf96cf7b5c7344599"/>
    <p:sldId xmlns:r="http://schemas.openxmlformats.org/officeDocument/2006/relationships" id="261" r:id="Rc2bb07b6ef154b47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93a8536e2344a0" /><Relationship Type="http://schemas.openxmlformats.org/officeDocument/2006/relationships/slideMaster" Target="/ppt/slideMasters/slideMaster1.xml" Id="Re07ca2346b7e4193" /><Relationship Type="http://schemas.openxmlformats.org/officeDocument/2006/relationships/notesMaster" Target="/ppt/notesMasters/notesMaster1.xml" Id="Rff2c33de753047cc" /><Relationship Type="http://schemas.openxmlformats.org/officeDocument/2006/relationships/presProps" Target="/ppt/presProps.xml" Id="R3f0d425981c145ec" /><Relationship Type="http://schemas.openxmlformats.org/officeDocument/2006/relationships/viewProps" Target="/ppt/viewProps.xml" Id="Ra942f8f697bf44d8" /><Relationship Type="http://schemas.openxmlformats.org/officeDocument/2006/relationships/tableStyles" Target="/ppt/tableStyles.xml" Id="R8e70e34ae4d24eda" /><Relationship Type="http://schemas.openxmlformats.org/officeDocument/2006/relationships/slide" Target="/ppt/slides/slide1.xml" Id="R43cafbcd43e14f27" /><Relationship Type="http://schemas.openxmlformats.org/officeDocument/2006/relationships/slide" Target="/ppt/slides/slide2.xml" Id="R582c99c3fc844702" /><Relationship Type="http://schemas.openxmlformats.org/officeDocument/2006/relationships/slide" Target="/ppt/slides/slide3.xml" Id="R5bd94b2402864ec8" /><Relationship Type="http://schemas.openxmlformats.org/officeDocument/2006/relationships/slide" Target="/ppt/slides/slide4.xml" Id="Rca47356bfdfa4144" /><Relationship Type="http://schemas.openxmlformats.org/officeDocument/2006/relationships/slide" Target="/ppt/slides/slide5.xml" Id="Rf96cf7b5c7344599" /><Relationship Type="http://schemas.openxmlformats.org/officeDocument/2006/relationships/slide" Target="/ppt/slides/slide6.xml" Id="Rc2bb07b6ef154b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372793535274e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24f7de65bc4c4a" /><Relationship Type="http://schemas.openxmlformats.org/officeDocument/2006/relationships/notesMaster" Target="/ppt/notesMasters/notesMaster1.xml" Id="R45ca803aceea47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ef1345adc44666" /><Relationship Type="http://schemas.openxmlformats.org/officeDocument/2006/relationships/notesMaster" Target="/ppt/notesMasters/notesMaster1.xml" Id="Re8f9cb5ef3ad46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152d74b9e34832" /><Relationship Type="http://schemas.openxmlformats.org/officeDocument/2006/relationships/notesMaster" Target="/ppt/notesMasters/notesMaster1.xml" Id="R0842ca6188914c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c5122476e34aad" /><Relationship Type="http://schemas.openxmlformats.org/officeDocument/2006/relationships/notesMaster" Target="/ppt/notesMasters/notesMaster1.xml" Id="Rebe419fd2e4749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261b14d71a4d94" /><Relationship Type="http://schemas.openxmlformats.org/officeDocument/2006/relationships/notesMaster" Target="/ppt/notesMasters/notesMaster1.xml" Id="Re2572a8f565343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1d2408ca994db9" /><Relationship Type="http://schemas.openxmlformats.org/officeDocument/2006/relationships/notesMaster" Target="/ppt/notesMasters/notesMaster1.xml" Id="Rbf99e6cbd84c4c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9e410cde874b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5d694e820b463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160d133e5746c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6d8c0735c1467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db3cf68af641a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9b8c86cfbd43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fd3e70e548414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6c474ad7ad466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2588edf4ac4f4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22cc3a11e5411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763b342d6742e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4159D5-8B9D-415C-B03D-8DB76FFA384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4A834B5-FA72-43B5-988F-C6B04D36C6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95390A-E452-4477-9733-8A9F987A0D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42DC13-D752-41F3-88DC-59BA27A553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7570975-FCF4-4094-BE38-450ECD8487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2252092-D6EB-4DCA-8927-4DE2DB7F26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F371549-E797-4555-B65A-9C6070A3ED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241D85-5590-4BD9-86FD-4E82B38A61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9CE1446-8A56-4774-A635-C22A6BF559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A00A28B-4FAE-4138-BA6F-45091A6919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DA78F3-2554-43DC-AEEF-EED83A954D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91AB52-8B9D-45CC-B7EB-36D2A43F90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1B14646-CF69-466C-9317-73E45F667D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549412F-8150-4924-9B77-E6B3135402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0A04E8-3DB5-4D15-816D-FE8ABA7339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D611C7-7E99-4016-B5B1-9FC52CA67B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C4F3664-8A37-48AA-BE39-2E5B6CECDF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A82B00-60D4-40FC-A7A4-CDD9EED56A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64573C5-A108-4288-A840-363B3E12F5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A2D001C-FEA7-47DE-BABF-1EE5CC8345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20E0D25-17EF-4F49-A6D6-6488DD7272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B1C8B23-237F-4EED-AE08-0E6D8DFABF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C89973-A5D3-44BA-AF4D-4B28617CEA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5741970-9218-4C77-A58B-C8AB13B4D9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1CE756B-1D42-4E98-897F-D3D89E85DD3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36D8FFB-3868-4F9D-8D99-4949D22D9C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DFDB0450-48D1-4C7B-960D-B612760BD47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24CD5F0-81B7-4193-949B-6F2ACD2E24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3B0162C-AA7F-4438-83B2-4AE20E6BE3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E6905B-C646-4AC5-9D3E-F28BEAEDBD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3630277-7FF9-400D-A97B-F221DF6EED7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F4DCCEA-FE63-463F-BD06-A6D5D8D257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F9FB0CF-9D76-47DA-9448-56E48D58C9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A03C3E1-3C99-4D76-872B-00D7B53461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5947DC1-C8E4-4B7B-A6BC-0B0B9880D92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4E883C5-9FB3-4707-91BB-20B8C97E9A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0AB524-982A-4DAB-A13E-D7C567D83D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8F1B93F-2027-4826-9A1F-4EA92351090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5B8E70E-13CD-4829-B686-82426468C5F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F2E08B8-D984-4BC1-A864-6A954F4A19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8577CB7-06A1-4E63-86F1-CA9DC78B0A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737D30-1592-4446-955E-4EF9E95981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C1C342-6C64-4D8B-BADC-4CB92AE963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442D87F-AD82-4BF0-B8E3-7699574F17D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A5B41A2-56E8-4FC2-B00B-ADC10429D6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C7BF2B0-3209-450F-BEC4-033DAF779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C5089-1BA1-450B-88D2-912F1C957A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87C7389-A8E2-4AA6-A011-367D574B9F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1F27DC8-0093-400F-81D9-5BB33A3EA9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770E7D-4CF0-4CEA-8346-E417E91247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9938BB6-13FE-4FE4-97CD-9A8451BED6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5E6ADE9-26E4-4863-BED9-0248CE39ED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1B3DDF-CE99-4BDD-A2E1-E185F119E2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A271B38-2892-497E-9FD6-246D14D515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3859F5F-1E3C-4DDF-9957-7602E8D986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6641683-A1FE-494E-909C-1DF62289C3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97C7B92-00BE-41AD-9FE7-23A28CE1D8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C6A08DC-9E5C-422A-85BB-77EF513E5B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ce4d9ffc764644" /><Relationship Type="http://schemas.openxmlformats.org/officeDocument/2006/relationships/slideLayout" Target="/ppt/slideLayouts/slideLayout1.xml" Id="Raf733428e2884851" /><Relationship Type="http://schemas.openxmlformats.org/officeDocument/2006/relationships/slideLayout" Target="/ppt/slideLayouts/slideLayout2.xml" Id="Rf3d0160f450f4bf5" /><Relationship Type="http://schemas.openxmlformats.org/officeDocument/2006/relationships/slideLayout" Target="/ppt/slideLayouts/slideLayout3.xml" Id="Rfa9e1def3bb44b12" /><Relationship Type="http://schemas.openxmlformats.org/officeDocument/2006/relationships/slideLayout" Target="/ppt/slideLayouts/slideLayout4.xml" Id="Rafec17275a4c4caf" /><Relationship Type="http://schemas.openxmlformats.org/officeDocument/2006/relationships/slideLayout" Target="/ppt/slideLayouts/slideLayout5.xml" Id="R027a04e1533b4010" /><Relationship Type="http://schemas.openxmlformats.org/officeDocument/2006/relationships/slideLayout" Target="/ppt/slideLayouts/slideLayout6.xml" Id="R61c7a525b50e4d54" /><Relationship Type="http://schemas.openxmlformats.org/officeDocument/2006/relationships/slideLayout" Target="/ppt/slideLayouts/slideLayout7.xml" Id="R60ab96d9c03248fc" /><Relationship Type="http://schemas.openxmlformats.org/officeDocument/2006/relationships/slideLayout" Target="/ppt/slideLayouts/slideLayout8.xml" Id="R89425c40179f490c" /><Relationship Type="http://schemas.openxmlformats.org/officeDocument/2006/relationships/slideLayout" Target="/ppt/slideLayouts/slideLayout9.xml" Id="Rffb94d307b07472d" /><Relationship Type="http://schemas.openxmlformats.org/officeDocument/2006/relationships/slideLayout" Target="/ppt/slideLayouts/slideLayout10.xml" Id="Ra58cf1ab9bf44aff" /><Relationship Type="http://schemas.openxmlformats.org/officeDocument/2006/relationships/slideLayout" Target="/ppt/slideLayouts/slideLayout11.xml" Id="Rc69d41c2bcd0450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3B74534-915D-4184-AF42-A09497DD3E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310ACB7-A4F0-4479-8BF7-EA04A8A874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2A1DAEE-FC4E-4251-A879-CAB5412EA32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99B8E79-B395-49A4-9689-8052E63E9B8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08D121-A2FF-4D1B-AA7C-530A6383D78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733428e2884851"/>
    <p:sldLayoutId xmlns:r="http://schemas.openxmlformats.org/officeDocument/2006/relationships" id="2147483650" r:id="Rf3d0160f450f4bf5"/>
    <p:sldLayoutId xmlns:r="http://schemas.openxmlformats.org/officeDocument/2006/relationships" id="2147483651" r:id="Rfa9e1def3bb44b12"/>
    <p:sldLayoutId xmlns:r="http://schemas.openxmlformats.org/officeDocument/2006/relationships" id="2147483652" r:id="Rafec17275a4c4caf"/>
    <p:sldLayoutId xmlns:r="http://schemas.openxmlformats.org/officeDocument/2006/relationships" id="2147483653" r:id="R027a04e1533b4010"/>
    <p:sldLayoutId xmlns:r="http://schemas.openxmlformats.org/officeDocument/2006/relationships" id="2147483654" r:id="R61c7a525b50e4d54"/>
    <p:sldLayoutId xmlns:r="http://schemas.openxmlformats.org/officeDocument/2006/relationships" id="2147483655" r:id="R60ab96d9c03248fc"/>
    <p:sldLayoutId xmlns:r="http://schemas.openxmlformats.org/officeDocument/2006/relationships" id="2147483656" r:id="R89425c40179f490c"/>
    <p:sldLayoutId xmlns:r="http://schemas.openxmlformats.org/officeDocument/2006/relationships" id="2147483657" r:id="Rffb94d307b07472d"/>
    <p:sldLayoutId xmlns:r="http://schemas.openxmlformats.org/officeDocument/2006/relationships" id="2147483658" r:id="Ra58cf1ab9bf44aff"/>
    <p:sldLayoutId xmlns:r="http://schemas.openxmlformats.org/officeDocument/2006/relationships" id="2147483659" r:id="Rc69d41c2bcd0450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6fe4f45adb4db9" /><Relationship Type="http://schemas.openxmlformats.org/officeDocument/2006/relationships/notesSlide" Target="/ppt/notesSlides/notesSlide1.xml" Id="R7339f04ca53e49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14f133aab1c4a50" /><Relationship Type="http://schemas.openxmlformats.org/officeDocument/2006/relationships/notesSlide" Target="/ppt/notesSlides/notesSlide2.xml" Id="Rf8a1cd6b5fff42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aba762d38b423b" /><Relationship Type="http://schemas.openxmlformats.org/officeDocument/2006/relationships/notesSlide" Target="/ppt/notesSlides/notesSlide3.xml" Id="Rb765f6a9bca94e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e3cfaa49f84f87" /><Relationship Type="http://schemas.openxmlformats.org/officeDocument/2006/relationships/notesSlide" Target="/ppt/notesSlides/notesSlide4.xml" Id="Rdc912f965d2041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a847ff936f483c" /><Relationship Type="http://schemas.openxmlformats.org/officeDocument/2006/relationships/notesSlide" Target="/ppt/notesSlides/notesSlide5.xml" Id="R87c6a290d0e344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87ed3b08664b38" /><Relationship Type="http://schemas.openxmlformats.org/officeDocument/2006/relationships/notesSlide" Target="/ppt/notesSlides/notesSlide6.xml" Id="R7dea4e3d388c48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02A9AF2-9575-4BBD-981D-C7C1D6F5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A9A8F7F-B162-4836-8AA8-FACDF2FC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0D7BF2-0F71-4FD4-94E3-803C4FA8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7D7C6-35D6-433C-A3C2-8D460841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D478873-1C72-4AA3-88F7-49662E87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8F3E0A-7D74-46B6-A025-8EA38B3A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DD47B74-74AF-4D6F-8F4B-0D0BF0BB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3152279-9A2C-4166-80E0-9170258E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0C00D40-767A-405A-AED5-1FC543AD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B19598B-DB8E-4172-8249-38E5BF22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54D9CAF-0DD4-4094-91E8-88997260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34514990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7E52FC-72EC-474F-A092-E5E13CCC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69E5561-1493-4EA4-90A4-5B476017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 — ei markkinahypeen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322022F-0C14-4221-B39D-57673CC0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0A4C1-EAF9-49A3-AD3D-C81A1C52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DE51EA3-6CA5-4A58-BF13-84FDAA6F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4D4290E-5D5C-4491-A493-5E319BA5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D6E9808-97A5-4CF5-9A93-63D258F0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B028846-51B3-492E-8094-9E4A4816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FB1CCDD-3FD6-42EF-99CC-73B9DE62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2E7429D-6EA8-4E89-AC5E-AA57945B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C1C96DD-947F-4A21-8B6C-0AAC5DC2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207613445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A69EDD-3847-4A61-A421-D302E961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0B567B0-698C-4773-BD34-5C12D22C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945705-B7E1-409C-BE2E-C60D35E3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E6FDCE-3882-46DF-85C5-F6E17FFE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60A58FD-21BA-48C0-9BD6-9BC25580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A095F32-5963-4DE3-AF38-A4EBD310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369EE14-365E-41B3-86E8-44816A61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192A503-64B3-4794-A89A-2E59D743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950117D-1DD5-4403-988F-311C25CA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E01709C-2624-4810-902C-EB293756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6CB73A0-2C31-4C54-9691-6A40E4DB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C0A10FF-4BA3-4E07-A689-D76920E7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B80E3D8-1D0C-4744-BF10-16D41234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C5AE420-6ADA-4AE7-8C27-62AA2A35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A5BF788-369C-4FB2-BD74-059017C5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E95A349-B18D-4BC7-8980-C21850BA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61E862F-0B3F-489A-99F1-804FE7E5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4E165FC-6F4A-47CD-B59A-803985E2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C6965B2-31E4-4234-87FB-B51366A9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37905688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B3A4C5-6AE2-46D5-BD4A-912D8C28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9B30FB-00B4-4687-8284-79EAD69C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E44694F-5A51-4DD6-938A-D97F0FAC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80E5463-9A59-4268-9DEC-D23FF5FF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41095C9-20B4-40A1-80C8-7A43A521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Health Canada; New Zealand Ministry of Health; Destatis; Vero; Sejm; Ruotsin hallitus; FTC; European Commission;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A9E4824-48B0-4CC8-885C-BC9E3B13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48DB205-E8F4-45C9-9216-DDE92A70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5231051-9C25-4124-8E70-4A6F6684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15512D-4629-4762-A1A0-3C28F9DF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vuosihavaintoa 7 maasta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40D3303-CB00-4094-8F37-6A6DF1E9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9EF1210-E09A-4587-B7F3-390F5E06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533,7–731,2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FFE59D2-6387-43E7-BBC9-B6E5DD3C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≈298,5–408,9 milj. EUR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D1AB598-E069-4E35-A9CE-DCC236BB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9E1F715-23F0-4BEC-AC13-DF3D7F45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1EAE20C-0CD2-4D91-85A2-B4342974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838B5FA-39C9-43E5-9819-865161691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ehdokasta jäi D1–D10-portin ulkopuolelle; hyväksytty donor-portti on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B84B3D4-52E3-4848-9383-28EB6611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7DB7C3D-2DA2-41BD-9764-9DEED583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3B7D3B5-204C-47AC-BAFE-28D36C00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NZ 2024: 533,7–731,2 milj. NZD (≈298,5–408,9 milj. EUR; ECB 2024) on tuettu malli. FTC 2021: 2,763 mrd USD (≈2,336 mrd EUR; ECB 2021) on valmistajaraportointia. EU- ja kaupallisia lukuja ei summata.</a:t>
            </a:r>
          </a:p>
        </p:txBody>
      </p:sp>
    </p:spTree>
    <p:extLst>
      <p:ext uri="{BB962C8B-B14F-4D97-AF65-F5344CB8AC3E}">
        <p14:creationId xmlns:p14="http://schemas.microsoft.com/office/powerpoint/2010/main" val="14479911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B75F4D-CFA5-4990-BCEA-891A4997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11240B2-0C43-4B1D-86B0-64C1D190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E674ED-8309-4D32-8E19-DDD4839A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21D7D4A-8E23-423A-A677-B887CE53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85B2DA1-2513-4F96-9124-244D3EDA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4AF5B1-4FD1-4116-A06D-976EBEA5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BB80BC-B978-424F-8988-4F8787D0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1355242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4F2721C-ECF1-4AE1-ADC5-76A3474E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3B05424-A531-4C03-9C0D-73EEDB8D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A99DFA7-A1E4-47B6-81B5-574AECC1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3624B88-34F5-4187-B829-653617DA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2026.07.24-18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51406784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2026-07-24T09:17:47.6390000Z</dcterms:created>
  <dcterms:modified xsi:type="dcterms:W3CDTF">2026-07-24T09:17:47.6390000Z</dcterms:modified>
</coreProperties>
</file>