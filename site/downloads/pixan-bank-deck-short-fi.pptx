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fcb9ea164f4bc5" /><Relationship Type="http://schemas.openxmlformats.org/officeDocument/2006/relationships/extended-properties" Target="/docProps/app.xml" Id="R303cc3ad92e44aea" /><Relationship Type="http://schemas.openxmlformats.org/officeDocument/2006/relationships/officeDocument" Target="/ppt/presentation.xml" Id="R061021a7166047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0f0a7e6201459d"/>
  </p:sldMasterIdLst>
  <p:notesMasterIdLst>
    <p:notesMasterId xmlns:r="http://schemas.openxmlformats.org/officeDocument/2006/relationships" r:id="Ra231a30539554092"/>
  </p:notesMasterIdLst>
  <p:sldIdLst>
    <p:sldId xmlns:r="http://schemas.openxmlformats.org/officeDocument/2006/relationships" id="256" r:id="R9ee0c84f658c4081"/>
    <p:sldId xmlns:r="http://schemas.openxmlformats.org/officeDocument/2006/relationships" id="257" r:id="R890014d7b6de498d"/>
    <p:sldId xmlns:r="http://schemas.openxmlformats.org/officeDocument/2006/relationships" id="258" r:id="R204e372f49274a8c"/>
    <p:sldId xmlns:r="http://schemas.openxmlformats.org/officeDocument/2006/relationships" id="259" r:id="Re1f356c433514515"/>
    <p:sldId xmlns:r="http://schemas.openxmlformats.org/officeDocument/2006/relationships" id="260" r:id="R7dbf899226c44120"/>
    <p:sldId xmlns:r="http://schemas.openxmlformats.org/officeDocument/2006/relationships" id="261" r:id="R5a13010a15e048da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7e21162daf4194" /><Relationship Type="http://schemas.openxmlformats.org/officeDocument/2006/relationships/slideMaster" Target="/ppt/slideMasters/slideMaster1.xml" Id="R270f0a7e6201459d" /><Relationship Type="http://schemas.openxmlformats.org/officeDocument/2006/relationships/notesMaster" Target="/ppt/notesMasters/notesMaster1.xml" Id="Ra231a30539554092" /><Relationship Type="http://schemas.openxmlformats.org/officeDocument/2006/relationships/presProps" Target="/ppt/presProps.xml" Id="Rb6e2104cb11c4f58" /><Relationship Type="http://schemas.openxmlformats.org/officeDocument/2006/relationships/viewProps" Target="/ppt/viewProps.xml" Id="Rcfb0e7177f934327" /><Relationship Type="http://schemas.openxmlformats.org/officeDocument/2006/relationships/tableStyles" Target="/ppt/tableStyles.xml" Id="Ra6d4ea54c6b943f9" /><Relationship Type="http://schemas.openxmlformats.org/officeDocument/2006/relationships/slide" Target="/ppt/slides/slide1.xml" Id="R9ee0c84f658c4081" /><Relationship Type="http://schemas.openxmlformats.org/officeDocument/2006/relationships/slide" Target="/ppt/slides/slide2.xml" Id="R890014d7b6de498d" /><Relationship Type="http://schemas.openxmlformats.org/officeDocument/2006/relationships/slide" Target="/ppt/slides/slide3.xml" Id="R204e372f49274a8c" /><Relationship Type="http://schemas.openxmlformats.org/officeDocument/2006/relationships/slide" Target="/ppt/slides/slide4.xml" Id="Re1f356c433514515" /><Relationship Type="http://schemas.openxmlformats.org/officeDocument/2006/relationships/slide" Target="/ppt/slides/slide5.xml" Id="R7dbf899226c44120" /><Relationship Type="http://schemas.openxmlformats.org/officeDocument/2006/relationships/slide" Target="/ppt/slides/slide6.xml" Id="R5a13010a15e048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d0328ae23d42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cf575d5bef4bb0" /><Relationship Type="http://schemas.openxmlformats.org/officeDocument/2006/relationships/notesMaster" Target="/ppt/notesMasters/notesMaster1.xml" Id="Re0f485491a4e46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55c304b3884b4b" /><Relationship Type="http://schemas.openxmlformats.org/officeDocument/2006/relationships/notesMaster" Target="/ppt/notesMasters/notesMaster1.xml" Id="Rb7c0af2ce1a849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62111a72ae463a" /><Relationship Type="http://schemas.openxmlformats.org/officeDocument/2006/relationships/notesMaster" Target="/ppt/notesMasters/notesMaster1.xml" Id="R2f65f501208942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feb6e046074329" /><Relationship Type="http://schemas.openxmlformats.org/officeDocument/2006/relationships/notesMaster" Target="/ppt/notesMasters/notesMaster1.xml" Id="Rbda12da4ae3146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401b19f0c94257" /><Relationship Type="http://schemas.openxmlformats.org/officeDocument/2006/relationships/notesMaster" Target="/ppt/notesMasters/notesMaster1.xml" Id="R87a0a48a6eb44a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226f39b55c4834" /><Relationship Type="http://schemas.openxmlformats.org/officeDocument/2006/relationships/notesMaster" Target="/ppt/notesMasters/notesMaster1.xml" Id="R3604558fc2b343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e539ccbae14f1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1e412f212948f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97eccb028743f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914c72dce49f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4e8a47476c415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e30930050c44e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ddb445cbf14ea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ae76f22aaa42a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978f179b74b9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c21ccda01e472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aa56ed137749e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B16B4AA-45C1-4105-BD93-00A67DDAC36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1EB4079-2775-45AD-BC34-DBDE964F76C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6FE6301-6E40-4CBD-AC53-400320C1C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63CD3B-65B9-4D56-B8F0-B46DC57FE9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DB3E248-9368-4B4F-8300-3011D55FEB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2377E1-AEE7-4AD3-B144-EC040DCDBE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E26A700-B18E-40F7-9696-88A6FC2470A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E1A9790-EE62-4129-B9A6-1A8AEEA3F8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F7A641D-7E1F-46B4-B0C6-04F8FA7274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1370E23-EA59-4579-8978-8243982080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B6F0782-D155-40EE-BE15-79FB405E08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BE30FC5-A958-45A8-8BB6-9E887B1ACE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9F714EC-AFFB-4733-91C8-3532461106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4ED3D8-2FE2-42B1-B54E-25F7FD3D76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EDC7EFB-CACF-4329-AF3F-7620E11C4B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652C11-BD5B-4E1A-AC0F-6BCD5B1092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3FB1C00-FDB7-4400-AC90-9331DE3A6A3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E0E78B5-79CD-47FD-B2E8-32BE9C84AA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E69C8D5-E905-48B3-9A5F-35891A283A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B90D626-ABD8-4AD6-8FB6-80BB5E3956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4B99F44-D884-44E8-950C-584BFCE959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F884AD-BA6A-42E6-8008-6D04116615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27600C-6C70-4BE4-9E1F-A81B419715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108B206-9A95-4BE8-88C2-6CD4A52BFF8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6F19DD1-52E0-447F-9FDD-394622A033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1793ECC-677D-4F84-AEF2-2F4CA5E6682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8D57D979-7D0E-42FF-8CA2-710447D0E9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1A279BA1-CC95-41D3-835C-887A02A8F4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0701220-C537-4DE9-867F-E5D7CB2C1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514756-BD73-4CDD-A6FE-3DEDB7021B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C3CEDCC-09C1-4084-8F17-BB18A86EF4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9264694-A6C5-48C4-800F-BF9B30898C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DEF0BE7-DE02-4986-BC19-10A33ABC9E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736AFB1-D6F8-4C78-8353-5C51F74275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E5D8294-AC13-4ABB-87C4-B77EB9870C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AB396FF-9A71-465B-A592-805918551B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BF5981-7149-4570-A9F8-48BEA68033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5A379DE-4952-412F-9AB6-1A9FA3A695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97AD7DB-0893-4D54-AE6D-B30FFF69EE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28989BC-98D2-4E5C-9A3C-B0A41D1707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D285CF2-5C05-4837-9C34-1EBF0C1121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1EAE05A-213C-4821-A6AD-08CCC12233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3308C6-EB71-4694-B554-1B9B714E79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8DD804F-4F23-49DD-85F0-BE6D511B051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B1C5B86-11AB-4723-8595-BD7916C0047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C85694-A78A-4DDE-8B61-DA2E48EEF5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FAA36F8-DB2B-457C-AB6E-AC30878568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39C661E-0EC2-4560-81EC-DE8389215E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E0CD7E-D70F-4A78-81B9-3836871442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CC723A5-8DEF-459B-96CE-DE457B4FFF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F1BE-EE4E-47A9-94D4-E301ACE827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B90C42-C25F-4C24-A60E-A3F5237782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671425C-31BA-4A8D-8A09-7F1B904EC0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FD805C2-1E21-4862-98B4-8B7EEC47B8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0B3AFA-AA99-4073-BA66-B704FC437D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AD76EA-D515-4866-9554-6EF589BC1D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66410CC-FF0C-45E0-9DA5-AD0AF94F12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3FD6FB-35F5-4C8B-BB31-C64E28B155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ce6d19265747cb" /><Relationship Type="http://schemas.openxmlformats.org/officeDocument/2006/relationships/slideLayout" Target="/ppt/slideLayouts/slideLayout1.xml" Id="R572fc59d9dc0430c" /><Relationship Type="http://schemas.openxmlformats.org/officeDocument/2006/relationships/slideLayout" Target="/ppt/slideLayouts/slideLayout2.xml" Id="R39d5e48ada9a488f" /><Relationship Type="http://schemas.openxmlformats.org/officeDocument/2006/relationships/slideLayout" Target="/ppt/slideLayouts/slideLayout3.xml" Id="R53ff10749e5f418e" /><Relationship Type="http://schemas.openxmlformats.org/officeDocument/2006/relationships/slideLayout" Target="/ppt/slideLayouts/slideLayout4.xml" Id="R163ced5d0c7d4749" /><Relationship Type="http://schemas.openxmlformats.org/officeDocument/2006/relationships/slideLayout" Target="/ppt/slideLayouts/slideLayout5.xml" Id="R5b018e5d0dc84f6e" /><Relationship Type="http://schemas.openxmlformats.org/officeDocument/2006/relationships/slideLayout" Target="/ppt/slideLayouts/slideLayout6.xml" Id="R25996a4dac0344d4" /><Relationship Type="http://schemas.openxmlformats.org/officeDocument/2006/relationships/slideLayout" Target="/ppt/slideLayouts/slideLayout7.xml" Id="R8a548a0512d041c2" /><Relationship Type="http://schemas.openxmlformats.org/officeDocument/2006/relationships/slideLayout" Target="/ppt/slideLayouts/slideLayout8.xml" Id="Rad7dc8172a384544" /><Relationship Type="http://schemas.openxmlformats.org/officeDocument/2006/relationships/slideLayout" Target="/ppt/slideLayouts/slideLayout9.xml" Id="R1b169204eaab4a37" /><Relationship Type="http://schemas.openxmlformats.org/officeDocument/2006/relationships/slideLayout" Target="/ppt/slideLayouts/slideLayout10.xml" Id="R63e36bfe7d944f2f" /><Relationship Type="http://schemas.openxmlformats.org/officeDocument/2006/relationships/slideLayout" Target="/ppt/slideLayouts/slideLayout11.xml" Id="R18732eaafa04442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AC4CAC8-0027-4153-B15B-71107BBD8E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AC6C2DD-3197-4CD9-81A8-3A2E760596A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FDE49EC-C340-4E90-816D-3900DF63D9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173322-901C-41BD-A4F7-8735BD16CD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4271B4E-0C13-4B2F-9F67-6E630C86C10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2fc59d9dc0430c"/>
    <p:sldLayoutId xmlns:r="http://schemas.openxmlformats.org/officeDocument/2006/relationships" id="2147483650" r:id="R39d5e48ada9a488f"/>
    <p:sldLayoutId xmlns:r="http://schemas.openxmlformats.org/officeDocument/2006/relationships" id="2147483651" r:id="R53ff10749e5f418e"/>
    <p:sldLayoutId xmlns:r="http://schemas.openxmlformats.org/officeDocument/2006/relationships" id="2147483652" r:id="R163ced5d0c7d4749"/>
    <p:sldLayoutId xmlns:r="http://schemas.openxmlformats.org/officeDocument/2006/relationships" id="2147483653" r:id="R5b018e5d0dc84f6e"/>
    <p:sldLayoutId xmlns:r="http://schemas.openxmlformats.org/officeDocument/2006/relationships" id="2147483654" r:id="R25996a4dac0344d4"/>
    <p:sldLayoutId xmlns:r="http://schemas.openxmlformats.org/officeDocument/2006/relationships" id="2147483655" r:id="R8a548a0512d041c2"/>
    <p:sldLayoutId xmlns:r="http://schemas.openxmlformats.org/officeDocument/2006/relationships" id="2147483656" r:id="Rad7dc8172a384544"/>
    <p:sldLayoutId xmlns:r="http://schemas.openxmlformats.org/officeDocument/2006/relationships" id="2147483657" r:id="R1b169204eaab4a37"/>
    <p:sldLayoutId xmlns:r="http://schemas.openxmlformats.org/officeDocument/2006/relationships" id="2147483658" r:id="R63e36bfe7d944f2f"/>
    <p:sldLayoutId xmlns:r="http://schemas.openxmlformats.org/officeDocument/2006/relationships" id="2147483659" r:id="R18732eaafa04442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1a511bd265c41e0" /><Relationship Type="http://schemas.openxmlformats.org/officeDocument/2006/relationships/notesSlide" Target="/ppt/notesSlides/notesSlide1.xml" Id="Rbe01e7d64fa349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ba4c9c4bff4099" /><Relationship Type="http://schemas.openxmlformats.org/officeDocument/2006/relationships/notesSlide" Target="/ppt/notesSlides/notesSlide2.xml" Id="Rcd88cb7a957a44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99bdaa3d314793" /><Relationship Type="http://schemas.openxmlformats.org/officeDocument/2006/relationships/notesSlide" Target="/ppt/notesSlides/notesSlide3.xml" Id="R689a0e4448c14c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1ed46272e6421b" /><Relationship Type="http://schemas.openxmlformats.org/officeDocument/2006/relationships/notesSlide" Target="/ppt/notesSlides/notesSlide4.xml" Id="Rc7d146339a3d4a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e9ff1923b2d4d2a" /><Relationship Type="http://schemas.openxmlformats.org/officeDocument/2006/relationships/notesSlide" Target="/ppt/notesSlides/notesSlide5.xml" Id="R7710c3da9aac45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cec1d772e64996" /><Relationship Type="http://schemas.openxmlformats.org/officeDocument/2006/relationships/notesSlide" Target="/ppt/notesSlides/notesSlide6.xml" Id="R576d87cf5d794fd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BBEDC2E-7014-472D-ABCC-AEFDB90D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F4E36A1-093B-4E20-BA30-C74A7999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45B1CBB-14A0-4C4C-8FD3-51E06DB0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418F372-6BDF-468A-BE18-8B382BB31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B843D3D0-9B45-4872-95AB-A48B90E3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CC61E5F-CE81-4BBA-A7B1-F80F495F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6BCFD7F-0BA8-44E9-B00B-2794DA4B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2026.07.24-19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DB16063-B9FA-4077-82BD-4C94A130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16E4F45-19C9-40C6-BA63-CA9E56E8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74CA69-AF87-4C47-BAD5-70A0F234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6054E92-4680-4EE1-9BA2-50E94149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47031912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F8B2D1D-C0FF-4918-B12F-A7712DBE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5A0800-D495-4E03-9786-8F587082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0B864A0-7889-4DFA-A2CD-E1BD0A3C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8C01A3-30FD-462B-993E-1A8DFD0C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B81B556-8C98-4C01-95B9-0D60FFF2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1DCE5C7-5C14-4DB6-ABB9-80F6EA59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11489FA-E5B6-4051-97AA-1FC503CE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73B838D-40E1-42E4-90D4-DCE9D712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40533DC-9743-40D8-86CA-1C79F8F3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DA2F288-1A06-418A-BA26-47244A32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CCFD158-02C9-4BBE-8F2C-3BB2DA80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165681656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8B7ACF6-8E19-4794-9B96-282B549E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5B9817-7148-466B-BCCF-705B7730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1F6B468-7BEA-4F4D-A773-0B057A2C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B61527F-8D59-4C63-AC4A-BB061A0F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1FD4116-3EBD-44E5-B846-A9318639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931D011-D6B8-4569-8C68-142E70C1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D6BE880-CA2B-4089-B736-C6E92CFE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3502AC-6F4C-4AD0-8C2F-69EDDD4E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08C145-BB5E-4B30-AB45-84ACC33A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4FEA2DB-3DE1-4C26-A075-4F86166A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972346F-7865-4CE6-9CCD-ACF32A0D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22AA670-1DF0-467E-93A1-A79207A4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DC7AB65-8A3F-4F99-8C1D-9B0A0AD8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EC3D69E-9A43-4BB7-9D79-5A95E0EF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6B80351-4179-400C-8520-A1C19021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7656E69D-EBBD-4204-B99E-0F4941B7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F5A8E6-A9C7-4892-99DA-6C4709D3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B223BD5-A409-4B4B-8D34-3C6F3683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F0E355C-AA8B-4A17-B242-DA66981C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25122059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C5B1369-2977-4BF9-907C-E16C3A6D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F6EE112-76F0-48AF-ABE6-45E15493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71EA3E6-D6B0-47EC-A955-82E81613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0E8D63B-CF9A-48DE-A07F-73844FA7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0D009FE-4BDA-4A11-95C5-C6DCFDA49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Statistics Canada; Health Canada; New Zealand Ministry of Health; Destatis; Vero; Sejm; Ruotsin hallitus; FTC;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EA6F9BE-264F-41C3-942C-38A45AB7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0FB1117-9BA6-47DD-9C79-15909803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6724A3-F956-4573-A380-1CBB9D16F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66BF791-255A-4E33-A763-D8A9D30B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vuosihavaintoa 7 maasta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4CAA8F9-AEC0-4F97-BA1D-37855D66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F2D3100-FCFC-4CF9-9C7A-25DA7180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533,7–731,2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DE0E709-CA03-4CF2-9E21-32521B20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≈298,5–408,9 milj. EUR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17A1F12-D6FB-4D7E-89F4-6E81B351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175DE55-3C06-4B96-9244-ECE8E67D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1F5DAE4-84FA-4D27-981F-E3631FCE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00692AA-6F99-479A-90D6-4FF41D10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ehdokasta jäi D1–D10-portin ulkopuolelle; hyväksytty donor-portti on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D610834-0FBF-4040-9B63-565372E0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4C4D643-4611-4C06-B2DF-8C374BD3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07C2A4C-0A93-4680-AC95-29F72707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2024: retail 1,219 mrd CAD (≈822,6 milj. EUR; ECB 2024); toimitukset 1,161 mrd CAD (≈783,2 milj. EUR; ECB 2024); kaikki retail-neljännekset E-laatua. NZ on malli; FTC 2021 2,763 mrd USD (≈2,336 mrd EUR; ECB 2021) on valmistajaraportointia. Mittareita ei summata.</a:t>
            </a:r>
          </a:p>
        </p:txBody>
      </p:sp>
    </p:spTree>
    <p:extLst>
      <p:ext uri="{BB962C8B-B14F-4D97-AF65-F5344CB8AC3E}">
        <p14:creationId xmlns:p14="http://schemas.microsoft.com/office/powerpoint/2010/main" val="51638294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5AA089E-CC4B-4073-8F47-9C989671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37AF433-1CC9-4156-A247-C0C8AB54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47A7434-C54B-4B82-8923-9C5B42E5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6BF123-8D9E-434B-A862-85C26175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3CE3F8-6C59-48AB-8BC5-EF73BF45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2026.07.24-19 · 2026-07-24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6EE813-CBA8-4580-AEFE-1391F090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950D416-1788-48C0-A08D-FC85FD4F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8630073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74870F6-D7FD-454F-A073-A84F6193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D642566-D1C2-4190-8DFE-3D0EA8BB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3D121C3-7BDE-40A4-8C1B-E3593E29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388E819-C651-404B-A09F-6A6A4815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2026.07.24-19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129149152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2026-07-24T11:03:48.0090000Z</dcterms:created>
  <dcterms:modified xsi:type="dcterms:W3CDTF">2026-07-24T11:03:48.0090000Z</dcterms:modified>
</coreProperties>
</file>