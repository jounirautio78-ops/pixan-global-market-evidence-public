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7d8506fec14652" /><Relationship Type="http://schemas.openxmlformats.org/officeDocument/2006/relationships/extended-properties" Target="/docProps/app.xml" Id="R30dcc8f24ec54e76" /><Relationship Type="http://schemas.openxmlformats.org/officeDocument/2006/relationships/officeDocument" Target="/ppt/presentation.xml" Id="R9e0c8ff4c05a4f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da2fbcfbd54360"/>
  </p:sldMasterIdLst>
  <p:notesMasterIdLst>
    <p:notesMasterId xmlns:r="http://schemas.openxmlformats.org/officeDocument/2006/relationships" r:id="Re73bcbd0504b45bd"/>
  </p:notesMasterIdLst>
  <p:sldIdLst>
    <p:sldId xmlns:r="http://schemas.openxmlformats.org/officeDocument/2006/relationships" id="256" r:id="Re7945358a0494f41"/>
    <p:sldId xmlns:r="http://schemas.openxmlformats.org/officeDocument/2006/relationships" id="257" r:id="R72ace29e08d445d2"/>
    <p:sldId xmlns:r="http://schemas.openxmlformats.org/officeDocument/2006/relationships" id="258" r:id="R88b6277eb541452e"/>
    <p:sldId xmlns:r="http://schemas.openxmlformats.org/officeDocument/2006/relationships" id="259" r:id="R90e6e009caa04630"/>
    <p:sldId xmlns:r="http://schemas.openxmlformats.org/officeDocument/2006/relationships" id="260" r:id="Rabc471eb1ead4d41"/>
    <p:sldId xmlns:r="http://schemas.openxmlformats.org/officeDocument/2006/relationships" id="261" r:id="R6dd8c005c5034401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d1b7b5c6044d76" /><Relationship Type="http://schemas.openxmlformats.org/officeDocument/2006/relationships/slideMaster" Target="/ppt/slideMasters/slideMaster1.xml" Id="R09da2fbcfbd54360" /><Relationship Type="http://schemas.openxmlformats.org/officeDocument/2006/relationships/notesMaster" Target="/ppt/notesMasters/notesMaster1.xml" Id="Re73bcbd0504b45bd" /><Relationship Type="http://schemas.openxmlformats.org/officeDocument/2006/relationships/presProps" Target="/ppt/presProps.xml" Id="R78973035ec0b49f2" /><Relationship Type="http://schemas.openxmlformats.org/officeDocument/2006/relationships/viewProps" Target="/ppt/viewProps.xml" Id="R7d34798772c0447d" /><Relationship Type="http://schemas.openxmlformats.org/officeDocument/2006/relationships/tableStyles" Target="/ppt/tableStyles.xml" Id="R6cbafe3a96204941" /><Relationship Type="http://schemas.openxmlformats.org/officeDocument/2006/relationships/slide" Target="/ppt/slides/slide1.xml" Id="Re7945358a0494f41" /><Relationship Type="http://schemas.openxmlformats.org/officeDocument/2006/relationships/slide" Target="/ppt/slides/slide2.xml" Id="R72ace29e08d445d2" /><Relationship Type="http://schemas.openxmlformats.org/officeDocument/2006/relationships/slide" Target="/ppt/slides/slide3.xml" Id="R88b6277eb541452e" /><Relationship Type="http://schemas.openxmlformats.org/officeDocument/2006/relationships/slide" Target="/ppt/slides/slide4.xml" Id="R90e6e009caa04630" /><Relationship Type="http://schemas.openxmlformats.org/officeDocument/2006/relationships/slide" Target="/ppt/slides/slide5.xml" Id="Rabc471eb1ead4d41" /><Relationship Type="http://schemas.openxmlformats.org/officeDocument/2006/relationships/slide" Target="/ppt/slides/slide6.xml" Id="R6dd8c005c50344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559cca5d664a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e6a037dc194c1c" /><Relationship Type="http://schemas.openxmlformats.org/officeDocument/2006/relationships/notesMaster" Target="/ppt/notesMasters/notesMaster1.xml" Id="R9c99d32bbea946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a2b7b7147c41a7" /><Relationship Type="http://schemas.openxmlformats.org/officeDocument/2006/relationships/notesMaster" Target="/ppt/notesMasters/notesMaster1.xml" Id="R298d1ba6f18645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a0eabd7bc74beb" /><Relationship Type="http://schemas.openxmlformats.org/officeDocument/2006/relationships/notesMaster" Target="/ppt/notesMasters/notesMaster1.xml" Id="Re192e8d3a9c248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b3c522010a4511" /><Relationship Type="http://schemas.openxmlformats.org/officeDocument/2006/relationships/notesMaster" Target="/ppt/notesMasters/notesMaster1.xml" Id="Re2804b7469734c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ec2395d15c4d04" /><Relationship Type="http://schemas.openxmlformats.org/officeDocument/2006/relationships/notesMaster" Target="/ppt/notesMasters/notesMaster1.xml" Id="R73d1744af8c746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ac560636634bf5" /><Relationship Type="http://schemas.openxmlformats.org/officeDocument/2006/relationships/notesMaster" Target="/ppt/notesMasters/notesMaster1.xml" Id="R8595aa7d011d4b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004b718d948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9a944422c4e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45174389847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1e3b35a6da44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9bb034b2a4af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a0d74bf92042c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ecb5ea2f034cb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0a913cbc5c45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5114fb25be4a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cf417670744e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02e967fce49d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D82515-7B44-4F58-AF3A-987F19BC98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2F44C5-515C-49BC-9028-6A21985927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72FDBC8-3091-4711-BCE2-EAEC1D7F51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A6DF81-06F2-4AA1-B3B7-4F2BB4EBFF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28FBEF-14BE-4259-B8E8-72AC4F2A8F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E8AFCA-1BF9-4394-9E66-D37204C8D3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D4292DF-FFEC-4C07-9B0B-89FA840E5D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ECAD73-C9EE-4E40-9B8B-9508EA09A3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FF9B44-B9C4-48A3-A960-7BABCB8674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C3E7D39-D721-461C-9806-A5E829BFD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85C2E7-7672-41E2-96C5-5A0AD56AC4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387AB2-B732-4CA2-9CC1-76709800F5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33E1E20-FBFE-457E-ABE9-F50B03CCD0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1BBA18-773E-4D51-BDE9-C425A1E4AD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43150B-32E0-4BA8-9D36-2FAD698420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946640-75E7-4AB1-9653-BB25509F8B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641E412-2C79-4B64-A8A0-D6A273F3FD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DE94F-7596-470E-A1A0-0AA8616080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F357F2F-019C-44DB-ABA1-828E0CD1E7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06D586-BA7C-471B-B70D-9542E065C9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0F511AD-CAFD-4EB5-86AE-1CD28C99D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603F3B-CCA2-4856-AA22-E8946352E0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8C858B-D112-4829-82D8-678EB68B9F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B916BCD-CC44-4F04-8774-2FEB41586F7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2386FEA-CD4E-4B75-ABFF-60267D52901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7373570-B50D-4D5F-AA21-BF42F70BE9C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DCBD7C-F854-435C-B101-50F84D309E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9EE59F2-3628-4A88-AA51-0BB098573D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EF09F97-653D-48F3-8D1D-1272CF9F8A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58526E-DFF6-476B-9F56-BD777D8335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474A441-E147-485D-A5B6-E4AB4DE537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E2414A4-F1AA-4165-A70D-6AEAD5CD82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1A3269-9EF7-424F-9CB8-075DB99C50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4B6AC33-707D-442D-8430-089EFFF41B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8E9AE35-7A88-4D34-A469-9CC5274FCA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7222BF3-B041-473B-B4C4-167AB03C6A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DFB6D8-F666-4DC5-82CB-CF0AEA858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0689DF-61E5-4D60-B977-24B4681CAA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5B154BC-7079-4ED4-8B52-2F59D71E96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84F4DBF-CC79-4F2E-90CB-2C5A33A2C1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D801F0-B723-420E-B762-3B3647B2BD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9CBE9-4B88-4706-8B2E-01B67D33F0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8FED75-902F-405F-8E01-8F01D77563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6AB7973-AF4D-46C2-BB0C-6A0A5D0C03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A5B26CD-2B8C-4DDC-8EC5-8A3E7DAC06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0E1ABF-7A0D-4141-B48F-95B487F2E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96456A-9C53-4C5F-A96E-B4877023A8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E22554D-43A5-4809-9D4A-1B0ED83452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FB42D-64D2-4864-A2C9-43EDDB668F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DBF126-FEE6-4C63-9B3B-C664193D7F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96A587-C15A-45E0-8B17-D8AE060B29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7D78A-47AE-453E-8AE7-68666849B7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C5AEE1-A914-431A-BFF0-76AB9DF103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AB63F23-4FF4-4C8E-9BFE-879BC30678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F2F34B2-C2F0-447E-8F8C-0E4873924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F4CD82-5409-4CA0-B606-9DD40B73F6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52F546-7D5F-431E-989D-11D4502D5F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6FE6EE-497F-438B-9B52-186CEB86EB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21cd164ca04a63" /><Relationship Type="http://schemas.openxmlformats.org/officeDocument/2006/relationships/slideLayout" Target="/ppt/slideLayouts/slideLayout1.xml" Id="Raf2e10326a0e4a21" /><Relationship Type="http://schemas.openxmlformats.org/officeDocument/2006/relationships/slideLayout" Target="/ppt/slideLayouts/slideLayout2.xml" Id="R70654df60dd848a6" /><Relationship Type="http://schemas.openxmlformats.org/officeDocument/2006/relationships/slideLayout" Target="/ppt/slideLayouts/slideLayout3.xml" Id="Rad02a8ac141e4f4f" /><Relationship Type="http://schemas.openxmlformats.org/officeDocument/2006/relationships/slideLayout" Target="/ppt/slideLayouts/slideLayout4.xml" Id="Rcf3c239252d94932" /><Relationship Type="http://schemas.openxmlformats.org/officeDocument/2006/relationships/slideLayout" Target="/ppt/slideLayouts/slideLayout5.xml" Id="R07a43196232c4a48" /><Relationship Type="http://schemas.openxmlformats.org/officeDocument/2006/relationships/slideLayout" Target="/ppt/slideLayouts/slideLayout6.xml" Id="R26d0d5f81e144583" /><Relationship Type="http://schemas.openxmlformats.org/officeDocument/2006/relationships/slideLayout" Target="/ppt/slideLayouts/slideLayout7.xml" Id="Rd18f5b315f9f466b" /><Relationship Type="http://schemas.openxmlformats.org/officeDocument/2006/relationships/slideLayout" Target="/ppt/slideLayouts/slideLayout8.xml" Id="R80573b0bafaf49bc" /><Relationship Type="http://schemas.openxmlformats.org/officeDocument/2006/relationships/slideLayout" Target="/ppt/slideLayouts/slideLayout9.xml" Id="R7f24a73c592744e5" /><Relationship Type="http://schemas.openxmlformats.org/officeDocument/2006/relationships/slideLayout" Target="/ppt/slideLayouts/slideLayout10.xml" Id="Rb459e1511f254aa2" /><Relationship Type="http://schemas.openxmlformats.org/officeDocument/2006/relationships/slideLayout" Target="/ppt/slideLayouts/slideLayout11.xml" Id="R332ba16d6160412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CE2877E-F87F-4B03-8973-093C467BFA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1697B0-E69F-499E-967C-1A20FF8E3C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C2A9F46-F81F-4117-AEC5-9F3CC635333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64F760-4CD8-4788-982E-608389043F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F3F8FD-75E0-46F5-AF85-2DD25ED651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2e10326a0e4a21"/>
    <p:sldLayoutId xmlns:r="http://schemas.openxmlformats.org/officeDocument/2006/relationships" id="2147483650" r:id="R70654df60dd848a6"/>
    <p:sldLayoutId xmlns:r="http://schemas.openxmlformats.org/officeDocument/2006/relationships" id="2147483651" r:id="Rad02a8ac141e4f4f"/>
    <p:sldLayoutId xmlns:r="http://schemas.openxmlformats.org/officeDocument/2006/relationships" id="2147483652" r:id="Rcf3c239252d94932"/>
    <p:sldLayoutId xmlns:r="http://schemas.openxmlformats.org/officeDocument/2006/relationships" id="2147483653" r:id="R07a43196232c4a48"/>
    <p:sldLayoutId xmlns:r="http://schemas.openxmlformats.org/officeDocument/2006/relationships" id="2147483654" r:id="R26d0d5f81e144583"/>
    <p:sldLayoutId xmlns:r="http://schemas.openxmlformats.org/officeDocument/2006/relationships" id="2147483655" r:id="Rd18f5b315f9f466b"/>
    <p:sldLayoutId xmlns:r="http://schemas.openxmlformats.org/officeDocument/2006/relationships" id="2147483656" r:id="R80573b0bafaf49bc"/>
    <p:sldLayoutId xmlns:r="http://schemas.openxmlformats.org/officeDocument/2006/relationships" id="2147483657" r:id="R7f24a73c592744e5"/>
    <p:sldLayoutId xmlns:r="http://schemas.openxmlformats.org/officeDocument/2006/relationships" id="2147483658" r:id="Rb459e1511f254aa2"/>
    <p:sldLayoutId xmlns:r="http://schemas.openxmlformats.org/officeDocument/2006/relationships" id="2147483659" r:id="R332ba16d6160412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2c7453b4ed4fcf" /><Relationship Type="http://schemas.openxmlformats.org/officeDocument/2006/relationships/notesSlide" Target="/ppt/notesSlides/notesSlide1.xml" Id="R06ff0ecf915640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7892d390844df2" /><Relationship Type="http://schemas.openxmlformats.org/officeDocument/2006/relationships/notesSlide" Target="/ppt/notesSlides/notesSlide2.xml" Id="R757fe5b582b948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413bf158a14053" /><Relationship Type="http://schemas.openxmlformats.org/officeDocument/2006/relationships/notesSlide" Target="/ppt/notesSlides/notesSlide3.xml" Id="Rd4d356ab28fd4f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dd493532e84522" /><Relationship Type="http://schemas.openxmlformats.org/officeDocument/2006/relationships/notesSlide" Target="/ppt/notesSlides/notesSlide4.xml" Id="R6dab7fe9dd5842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ba18579e6f4a2c" /><Relationship Type="http://schemas.openxmlformats.org/officeDocument/2006/relationships/notesSlide" Target="/ppt/notesSlides/notesSlide5.xml" Id="Rbb322e74ff7341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a7818300c24dc2" /><Relationship Type="http://schemas.openxmlformats.org/officeDocument/2006/relationships/notesSlide" Target="/ppt/notesSlides/notesSlide6.xml" Id="R5be809b5299447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EFCB1B-2294-4605-B317-235D89D7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37BFE5-B5FD-4256-B48C-73035B68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DAB578-154B-4C8A-A978-C75C81B8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ACF1865-1044-448D-95CF-B194BD22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7581F1B-51EB-4E22-A3FA-57ED6EC2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29F8AFF-A77A-4967-A431-9E809528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0CC191D-595C-4F97-B614-10EDE15B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9D6C30-CF69-4355-98FD-A908CA9E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16C31-2850-4894-9648-10238C6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36A82D-DCAB-4746-9296-675B25C3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131D5C-89BE-48B2-8C33-EAB4D78C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1327576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386DC1-E611-48F6-A0D3-36C7704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1EB735-9515-4055-A123-071002E2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38B867-BF18-4C9B-817E-3052B698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D5E969-BF1A-44BA-A7F8-E830693F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A075CF-8678-4953-89CA-136ABF95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1C65F7-EC52-4DFC-A363-D07FB337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B2AFF59-860A-4DD3-9A18-64217E91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271CB82-D0CC-4819-9901-D4FE11C1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0BFC0EE-D4F5-44C0-B1E3-B09DE938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224276E-5815-4BD7-952F-0E5617C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28D38E-943D-47B2-8CA4-C52B3B5B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7082009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861DF7-CD32-4F87-B7C2-849E82C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F1F086-3214-40DB-B63F-EFD54987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27CC81B-1D6D-44D4-A613-6561CC84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00FE13-1399-40BF-A0DC-DA76E682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AB46D60-59B1-4EEA-8ADC-004DF090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5D1301-9ED2-4EF6-BBAB-AFF5D145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D3EBB29-4F9B-4713-9F99-B48B859A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793DB1-3884-4E9A-883D-2BD4C62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AF0C968-6333-4EDD-A521-E40BE539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DC7BF09-B1A7-4224-A6D7-698ECCC1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5B1D39-7EB8-4223-A7D7-9F17C4C1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00ED3C-D1D9-4C3D-BD02-B2D44188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178706C-7A1F-4A50-BAB2-6B650FC5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20C78BE-2DB4-4A04-961F-F04714C4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76808E6-F61C-4041-B935-C8963CBC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1CE1279-DFA0-430D-A5A4-C8DD5377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A5ADE2A-0A54-464D-9932-2A757C43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FFFFCAD-AF52-41A9-8465-4C398E57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00E3CE-7C74-49E4-A5F3-B79877AC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90561196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AF7E79-D035-4EAC-87F8-88D4395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E4B9C6-C841-498C-A665-34F3E55D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6B6F57B-8A2E-4FCF-9968-7E7ECBBD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3786350-878A-4A74-8E0B-712819AC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6572B2-FF16-49D3-AC15-A78A971F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Statistics Canada; Health Canada; New Zealand Ministry of Health; Destatis; Vero; Sejm; Ruotsin hallitus; FHM;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FB51E6A-A092-45A2-BA30-48409AB8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B28CC68-65C2-4B57-A23A-71800B1A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D092583-FC92-417D-981C-A67C5EE3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B3A33B-E4E0-4406-8481-756A39EF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markkinamittaria 7 maasta + 36 Ruotsin FHM-rekisterilukua; ei myyntiä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FE31A6B-3A7E-4020-AE03-DAECC4BF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7C1C4B6-C0C0-4F4F-9B06-561FC46A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1FD322-BA21-45E7-AA9A-FF47F6E8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B5A8FFF-630A-4456-8299-4875EBE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B379030-465A-453A-A3FD-F4B04C36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0B31DA-1511-4C44-87A4-83E42A76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D464800-ACEA-4FDF-8327-BADC5511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5726557-00DD-4284-AFF2-D13417EF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AB05CF5-6DC4-45F0-B121-CCA57EAB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71925A-AE3B-4F8A-B22D-30ABABBA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E-laatua. NZ on malli; FTC 2021 2,763 mrd USD (≈2,336 mrd EUR; ECB 2021) on valmistajaraportointia. Mittareita ei summata.</a:t>
            </a:r>
          </a:p>
        </p:txBody>
      </p:sp>
    </p:spTree>
    <p:extLst>
      <p:ext uri="{BB962C8B-B14F-4D97-AF65-F5344CB8AC3E}">
        <p14:creationId xmlns:p14="http://schemas.microsoft.com/office/powerpoint/2010/main" val="1745179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266565B-CA01-4D28-87E4-B8BDD529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39683A-42A6-4616-863B-A04C2AEC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BFD16D-36C6-4FBA-AD44-9C9E2068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6919FE-EC1C-4210-BF2A-1279143D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ED8FB51-E2A2-4659-9230-5684A3D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3D9C79-9B63-425A-8221-15B118A7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220972-7E43-4D92-9A75-F338A1BE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3968740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30DFDA-C360-468C-B09D-2C2069A8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45680E-CF15-4EDB-8C46-B170C6DB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144420-7802-4E12-AF06-52D4B675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2FD1CE5-11CE-4C12-A1E6-75D56192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2026.07.24-22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17137008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2026-07-24T16:10:25.1420000Z</dcterms:created>
  <dcterms:modified xsi:type="dcterms:W3CDTF">2026-07-24T16:10:25.1420000Z</dcterms:modified>
</coreProperties>
</file>