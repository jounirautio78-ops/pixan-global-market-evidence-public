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8b374de4874eef" /><Relationship Type="http://schemas.openxmlformats.org/officeDocument/2006/relationships/extended-properties" Target="/docProps/app.xml" Id="R239d0b70f93548af" /><Relationship Type="http://schemas.openxmlformats.org/officeDocument/2006/relationships/officeDocument" Target="/ppt/presentation.xml" Id="Rf34ac392deca4a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a081733302c4ecc"/>
  </p:sldMasterIdLst>
  <p:notesMasterIdLst>
    <p:notesMasterId xmlns:r="http://schemas.openxmlformats.org/officeDocument/2006/relationships" r:id="Rf6764764743d486c"/>
  </p:notesMasterIdLst>
  <p:sldIdLst>
    <p:sldId xmlns:r="http://schemas.openxmlformats.org/officeDocument/2006/relationships" id="256" r:id="R79eddae8f3454045"/>
    <p:sldId xmlns:r="http://schemas.openxmlformats.org/officeDocument/2006/relationships" id="257" r:id="Rd79334ab891142b2"/>
    <p:sldId xmlns:r="http://schemas.openxmlformats.org/officeDocument/2006/relationships" id="258" r:id="R7e7f556107bf4725"/>
    <p:sldId xmlns:r="http://schemas.openxmlformats.org/officeDocument/2006/relationships" id="259" r:id="Rcf93cd0a1aef4672"/>
    <p:sldId xmlns:r="http://schemas.openxmlformats.org/officeDocument/2006/relationships" id="260" r:id="R8988a1679f344d7d"/>
    <p:sldId xmlns:r="http://schemas.openxmlformats.org/officeDocument/2006/relationships" id="261" r:id="R2f7faa58dc4a4dc2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7977f158b44403" /><Relationship Type="http://schemas.openxmlformats.org/officeDocument/2006/relationships/slideMaster" Target="/ppt/slideMasters/slideMaster1.xml" Id="R3a081733302c4ecc" /><Relationship Type="http://schemas.openxmlformats.org/officeDocument/2006/relationships/notesMaster" Target="/ppt/notesMasters/notesMaster1.xml" Id="Rf6764764743d486c" /><Relationship Type="http://schemas.openxmlformats.org/officeDocument/2006/relationships/presProps" Target="/ppt/presProps.xml" Id="R1ab40300424a45df" /><Relationship Type="http://schemas.openxmlformats.org/officeDocument/2006/relationships/viewProps" Target="/ppt/viewProps.xml" Id="Rc06236fa72c847e0" /><Relationship Type="http://schemas.openxmlformats.org/officeDocument/2006/relationships/tableStyles" Target="/ppt/tableStyles.xml" Id="R64471010404342bc" /><Relationship Type="http://schemas.openxmlformats.org/officeDocument/2006/relationships/slide" Target="/ppt/slides/slide1.xml" Id="R79eddae8f3454045" /><Relationship Type="http://schemas.openxmlformats.org/officeDocument/2006/relationships/slide" Target="/ppt/slides/slide2.xml" Id="Rd79334ab891142b2" /><Relationship Type="http://schemas.openxmlformats.org/officeDocument/2006/relationships/slide" Target="/ppt/slides/slide3.xml" Id="R7e7f556107bf4725" /><Relationship Type="http://schemas.openxmlformats.org/officeDocument/2006/relationships/slide" Target="/ppt/slides/slide4.xml" Id="Rcf93cd0a1aef4672" /><Relationship Type="http://schemas.openxmlformats.org/officeDocument/2006/relationships/slide" Target="/ppt/slides/slide5.xml" Id="R8988a1679f344d7d" /><Relationship Type="http://schemas.openxmlformats.org/officeDocument/2006/relationships/slide" Target="/ppt/slides/slide6.xml" Id="R2f7faa58dc4a4dc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4a06149c7549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9b2710dd1f4524" /><Relationship Type="http://schemas.openxmlformats.org/officeDocument/2006/relationships/notesMaster" Target="/ppt/notesMasters/notesMaster1.xml" Id="R05e1278c67a4448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ce980c673e42c5" /><Relationship Type="http://schemas.openxmlformats.org/officeDocument/2006/relationships/notesMaster" Target="/ppt/notesMasters/notesMaster1.xml" Id="R2bbcfd355e504f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897212301f4a52" /><Relationship Type="http://schemas.openxmlformats.org/officeDocument/2006/relationships/notesMaster" Target="/ppt/notesMasters/notesMaster1.xml" Id="R47a4e01a8d4345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14e3d9f82540a1" /><Relationship Type="http://schemas.openxmlformats.org/officeDocument/2006/relationships/notesMaster" Target="/ppt/notesMasters/notesMaster1.xml" Id="R846b926d3a0144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52f494b3c54fea" /><Relationship Type="http://schemas.openxmlformats.org/officeDocument/2006/relationships/notesMaster" Target="/ppt/notesMasters/notesMaster1.xml" Id="Rc302039103bd4a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363027118b41f9" /><Relationship Type="http://schemas.openxmlformats.org/officeDocument/2006/relationships/notesMaster" Target="/ppt/notesMasters/notesMaster1.xml" Id="Reb2befc1095d45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4a6a1a22845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3f645df8d24b3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0352ed0a85442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974d4e9f9848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52ec46242a4a0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2584e6f0eb40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1629813914a5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1e46c1d1a46c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6447e3a6ad454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e1a45ac33845b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fee903f0ec4cb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5CCB85A-D7B9-4E4D-A62A-8412E2CB968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FA74759-FE51-4781-A1CF-D129C4E811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F682D1-C9B5-4991-8768-C7690805AD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C4FBF7-8A05-4088-A012-B76A03616C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B39326-2955-4D31-8314-38116C2CE3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79BD4E4-42D2-4237-9992-AF4946857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23A5673-65E6-4484-B44A-F1122C51C32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61E9994-96F1-4555-AB95-0C615CDBB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8FD51DA-725F-4419-9953-B0AEA7FC2A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27D3143-2CC0-4D25-8689-E4FC4E36F7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4F7CA8-EE0D-4323-ACC5-8BE3F3F9A4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4DED96E-F0E5-449F-BBA8-746DB50921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147888-BE80-4E50-81F6-3C623F3D59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D9C98D4-5A77-4A1F-AD82-FE5C63F09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3953B9-74D3-4780-B0D8-D347E9EFF9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B2513C-2672-4EA3-AA6F-0183EEF8A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BEFD39-31D1-40BA-B078-C83E1B2F5C7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E9878AA-A6E8-4348-8267-77E0D20267F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2702E96-B71B-4204-8398-DD76CD1C48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2FB6750-9726-4467-99DC-6A56269780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1B73CA-EF54-456D-9CEF-4D4C50A16B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D9D161-1E4E-44EC-8B5C-7F4123CD49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074F0AF-A951-4B5E-BF6F-DC122B98F08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8B19E2C-8413-4256-BA7B-C2AB7D5B0BC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1D13CC7-9C77-4EFE-A18B-9A72FE76E50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B583814-8188-46DB-A195-46FC500F6CA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F60026E7-9654-40C5-9D34-718D381C88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67D6CBF-BCDE-4B39-81A5-C0E3B71734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99B82AD-C4B9-40B5-8376-FF96EF3A59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F35C66-B478-434B-BACF-DCD55233B9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7A83E79-9EAE-4D87-86BE-2ECC997762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85AD2D-C609-4FBC-BF2D-EE1DADADB9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DE447E8-D467-44BB-AD8E-73FDE6A0BB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42DC740-5E70-49A0-8D6D-F9CF45DB177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DA7EECAE-5B88-4C64-BD46-7375E28057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79AFDE5-3BEE-483E-8E86-E6F4632553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A74DFFE-1261-469E-B138-D805D514AB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23262CF-62A3-43C1-85F7-9465FA3198F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7F0F543-15BB-4E2D-98DF-852EEB57AC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332BACD-B2E2-4A3D-82C2-2628851AAB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CD157C7-AFD6-43EE-9E80-817B1DEEF6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2E2F009-7FE7-40B8-9802-CA000F0F7E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A69065-710C-49F0-8173-04F10F1C7D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930FC308-87BD-42A0-832E-06DE9DBD9DA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34F9E07-4C26-4F39-9E7E-1B57657A07F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4AAB1A8-65D8-4CFD-90ED-0FDF38AB33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BCD8DF7-6032-4804-B475-345973A497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9F60AD1-E57A-4440-A4A6-E82B8525F7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F25644-8ACB-4CBA-BE6D-59C9C087A6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0E2EF74-EE6A-469A-B176-8E22BCDEFB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77D5CAB-2176-478E-9C9D-11C8822065B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82C8F63-594B-46A4-89F0-6317F4B50F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EA9EDB-17CB-441B-A77B-C017FC881E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BE58A86-7269-4D8A-B9A7-04B93DDA22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E452E3-ADB0-4DAB-B39C-89F2E04885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5A2181-3218-4A91-92CF-3B1C3E18C8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E133F5-5E27-4E2E-9FB3-FBE9F4B590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5B937C-5EEB-46FA-933D-FFF11A177B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d864afd63545a9" /><Relationship Type="http://schemas.openxmlformats.org/officeDocument/2006/relationships/slideLayout" Target="/ppt/slideLayouts/slideLayout1.xml" Id="R8f23a0fb8f21476d" /><Relationship Type="http://schemas.openxmlformats.org/officeDocument/2006/relationships/slideLayout" Target="/ppt/slideLayouts/slideLayout2.xml" Id="Re6b792a4121f438f" /><Relationship Type="http://schemas.openxmlformats.org/officeDocument/2006/relationships/slideLayout" Target="/ppt/slideLayouts/slideLayout3.xml" Id="R1ab8f9d0f0ba4fbd" /><Relationship Type="http://schemas.openxmlformats.org/officeDocument/2006/relationships/slideLayout" Target="/ppt/slideLayouts/slideLayout4.xml" Id="R44b4bd2603424829" /><Relationship Type="http://schemas.openxmlformats.org/officeDocument/2006/relationships/slideLayout" Target="/ppt/slideLayouts/slideLayout5.xml" Id="Rd2db3f01a4ae460b" /><Relationship Type="http://schemas.openxmlformats.org/officeDocument/2006/relationships/slideLayout" Target="/ppt/slideLayouts/slideLayout6.xml" Id="Rec218654c70d4b74" /><Relationship Type="http://schemas.openxmlformats.org/officeDocument/2006/relationships/slideLayout" Target="/ppt/slideLayouts/slideLayout7.xml" Id="Rf6bdb71452ab474f" /><Relationship Type="http://schemas.openxmlformats.org/officeDocument/2006/relationships/slideLayout" Target="/ppt/slideLayouts/slideLayout8.xml" Id="R3f1d8e5116084dbe" /><Relationship Type="http://schemas.openxmlformats.org/officeDocument/2006/relationships/slideLayout" Target="/ppt/slideLayouts/slideLayout9.xml" Id="R1a206197ab23430f" /><Relationship Type="http://schemas.openxmlformats.org/officeDocument/2006/relationships/slideLayout" Target="/ppt/slideLayouts/slideLayout10.xml" Id="R75d5b39f621945a3" /><Relationship Type="http://schemas.openxmlformats.org/officeDocument/2006/relationships/slideLayout" Target="/ppt/slideLayouts/slideLayout11.xml" Id="Rb5fcbc065d40440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3F9585E-969D-4B83-BF98-FE1A014963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6E10B1-D079-47E0-BC1D-AC55EEFE8B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2BD0F4E-C820-4FAB-AC7B-B971A4058DF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1CB7F5-5DF4-40BF-AD0D-321EF3E58D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99628B-BBAA-4DD2-A8A6-FE4620B346D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23a0fb8f21476d"/>
    <p:sldLayoutId xmlns:r="http://schemas.openxmlformats.org/officeDocument/2006/relationships" id="2147483650" r:id="Re6b792a4121f438f"/>
    <p:sldLayoutId xmlns:r="http://schemas.openxmlformats.org/officeDocument/2006/relationships" id="2147483651" r:id="R1ab8f9d0f0ba4fbd"/>
    <p:sldLayoutId xmlns:r="http://schemas.openxmlformats.org/officeDocument/2006/relationships" id="2147483652" r:id="R44b4bd2603424829"/>
    <p:sldLayoutId xmlns:r="http://schemas.openxmlformats.org/officeDocument/2006/relationships" id="2147483653" r:id="Rd2db3f01a4ae460b"/>
    <p:sldLayoutId xmlns:r="http://schemas.openxmlformats.org/officeDocument/2006/relationships" id="2147483654" r:id="Rec218654c70d4b74"/>
    <p:sldLayoutId xmlns:r="http://schemas.openxmlformats.org/officeDocument/2006/relationships" id="2147483655" r:id="Rf6bdb71452ab474f"/>
    <p:sldLayoutId xmlns:r="http://schemas.openxmlformats.org/officeDocument/2006/relationships" id="2147483656" r:id="R3f1d8e5116084dbe"/>
    <p:sldLayoutId xmlns:r="http://schemas.openxmlformats.org/officeDocument/2006/relationships" id="2147483657" r:id="R1a206197ab23430f"/>
    <p:sldLayoutId xmlns:r="http://schemas.openxmlformats.org/officeDocument/2006/relationships" id="2147483658" r:id="R75d5b39f621945a3"/>
    <p:sldLayoutId xmlns:r="http://schemas.openxmlformats.org/officeDocument/2006/relationships" id="2147483659" r:id="Rb5fcbc065d40440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5c913728c4e4cef" /><Relationship Type="http://schemas.openxmlformats.org/officeDocument/2006/relationships/notesSlide" Target="/ppt/notesSlides/notesSlide1.xml" Id="R52b7f3d90ea54e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8af75f49eb141e3" /><Relationship Type="http://schemas.openxmlformats.org/officeDocument/2006/relationships/notesSlide" Target="/ppt/notesSlides/notesSlide2.xml" Id="R6798e0d7a70446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ee1fd44f32846e1" /><Relationship Type="http://schemas.openxmlformats.org/officeDocument/2006/relationships/notesSlide" Target="/ppt/notesSlides/notesSlide3.xml" Id="Ra19ed6444b8346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32ac97ee064d95" /><Relationship Type="http://schemas.openxmlformats.org/officeDocument/2006/relationships/notesSlide" Target="/ppt/notesSlides/notesSlide4.xml" Id="R055fa57686344d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6e54c810494fe6" /><Relationship Type="http://schemas.openxmlformats.org/officeDocument/2006/relationships/notesSlide" Target="/ppt/notesSlides/notesSlide5.xml" Id="R5a5dc2d710494e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8e07fe72c848fb" /><Relationship Type="http://schemas.openxmlformats.org/officeDocument/2006/relationships/notesSlide" Target="/ppt/notesSlides/notesSlide6.xml" Id="R80e5ed97e1e140e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705E60A-B455-4103-9EF8-20663E14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E489C93-251A-420A-9027-BD92D162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3ABDD0D-2F99-4D49-BC60-43DE5C4C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3E5AA34-E36B-4A79-B24E-7AF35430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Suppea päätöksenteon tiivistelmä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63C5F9C-4B90-4B00-882D-66191FCD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947525-8745-41D9-ADBE-D92127EB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4B7C642-C55C-41C6-89F9-A62CB836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2026.07.24-21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C2F6E47-2BF5-40C9-A2D5-3C39AA8C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2026-07-24
6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DA059B7-2C75-405D-8661-BE9353AD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08C045D-5F16-4792-83C6-47C670FD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D1B836-11CD-4AB8-BF60-6173086A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4064139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CB84B5-59F0-45E5-AE4E-F16FE0D1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BD90804-F913-46AF-8C5B-5C50559F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Rahoitusteesi perustuu näyttöön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FB62B3-8FD7-4B7C-9B6D-06B87F8EE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19AF0C-3C17-4C21-B467-39AE7644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595D22-4E4D-46D2-B465-CFF656EE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12E093F-E3BA-4567-8E68-C9D2E164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32ADA79-D429-4933-A1A4-D29DC8FE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7A88C6-1DD1-413E-AE68-090AA12E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Saksa: kaksi virallista ratkaisua; lopullisuus- ja aluerajat säilyvät.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3DBA9D-ACC4-4E9F-AC77-E72E3B2E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F34D202-0C7B-406D-AEFF-A543E624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Pankin lukutapa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48B61A0-61E3-4C57-9C66-7C696067E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  <p:extLst>
      <p:ext uri="{BB962C8B-B14F-4D97-AF65-F5344CB8AC3E}">
        <p14:creationId xmlns:p14="http://schemas.microsoft.com/office/powerpoint/2010/main" val="51836339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FE3B254-C69E-4F71-AB0E-CE65C242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 JA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ACA02E5-2288-4BB5-A441-2064F8D6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Patenttihistoria antaa vahvan mutta rajatun ankkurin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CDE51F-CA25-4631-90A7-9F982FB7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74C3D1E-021D-4241-8193-38251A4B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51F530A-FBC1-4D10-84BD-C81C166E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7D036D5-9241-4CD4-8178-4CF09A6F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22A9F8EA-169E-48DA-AEFF-D65CB27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23B6BB3-FB30-4151-B8C3-A7A23A3B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439126-82B0-4784-B9B3-4AFB9A18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vaatimusta EP3032975B2:ssa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E1F3484-E988-4CC2-A609-2C02704B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12EC278-FD13-4459-A9E6-90B58E94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156844F-32B6-4A80-9D67-915F2CE22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DFBBF1BC-97D2-4EC7-9825-462F346F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AB466A8-2C9C-499A-BB66-0A25FECD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6812EAA-43F1-4E9E-9B32-58BDC8D7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ratkaisua: Saksa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CB970C9-4AB3-4731-B629-A090402C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39FAF564-2747-4434-BC72-B4F50CB9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7F82876-A82B-45E1-8542-A561649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E4FA507-3ED3-4E4E-8710-DAF6FF7A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  <p:extLst>
      <p:ext uri="{BB962C8B-B14F-4D97-AF65-F5344CB8AC3E}">
        <p14:creationId xmlns:p14="http://schemas.microsoft.com/office/powerpoint/2010/main" val="18092529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8448F0F-DCD1-453C-A9A2-5F42C1B6C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E1A73B-4C6A-4EEB-941A-A3362EE1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 markkina-arvo ei ole vielä tuettu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B946633-34C2-4B78-9884-B118CB37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79A8DE7-EC29-4BC2-BC00-79474418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A7C40A-6A25-444D-873D-82C1AE2F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Statistics Canada; Health Canada; New Zealand Ministry of Health; Destatis; Vero; Sejm; Ruotsin hallitus; FTC; European Commission;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48C6E9-E586-41E3-A894-1FF75CBE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BE997B9-2B89-4B95-8025-1A653688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35ACC81-ABFC-4C74-AC06-0CDC83FD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6BE29E3-7F53-4911-AE68-30AA54B1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vuosihavaintoa 7 maasta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F93CE74-BAF6-48CE-89F2-2950820F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4DA82CC-0160-4548-9FA9-819818B0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533,7–731,2 milj. NZD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50F391-F49A-4705-A32A-7053FBF6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≈298,5–408,9 milj. EUR · ECB 2024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8377AF5-5029-4047-81AD-480D481F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7E91956-0485-41BA-A9A6-CBE03E72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079A11C-CB2E-4700-A3B9-8C143732E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komission julkaisema vertailuarvo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CB4B26B-503E-4748-A4D6-D2B88D8BE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5/5 ehdokasta jäi D1–D10-portin ulkopuolelle; hyväksytty donor-portti on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3C1D2FC-5975-417F-B956-1E9FCA75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1AFB5DA-F302-4624-AEE6-CCDC8274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F825DA8-57E5-4AD7-B2EE-740BB7CE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2024: retail 1,219 mrd CAD (≈822,6 milj. EUR; ECB 2024); toimitukset 1,161 mrd CAD (≈783,2 milj. EUR; ECB 2024); kaikki retail-neljännekset E-laatua. NZ on malli; FTC 2021 2,763 mrd USD (≈2,336 mrd EUR; ECB 2021) on valmistajaraportointia. Mittareita ei summata.</a:t>
            </a:r>
          </a:p>
        </p:txBody>
      </p:sp>
    </p:spTree>
    <p:extLst>
      <p:ext uri="{BB962C8B-B14F-4D97-AF65-F5344CB8AC3E}">
        <p14:creationId xmlns:p14="http://schemas.microsoft.com/office/powerpoint/2010/main" val="160688597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ED27F1A-972A-4FDD-9934-06B1264B4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 JA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506E7B-0240-4B75-814D-BF06CBA8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Puutteet ovat rajattavissa konkreettiseksi työohjelmaksi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FE4B9F8-55A7-4616-9261-89BEB5D3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6B8F45-4940-42D4-A026-652A83BE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0E5D48-6905-46EB-B654-302859C0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2026.07.24-21 · 2026-07-24 · Lähteet: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F350514-D338-4164-BDAA-9ED33C52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Puutuva 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Miksi ratkaiseva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Seuraava todiste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CAFAFAE-D748-43E8-8CFC-8EE7A38B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Pankkikelpoisuus paranee eniten, kun nämä neljä aukkoa suljetaan ennen arvokeskustelua.</a:t>
            </a:r>
          </a:p>
        </p:txBody>
      </p:sp>
    </p:spTree>
    <p:extLst>
      <p:ext uri="{BB962C8B-B14F-4D97-AF65-F5344CB8AC3E}">
        <p14:creationId xmlns:p14="http://schemas.microsoft.com/office/powerpoint/2010/main" val="4447716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22A54CE-CBF6-4314-9081-7EE7A154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B91A155-DA37-487C-978F-9D4BC1CE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4F7386F-856E-48B8-A8A2-16FC1740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0–30 päivää: omistus-, rasite-, maksu- ja oikeusmatriisi.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31–60 päivää: priorisoidut claim chartit, markkinamyynnin rajaus ja vastapuolidata.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61–90 päivää: riippumaton arvonmääritys, kassavirtaskenaariot ja rahoitusehdot.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A3EE5EF-2542-46A2-B980-6E2E1BA88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2026.07.24-21 · 2026-07-24 · 6 / 6</a:t>
            </a:r>
          </a:p>
        </p:txBody>
      </p:sp>
    </p:spTree>
    <p:extLst>
      <p:ext uri="{BB962C8B-B14F-4D97-AF65-F5344CB8AC3E}">
        <p14:creationId xmlns:p14="http://schemas.microsoft.com/office/powerpoint/2010/main" val="81767012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2026-07-24T13:59:15.8080000Z</dcterms:created>
  <dcterms:modified xsi:type="dcterms:W3CDTF">2026-07-24T13:59:15.8080000Z</dcterms:modified>
</coreProperties>
</file>