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437e6bd28984aaa" /><Relationship Type="http://schemas.openxmlformats.org/officeDocument/2006/relationships/extended-properties" Target="/docProps/app.xml" Id="R7d913547b52840af" /><Relationship Type="http://schemas.openxmlformats.org/officeDocument/2006/relationships/officeDocument" Target="/ppt/presentation.xml" Id="R52847dd39fdf4e4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ec1ff36a0a944d2"/>
  </p:sldMasterIdLst>
  <p:notesMasterIdLst>
    <p:notesMasterId xmlns:r="http://schemas.openxmlformats.org/officeDocument/2006/relationships" r:id="R6ba250ac5f3e42cc"/>
  </p:notesMasterIdLst>
  <p:sldIdLst>
    <p:sldId xmlns:r="http://schemas.openxmlformats.org/officeDocument/2006/relationships" id="256" r:id="Rd937c6526fc64edf"/>
    <p:sldId xmlns:r="http://schemas.openxmlformats.org/officeDocument/2006/relationships" id="257" r:id="Ra3a0799d85334619"/>
    <p:sldId xmlns:r="http://schemas.openxmlformats.org/officeDocument/2006/relationships" id="258" r:id="R2ebc4650d9914693"/>
    <p:sldId xmlns:r="http://schemas.openxmlformats.org/officeDocument/2006/relationships" id="259" r:id="Rb4641877ae584165"/>
    <p:sldId xmlns:r="http://schemas.openxmlformats.org/officeDocument/2006/relationships" id="260" r:id="R6d66d3f98eaa4217"/>
    <p:sldId xmlns:r="http://schemas.openxmlformats.org/officeDocument/2006/relationships" id="261" r:id="R27687315c4b04bd4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e39ec913d3b49a9" /><Relationship Type="http://schemas.openxmlformats.org/officeDocument/2006/relationships/slideMaster" Target="/ppt/slideMasters/slideMaster1.xml" Id="R3ec1ff36a0a944d2" /><Relationship Type="http://schemas.openxmlformats.org/officeDocument/2006/relationships/notesMaster" Target="/ppt/notesMasters/notesMaster1.xml" Id="R6ba250ac5f3e42cc" /><Relationship Type="http://schemas.openxmlformats.org/officeDocument/2006/relationships/presProps" Target="/ppt/presProps.xml" Id="R515d315fa5804b05" /><Relationship Type="http://schemas.openxmlformats.org/officeDocument/2006/relationships/viewProps" Target="/ppt/viewProps.xml" Id="R96590b84a4d84cb2" /><Relationship Type="http://schemas.openxmlformats.org/officeDocument/2006/relationships/tableStyles" Target="/ppt/tableStyles.xml" Id="R1afa0a1d02d64fe6" /><Relationship Type="http://schemas.openxmlformats.org/officeDocument/2006/relationships/slide" Target="/ppt/slides/slide1.xml" Id="Rd937c6526fc64edf" /><Relationship Type="http://schemas.openxmlformats.org/officeDocument/2006/relationships/slide" Target="/ppt/slides/slide2.xml" Id="Ra3a0799d85334619" /><Relationship Type="http://schemas.openxmlformats.org/officeDocument/2006/relationships/slide" Target="/ppt/slides/slide3.xml" Id="R2ebc4650d9914693" /><Relationship Type="http://schemas.openxmlformats.org/officeDocument/2006/relationships/slide" Target="/ppt/slides/slide4.xml" Id="Rb4641877ae584165" /><Relationship Type="http://schemas.openxmlformats.org/officeDocument/2006/relationships/slide" Target="/ppt/slides/slide5.xml" Id="R6d66d3f98eaa4217" /><Relationship Type="http://schemas.openxmlformats.org/officeDocument/2006/relationships/slide" Target="/ppt/slides/slide6.xml" Id="R27687315c4b04bd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b80458080134f5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7e6fd92fc2c4303" /><Relationship Type="http://schemas.openxmlformats.org/officeDocument/2006/relationships/notesMaster" Target="/ppt/notesMasters/notesMaster1.xml" Id="Rf3c803d7453f4e6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9d3959c81964cf4" /><Relationship Type="http://schemas.openxmlformats.org/officeDocument/2006/relationships/notesMaster" Target="/ppt/notesMasters/notesMaster1.xml" Id="R37eacac2fece4ff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a059874a5bc46bd" /><Relationship Type="http://schemas.openxmlformats.org/officeDocument/2006/relationships/notesMaster" Target="/ppt/notesMasters/notesMaster1.xml" Id="Rf0416f8c40b04ce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b54e7a40ef54fa4" /><Relationship Type="http://schemas.openxmlformats.org/officeDocument/2006/relationships/notesMaster" Target="/ppt/notesMasters/notesMaster1.xml" Id="R1fa94596c5cc491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75ea5ecf5184298" /><Relationship Type="http://schemas.openxmlformats.org/officeDocument/2006/relationships/notesMaster" Target="/ppt/notesMasters/notesMaster1.xml" Id="Rd0260684d58b41b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6f1d30ee95a467a" /><Relationship Type="http://schemas.openxmlformats.org/officeDocument/2006/relationships/notesMaster" Target="/ppt/notesMasters/notesMaster1.xml" Id="Re94bf89ce1f349d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3dde5d64064e2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4d95c352ed473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5ea441b28f48e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645106f908460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5d0922b5044a9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c69ed0d4c0478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bd50158f9f4e4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ca6b35435c4b1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8861854a374db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d9572c407c4ff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4c2450a2df4d0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CBB0B0F-3D41-4D3B-A8F1-651FF49A664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69C4E8D-A343-466F-A4F9-F95B0556E5F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8DD0D72-071A-4486-9EDD-8771A577A02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0071B55-039A-4B6F-8911-AE0A1E3B255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FC28EDF-0763-4A75-82B2-49A8DEEE892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1C32F73-020A-4D40-95E9-B746BB80E1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787C394-11DB-4DEA-861C-8E40035F362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C0AEE79-9D94-4CA2-AC24-74C2CAA99A1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DC9C980-C1FA-443A-8421-844D25B41D1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99464E4-4FC5-4A43-986B-51ED8C467E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6F86CE-11C9-453F-83ED-658EBB75CB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5968181-6708-437D-AC8D-740A4E0109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B7D649C-98CB-4EFC-BA3A-222C810B929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B4D222F-A8B5-45D4-BBCB-D47C7AEA91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7EAF876-026E-412A-8439-74894C14CE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D7FB6E4-CA88-4BAC-BB5E-927C58590D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F600267-AE53-42D7-BFE9-511D5A63D7C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C72847E-3CC8-4A3E-A0FA-08C41C7B575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588A588-3705-49F7-A5AC-272EC94FA32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57057B3-81DD-49BB-9FBB-F037E18C8CD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5E8AE02-773B-4D4A-BE52-7637ECFE758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595BB5-9F05-4048-8B9A-4F3F33B433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481F311-E9D4-47CB-9ABB-CC38AFDF495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9D093146-D5F3-4F43-922F-199005A569F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DB6A65F-1608-407D-B3DC-AB497956A45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D3D9616-721A-495E-93CA-0810202E85D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30FE205-59C1-47B1-B309-A5B83A354F2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FFAAB32F-9568-43C2-82D7-A5929BE0FB1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BC1B78E-AE8F-40A4-8802-291C237868A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DB4D049-4405-4B73-893C-3F34C77EF4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B1CA887A-E4C7-4206-8EC3-3464A2DCF9B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8FE28B5-2DD0-48A2-A169-F9CF762C052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5F77A28-D9DE-455E-9918-DCA6A5E163F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2FA939A-3455-4F09-8CDD-511C61290D9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298E94C-7952-4457-BB3B-F60E2BD3F27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9518B8D-3986-493B-92ED-9B77CC6C163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C8BC37-DD2B-4B56-90B6-98D81092ED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EDA5CB5-5C35-4931-9B4B-69971E8A2A9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4E29216-52B6-446D-AD80-8575A9EAA96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6A7B0C4-D76B-43B5-AD93-7B322C34BB9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B6359C8-7224-41C1-B79B-F8F20C17263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8E7AEDC-BA19-4CBC-B707-62136BB55E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6ABBD9B-2A9C-4590-BF00-307F7C4FD9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1D62C67-C69A-412F-8963-83AD07C179F4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934433C-4670-4DA1-9EDE-810D9796858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C7269C3-A6C2-4322-97C6-E050AF1048F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408A034-728A-4FEB-8E21-CF76A026864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EAD9B20-D8D3-4C84-933D-E46F0D0D62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5B1B62-7F44-4D4A-AB50-D08F1F4710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6E2FD54-F657-4390-B4BF-F8B44B4934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B88748-C594-46FE-88D1-D1B4572E7D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5964E97-F802-4D26-9834-2F803655B53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42EFAD7-6663-47A9-8A70-56B3F0775A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CEE401CB-43B8-4EB5-9127-68B96E7135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2850403-977D-4728-AA4F-7EB9AAB8C7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889A5CF-B21F-4E39-8A8C-C60AA749946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A4BAE2A-1410-4FAD-95AE-FC3EDB7628A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23EB921-DD93-4E19-BF4E-F9E05D2448E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6d9a26570494859" /><Relationship Type="http://schemas.openxmlformats.org/officeDocument/2006/relationships/slideLayout" Target="/ppt/slideLayouts/slideLayout1.xml" Id="Rb0186a9981604758" /><Relationship Type="http://schemas.openxmlformats.org/officeDocument/2006/relationships/slideLayout" Target="/ppt/slideLayouts/slideLayout2.xml" Id="R6710bfe5c53f4f2f" /><Relationship Type="http://schemas.openxmlformats.org/officeDocument/2006/relationships/slideLayout" Target="/ppt/slideLayouts/slideLayout3.xml" Id="Raa74ef1985454d6c" /><Relationship Type="http://schemas.openxmlformats.org/officeDocument/2006/relationships/slideLayout" Target="/ppt/slideLayouts/slideLayout4.xml" Id="R6dfcb4422e37400b" /><Relationship Type="http://schemas.openxmlformats.org/officeDocument/2006/relationships/slideLayout" Target="/ppt/slideLayouts/slideLayout5.xml" Id="Rf4da700f2c054ea6" /><Relationship Type="http://schemas.openxmlformats.org/officeDocument/2006/relationships/slideLayout" Target="/ppt/slideLayouts/slideLayout6.xml" Id="R9e5055e438be4284" /><Relationship Type="http://schemas.openxmlformats.org/officeDocument/2006/relationships/slideLayout" Target="/ppt/slideLayouts/slideLayout7.xml" Id="R75bfe9a2c1a442a0" /><Relationship Type="http://schemas.openxmlformats.org/officeDocument/2006/relationships/slideLayout" Target="/ppt/slideLayouts/slideLayout8.xml" Id="Ref289043ac6349b3" /><Relationship Type="http://schemas.openxmlformats.org/officeDocument/2006/relationships/slideLayout" Target="/ppt/slideLayouts/slideLayout9.xml" Id="R2ba20051d35e40d6" /><Relationship Type="http://schemas.openxmlformats.org/officeDocument/2006/relationships/slideLayout" Target="/ppt/slideLayouts/slideLayout10.xml" Id="Rf57cb067f2c646c9" /><Relationship Type="http://schemas.openxmlformats.org/officeDocument/2006/relationships/slideLayout" Target="/ppt/slideLayouts/slideLayout11.xml" Id="R17be2e8f509f4a3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6DA727A7-A2DC-42A2-B059-9207167A00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23EE68D-7C35-429B-B1BB-5002CCA5B75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C7D41D9-D63F-41FD-8234-6BE19E7234B2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4D57040-07C0-43F0-BA90-69B3E23DD36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F3A89A6-5F3B-4F60-BD2A-6B412E634BF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0186a9981604758"/>
    <p:sldLayoutId xmlns:r="http://schemas.openxmlformats.org/officeDocument/2006/relationships" id="2147483650" r:id="R6710bfe5c53f4f2f"/>
    <p:sldLayoutId xmlns:r="http://schemas.openxmlformats.org/officeDocument/2006/relationships" id="2147483651" r:id="Raa74ef1985454d6c"/>
    <p:sldLayoutId xmlns:r="http://schemas.openxmlformats.org/officeDocument/2006/relationships" id="2147483652" r:id="R6dfcb4422e37400b"/>
    <p:sldLayoutId xmlns:r="http://schemas.openxmlformats.org/officeDocument/2006/relationships" id="2147483653" r:id="Rf4da700f2c054ea6"/>
    <p:sldLayoutId xmlns:r="http://schemas.openxmlformats.org/officeDocument/2006/relationships" id="2147483654" r:id="R9e5055e438be4284"/>
    <p:sldLayoutId xmlns:r="http://schemas.openxmlformats.org/officeDocument/2006/relationships" id="2147483655" r:id="R75bfe9a2c1a442a0"/>
    <p:sldLayoutId xmlns:r="http://schemas.openxmlformats.org/officeDocument/2006/relationships" id="2147483656" r:id="Ref289043ac6349b3"/>
    <p:sldLayoutId xmlns:r="http://schemas.openxmlformats.org/officeDocument/2006/relationships" id="2147483657" r:id="R2ba20051d35e40d6"/>
    <p:sldLayoutId xmlns:r="http://schemas.openxmlformats.org/officeDocument/2006/relationships" id="2147483658" r:id="Rf57cb067f2c646c9"/>
    <p:sldLayoutId xmlns:r="http://schemas.openxmlformats.org/officeDocument/2006/relationships" id="2147483659" r:id="R17be2e8f509f4a39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d7a5e546bb84740" /><Relationship Type="http://schemas.openxmlformats.org/officeDocument/2006/relationships/notesSlide" Target="/ppt/notesSlides/notesSlide1.xml" Id="Rbdaf91e3cec6467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a63331edef446f7" /><Relationship Type="http://schemas.openxmlformats.org/officeDocument/2006/relationships/notesSlide" Target="/ppt/notesSlides/notesSlide2.xml" Id="R3e8cd2d85be1427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6146a0876e140e2" /><Relationship Type="http://schemas.openxmlformats.org/officeDocument/2006/relationships/notesSlide" Target="/ppt/notesSlides/notesSlide3.xml" Id="R9c44349e73ca4c8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92f66bd353445f7" /><Relationship Type="http://schemas.openxmlformats.org/officeDocument/2006/relationships/notesSlide" Target="/ppt/notesSlides/notesSlide4.xml" Id="R1abd07ad3f974a8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c35403de85049eb" /><Relationship Type="http://schemas.openxmlformats.org/officeDocument/2006/relationships/notesSlide" Target="/ppt/notesSlides/notesSlide5.xml" Id="Rfea063cdfc144f7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c3176e97dec408a" /><Relationship Type="http://schemas.openxmlformats.org/officeDocument/2006/relationships/notesSlide" Target="/ppt/notesSlides/notesSlide6.xml" Id="Re414b0b3eac3470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D4219B3-D7DD-4C3D-A0D0-75B4B0FC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61A587A-BFEB-4B08-B851-A2F41D179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E978E36-A784-4621-B489-6E7EE5B96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Puolustettavissa oleva patentin arvo</a:t>
            </a:r>
            <a:b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näyttöporttien kautta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BD9C3FA-29B0-4CD8-8A94-B8109CE1E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Riippumaton julkinen päätöstiivistelmä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51EDC64-0842-4F3B-AB57-E0F79ECB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734B81B-0A8F-451D-9047-9B5BBC547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5C159F8-7BB1-405B-B294-319525177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2026.08.03-44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1BADCDF-0369-40F2-8B2E-9B705849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2026-08-03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519B391-9059-49EC-93AA-82C2694FC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7F7B18C-4795-4801-A6C4-05A0CC4E2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70E54BD-2651-4877-9E18-5195E6A90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169488591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2F1F3E6-444A-4602-94C7-CD742528C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24F8F66-3A1A-4265-ABFB-16BDA9852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Rahoitusteesi: arvoa ei ole vielä laskettu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72F35E4-3C9A-411E-8CA8-EF4C1E82B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1C903C0-2A4E-4ACF-8441-1C32DBA31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BE3A216-17E2-427F-9BD2-3FC7B67B1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2026.08.03-44 · 2026-08-03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048B76B-D925-43D5-A13A-0D61978AC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D14656C-D11D-45BD-81AC-508B56CDE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Tavoite on arvioida puolustettavissa oleva patentin arvon vaihteluväli — ei nimetä suurinta mahdollista markkinalukua.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8BF346B-67F3-4656-B5E1-1CAB825E7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Seitsemän perustekohtaista, ei-yhteenlaskettavaa arvotulosta ovat null/NOT_COMPUTED; kaikki seitsemän arvonmääritysporttia ovat OPEN.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Markkinaevidenssi on vain syöte: markkinan koko ei ole patentin arvo eikä puuttuva evidenssi ole nolla.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Saksan ratkaisu on vain mahdollinen tapauskohtainen evidenssi ratkaistulle tuotteelle ja vaatimukselle; siirto vaatii uuden asiantuntija-arvion.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8178C52-452E-4D0F-845C-AD37AD166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63833B1-A67E-4ED5-803B-78CDBFAF8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Pankin lukutapa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301EE0F-BA33-4F98-B8DF-015AE2BFD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Nykyinen evidenssi tukee jatkotarkastusta, ei vielä tiettyä patenttiarvoa, lainamäärää tai osakearvoa.</a:t>
            </a:r>
          </a:p>
        </p:txBody>
      </p:sp>
    </p:spTree>
    <p:extLst>
      <p:ext uri="{BB962C8B-B14F-4D97-AF65-F5344CB8AC3E}">
        <p14:creationId xmlns:p14="http://schemas.microsoft.com/office/powerpoint/2010/main" val="53771085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1E1DC29-524C-42B5-84C0-3E352ED1A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 JA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93858DD-D9FD-4B00-BA28-6050B20E3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näyttö kalibroi — se ei globalisoi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3187CF4-1295-49BB-B87C-3865FD91F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9516AF7-E741-4AA5-9041-EEA3DC355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8CA92BD-8499-4571-A23F-EE3EDBAEE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2026.08.03-44 · 2026-08-03 · Lähteet: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2C421D2-0ED7-418B-9FFE-EDAD636FD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DAD932B-DFA3-4E30-9D6F-D8B78A934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4C62987-93E9-4B58-90FE-DFA1F43BF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9B062B7-8EEE-4505-BBE3-CDEAD7965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vaatimusta EP3032975B2:ssa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F3A8D1A4-9784-4010-958D-C468AEC50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0AB2CFB-F156-4F36-B839-87F587773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EF958F4-C6BA-45E3-A85C-C6D4E9058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A239DB9-0AF4-41BA-B48B-ED3618B90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CC145F1-F346-4B92-AF6A-86C77869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2793B46-DE79-4C48-A3BA-A86378924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ratkaisua: Saksa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8B6797B-5516-41F7-B56C-37EEB15B0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Oikeusnäyttö on arvokasta vain maakohtaisen oikeuden, tuotevertailun ja paikallisen teon kanssa.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21CAE85-7FE7-43FE-9702-721A2032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6958774-5217-4D4C-A986-48BE0A924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7F7DE84-9587-4486-8E69-54F8BD76C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Oikeudet ovat alueellisia. Tavanomaiset PCT-/EP-laajennusajat ovat umpeutuneet; puuttuvien maiden poikkeusreitti vaatii maakohtaisen asiantuntija-arvion.</a:t>
            </a:r>
          </a:p>
        </p:txBody>
      </p:sp>
    </p:spTree>
    <p:extLst>
      <p:ext uri="{BB962C8B-B14F-4D97-AF65-F5344CB8AC3E}">
        <p14:creationId xmlns:p14="http://schemas.microsoft.com/office/powerpoint/2010/main" val="145310083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D81C84E-3132-4742-BBFC-4FB525882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B3A9CE1-2136-48F6-99B9-2D43B692E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Seitsemän askelta erillisiin arvotuloksiin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095FEE0-BA8A-40AC-A955-4A51DB70D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3F764C1-2700-4B24-A5CC-B6E1C5BD0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5D4CD49-59F0-4023-81B8-E767B084F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Riippumaton julkinen evidenssikooste · ei Pixan Oy:n virallinen kanta · 2026.08.03-44 · 2026-08-03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BA5744E-0459-478B-A6C2-ADC092E4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4C491B2B-68E4-4F86-899B-B896A6ED1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314927A-BAD9-46A7-B72E-08F8BC1FF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9B9C01F-560C-45DB-9812-5EF0009B0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pakollista porttia · kaikki OPEN · lopullinen arvo NOT_COMPUTED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043A5B0-D6C1-4217-8FBB-E4E10A70F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5E10B87-D359-4742-9C1C-212A71AF4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NOT_COMPUTED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C34D870-00EF-4367-AE5C-E8314F87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kaikki seitsemän arvotulosta = null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35E3408-EFE2-43EB-8EBA-5A836755E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3841A71-016A-482D-9765-B8EF5B1F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3A32E8A-1E93-4BAF-B3FE-2B1ACD809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komission julkaisema vertailuarvo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11A491A-EA70-4192-894E-0A79790FB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8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Markkinaevidenssi → rajausavainten täsmäytys → katettu myynti → reittikohtainen taloudellinen hyöty → painotetut päivätyt kassavirrat → nykyarvo/oikaisut → erillinen ei-yhteenlaskettava tulos.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7662424B-EB74-467C-9A55-30729855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7869DC40-312C-4922-B3C2-3581898D4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9E4728B-583D-4CF8-81BE-D190B4340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Lisensointi ei vaadi loukkausmyyntiä; vain menneen täytäntöönpanon haara vaatii. Puuttuva ei ole nolla. Donor 0/3 on evidenssivalmiuden syöte, ei lopputavoite.</a:t>
            </a:r>
          </a:p>
        </p:txBody>
      </p:sp>
    </p:spTree>
    <p:extLst>
      <p:ext uri="{BB962C8B-B14F-4D97-AF65-F5344CB8AC3E}">
        <p14:creationId xmlns:p14="http://schemas.microsoft.com/office/powerpoint/2010/main" val="10224091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EB42231-5C66-4A74-8D8A-45B8CD63E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 JA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783D2E5-61F4-42C3-9BED-AEC2A9D4C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Seitsemän avointa porttia määrittävät työohjelman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6930739-2C29-475C-B767-38CE116CD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607061B-F4C8-4CC7-BF3B-BB9433158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3D01808-D1BD-4981-89E9-2FEB5032E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2026.08.03-44 · 2026-08-03 · Lähteet: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697BB23-5238-4E44-B87F-5B4A285B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Puutuva 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Miksi ratkaiseva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Seuraava todiste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Koko perheen kansallinen tila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toteuttamiskelpoiset oikeudet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allekirjoittama maamatriisi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Tuote–vaatimusvertailut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Rajaa relevantin myynnin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Näytteet,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Kassavirta ja sopimukset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takaisinmaksun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laskut,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skenaariot ja downside-riskin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IVS-yhteensopiva arvio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6552105-ACAB-4672-BD94-9389218A7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Lukitse peruste/kohde, oikeudet, vaatimusvertailu, katettu myynti, talous, kassavirta ja riskit ennen tuloskohtaista laskentaa.</a:t>
            </a:r>
          </a:p>
        </p:txBody>
      </p:sp>
    </p:spTree>
    <p:extLst>
      <p:ext uri="{BB962C8B-B14F-4D97-AF65-F5344CB8AC3E}">
        <p14:creationId xmlns:p14="http://schemas.microsoft.com/office/powerpoint/2010/main" val="11102285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9D2962C-5452-4140-BF96-43EEB87F4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D640F73-A84C-4390-99D7-02E16EB2A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Ehdollinen eteneminen: sulje portit ennen arvopäätöstä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772E55E-D08D-476E-9D41-54109DF3C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Peruste ja kohde: oikeudet, alueet, käyttötarkoitus, markkinaosapuoli-/omistajaperuste sekä brutto/netto/verot.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Oikeudet, tuote ja katettu myynti: Boolean-/aikamaskit, mitattu SKU-kohdistus ja asiantuntijan vaatimusvertailun tila.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Neljä haaraa: RFR/oma käyttö, lisensointi, mennyt täytäntöönpano ja strateginen optio; vain täytäntöönpano vaatii loukkausmyyntiä.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Painotetut päivätyt kassavirrat, yhden kerran riskikohdistus ja vakuudelle erillinen realisaatiotapaus; tuloksia ei summata.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3CF076B-1C5B-45AE-8F20-8E3C69215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2026.08.03-44 · 2026-08-03 · 6 / 6</a:t>
            </a:r>
          </a:p>
        </p:txBody>
      </p:sp>
    </p:spTree>
    <p:extLst>
      <p:ext uri="{BB962C8B-B14F-4D97-AF65-F5344CB8AC3E}">
        <p14:creationId xmlns:p14="http://schemas.microsoft.com/office/powerpoint/2010/main" val="6006399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2026-08-04T06:59:09.0830000Z</dcterms:created>
  <dcterms:modified xsi:type="dcterms:W3CDTF">2026-08-04T06:59:09.0830000Z</dcterms:modified>
</coreProperties>
</file>