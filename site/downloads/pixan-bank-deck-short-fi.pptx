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a447dbb80241bc" /><Relationship Type="http://schemas.openxmlformats.org/officeDocument/2006/relationships/extended-properties" Target="/docProps/app.xml" Id="Re611bf6c9fdc4f01" /><Relationship Type="http://schemas.openxmlformats.org/officeDocument/2006/relationships/officeDocument" Target="/ppt/presentation.xml" Id="R69c836534e7049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91b0528db34706"/>
  </p:sldMasterIdLst>
  <p:notesMasterIdLst>
    <p:notesMasterId xmlns:r="http://schemas.openxmlformats.org/officeDocument/2006/relationships" r:id="Rccfc40a1af8a4894"/>
  </p:notesMasterIdLst>
  <p:sldIdLst>
    <p:sldId xmlns:r="http://schemas.openxmlformats.org/officeDocument/2006/relationships" id="256" r:id="Ra4171ee4d2034816"/>
    <p:sldId xmlns:r="http://schemas.openxmlformats.org/officeDocument/2006/relationships" id="257" r:id="Rb96d55806cbd42d4"/>
    <p:sldId xmlns:r="http://schemas.openxmlformats.org/officeDocument/2006/relationships" id="258" r:id="R5555e0d5a708459d"/>
    <p:sldId xmlns:r="http://schemas.openxmlformats.org/officeDocument/2006/relationships" id="259" r:id="Re6a2954829d34bcb"/>
    <p:sldId xmlns:r="http://schemas.openxmlformats.org/officeDocument/2006/relationships" id="260" r:id="R14c2f25855b143eb"/>
    <p:sldId xmlns:r="http://schemas.openxmlformats.org/officeDocument/2006/relationships" id="261" r:id="R1e1bfcda8b884bb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d740e69cc84328" /><Relationship Type="http://schemas.openxmlformats.org/officeDocument/2006/relationships/slideMaster" Target="/ppt/slideMasters/slideMaster1.xml" Id="Rf891b0528db34706" /><Relationship Type="http://schemas.openxmlformats.org/officeDocument/2006/relationships/notesMaster" Target="/ppt/notesMasters/notesMaster1.xml" Id="Rccfc40a1af8a4894" /><Relationship Type="http://schemas.openxmlformats.org/officeDocument/2006/relationships/presProps" Target="/ppt/presProps.xml" Id="R41c76a2b322b4c95" /><Relationship Type="http://schemas.openxmlformats.org/officeDocument/2006/relationships/viewProps" Target="/ppt/viewProps.xml" Id="R040394baca774edb" /><Relationship Type="http://schemas.openxmlformats.org/officeDocument/2006/relationships/tableStyles" Target="/ppt/tableStyles.xml" Id="R0a20f852d3a146ff" /><Relationship Type="http://schemas.openxmlformats.org/officeDocument/2006/relationships/slide" Target="/ppt/slides/slide1.xml" Id="Ra4171ee4d2034816" /><Relationship Type="http://schemas.openxmlformats.org/officeDocument/2006/relationships/slide" Target="/ppt/slides/slide2.xml" Id="Rb96d55806cbd42d4" /><Relationship Type="http://schemas.openxmlformats.org/officeDocument/2006/relationships/slide" Target="/ppt/slides/slide3.xml" Id="R5555e0d5a708459d" /><Relationship Type="http://schemas.openxmlformats.org/officeDocument/2006/relationships/slide" Target="/ppt/slides/slide4.xml" Id="Re6a2954829d34bcb" /><Relationship Type="http://schemas.openxmlformats.org/officeDocument/2006/relationships/slide" Target="/ppt/slides/slide5.xml" Id="R14c2f25855b143eb" /><Relationship Type="http://schemas.openxmlformats.org/officeDocument/2006/relationships/slide" Target="/ppt/slides/slide6.xml" Id="R1e1bfcda8b884b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85830992df45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abd2d3e2d74b74" /><Relationship Type="http://schemas.openxmlformats.org/officeDocument/2006/relationships/notesMaster" Target="/ppt/notesMasters/notesMaster1.xml" Id="Raca6ffe62eb44a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b9e817027d4c38" /><Relationship Type="http://schemas.openxmlformats.org/officeDocument/2006/relationships/notesMaster" Target="/ppt/notesMasters/notesMaster1.xml" Id="R605b9263e2114e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e67448dce3475b" /><Relationship Type="http://schemas.openxmlformats.org/officeDocument/2006/relationships/notesMaster" Target="/ppt/notesMasters/notesMaster1.xml" Id="R6746ed6fd0b442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0d9d13183b44f6" /><Relationship Type="http://schemas.openxmlformats.org/officeDocument/2006/relationships/notesMaster" Target="/ppt/notesMasters/notesMaster1.xml" Id="R21f87064d8614a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7ccdb2bedc4c21" /><Relationship Type="http://schemas.openxmlformats.org/officeDocument/2006/relationships/notesMaster" Target="/ppt/notesMasters/notesMaster1.xml" Id="Rd0b047948e8744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554649039b488f" /><Relationship Type="http://schemas.openxmlformats.org/officeDocument/2006/relationships/notesMaster" Target="/ppt/notesMasters/notesMaster1.xml" Id="R5b154c57b4ec4b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2fe0b4352b4b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e974e9e56545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24ea67d17640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52beea29db46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f3270f7074e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92c9c4ec4240f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146e40806f4c5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48f20e36b0405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dab53cffc450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8e0521493f443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d082287f64d4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1807D7-A5BA-44AD-88F1-6044C8CF1AC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63760AC-1D53-45BE-A006-9F772C76876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D6EF5B-747B-41CB-BA3B-74FF7CAE41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B9173D-7FAA-48F7-A684-6237166932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0E3590-8480-4DC5-B40A-D68E38E1F1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9F9C1A-2A59-405D-877D-23904D3C2F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DCBC0C-AB20-4E8B-B3D6-49E792215F8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787C02-5F94-4196-AE36-EC9933543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45B4BC-4537-49C7-96AD-75F168CFF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A2CB95-3B94-4850-A338-8F221151F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5BBE3D-5945-4635-BC89-60B25D80FE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CA9DE1-F3AD-4617-88B4-A4D4280171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72395B-5DDF-4222-817F-99B5A6B5F8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F34CD6-627B-4FB9-ACC2-25487B8CFA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3FFBC5-5915-42AA-B75C-15426C05D8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0718D0-E8D7-4F20-8481-6F9E766C6F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55BF3C2-1159-4FEB-B574-6A50F5E0958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009B731-AFA9-494F-80A3-BF385B5F558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CCC0E3C-9FC6-49E7-8243-299A9072CC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A517CB-44ED-468D-A771-15E52CDE09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1684A19-CF14-4F7F-A1D0-C0E655A5B1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EA78C4-8533-4F7E-A95A-11F29D4C04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D212EA-4430-467E-AEA9-B6B1C2FB96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DABD036-48BC-49BB-BABA-FD54EB48306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802F8D8-6385-4E8D-B7B2-CFF17766FC4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4DD0C5A-9DE7-4AA0-B8D2-2276EAF0B28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1E85C94-FB57-4A45-B033-EB49E8FF83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ABE33CE-60A3-4C24-B8DF-CD26A0729E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087F3AB-FCE1-4601-AA6A-2014131049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2282EA-EEC0-4BC7-8C1B-FFAED3E2D9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6E54949-B929-4579-B8EA-69BE009AA9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D637F32-0030-42BA-99E2-E466D80136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7547B20-D702-4713-8358-0F54D4A9F6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70CD360-4A16-4F10-80E5-9BA5DCDD16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2E205A4-8E4C-425E-9F23-576375C367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BE4F31E-816C-4E13-A175-40ADE07D9F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CCE0EB-65F1-436B-B9C0-CEBC5C4B89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69178E1-D0C8-4551-8AAB-B6069ED3B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3890994-6925-4100-8805-E6CD3DD8AE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58C475-B6A0-4346-B115-8332D7FA09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7A579F5-69A9-4BF5-8BBE-E560BAEEC8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5A2040-6B29-4129-8B92-3BE61DD831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D73E0D-CF4B-4439-9AD5-4268EAE70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0DF9B4E-F101-445D-B83E-81E2A9ED62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D046CE0-D5E3-4AB1-8178-759FE111B0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4813885-8BB0-465E-AC4A-21A3859029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C292F6B-3A4B-4DCA-8D3B-7E75143A1B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AD8FD78-AAD3-4521-9904-B000AE40D0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A931D9-E2BC-40EF-979F-164C0B30F1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4CA3E4-C9D5-4B96-8785-E2307C4E80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6EE548C-63DA-4D04-BA48-71F6217B8D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BBFAE6E-ACC8-47EC-8D6A-ACEE6A5606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9409BE-E4B3-4D26-9EF2-83DA3555E3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3CCCAF9-B702-42F9-B238-9695971C52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6E2E11-1884-401F-87C7-ED1EB4CA29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B28AA9-7C67-4F09-A337-1BF6D568F6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EC14C34-00EE-44BE-9CB7-FCC443AD15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8351D0-4583-4D36-A81A-92AD61261C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1339d3330b4c9d" /><Relationship Type="http://schemas.openxmlformats.org/officeDocument/2006/relationships/slideLayout" Target="/ppt/slideLayouts/slideLayout1.xml" Id="R3f40161963e04a82" /><Relationship Type="http://schemas.openxmlformats.org/officeDocument/2006/relationships/slideLayout" Target="/ppt/slideLayouts/slideLayout2.xml" Id="Re1a0057192a04125" /><Relationship Type="http://schemas.openxmlformats.org/officeDocument/2006/relationships/slideLayout" Target="/ppt/slideLayouts/slideLayout3.xml" Id="Ra2d48133d6dc4ab7" /><Relationship Type="http://schemas.openxmlformats.org/officeDocument/2006/relationships/slideLayout" Target="/ppt/slideLayouts/slideLayout4.xml" Id="R5560b8b4643446a3" /><Relationship Type="http://schemas.openxmlformats.org/officeDocument/2006/relationships/slideLayout" Target="/ppt/slideLayouts/slideLayout5.xml" Id="Rd022e81f8ff04206" /><Relationship Type="http://schemas.openxmlformats.org/officeDocument/2006/relationships/slideLayout" Target="/ppt/slideLayouts/slideLayout6.xml" Id="Reba5a9417bc64abe" /><Relationship Type="http://schemas.openxmlformats.org/officeDocument/2006/relationships/slideLayout" Target="/ppt/slideLayouts/slideLayout7.xml" Id="R71b6e898975b4f41" /><Relationship Type="http://schemas.openxmlformats.org/officeDocument/2006/relationships/slideLayout" Target="/ppt/slideLayouts/slideLayout8.xml" Id="R255ff7a1d89c4f3c" /><Relationship Type="http://schemas.openxmlformats.org/officeDocument/2006/relationships/slideLayout" Target="/ppt/slideLayouts/slideLayout9.xml" Id="R07f11848d2984c50" /><Relationship Type="http://schemas.openxmlformats.org/officeDocument/2006/relationships/slideLayout" Target="/ppt/slideLayouts/slideLayout10.xml" Id="R3a0443c831c54d19" /><Relationship Type="http://schemas.openxmlformats.org/officeDocument/2006/relationships/slideLayout" Target="/ppt/slideLayouts/slideLayout11.xml" Id="R078c3798e5914e4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0B704CE-4EA7-44F5-A2F2-C1F321F23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02C9CA6-D155-411C-AD13-68A1FC65B7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6E49E4C-20AE-4898-ADFA-F815140F1A2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8696B9-0FF4-4486-8B4B-943C93DA7E3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029E00E-43B0-4ABE-9FC8-BC60B048B6B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40161963e04a82"/>
    <p:sldLayoutId xmlns:r="http://schemas.openxmlformats.org/officeDocument/2006/relationships" id="2147483650" r:id="Re1a0057192a04125"/>
    <p:sldLayoutId xmlns:r="http://schemas.openxmlformats.org/officeDocument/2006/relationships" id="2147483651" r:id="Ra2d48133d6dc4ab7"/>
    <p:sldLayoutId xmlns:r="http://schemas.openxmlformats.org/officeDocument/2006/relationships" id="2147483652" r:id="R5560b8b4643446a3"/>
    <p:sldLayoutId xmlns:r="http://schemas.openxmlformats.org/officeDocument/2006/relationships" id="2147483653" r:id="Rd022e81f8ff04206"/>
    <p:sldLayoutId xmlns:r="http://schemas.openxmlformats.org/officeDocument/2006/relationships" id="2147483654" r:id="Reba5a9417bc64abe"/>
    <p:sldLayoutId xmlns:r="http://schemas.openxmlformats.org/officeDocument/2006/relationships" id="2147483655" r:id="R71b6e898975b4f41"/>
    <p:sldLayoutId xmlns:r="http://schemas.openxmlformats.org/officeDocument/2006/relationships" id="2147483656" r:id="R255ff7a1d89c4f3c"/>
    <p:sldLayoutId xmlns:r="http://schemas.openxmlformats.org/officeDocument/2006/relationships" id="2147483657" r:id="R07f11848d2984c50"/>
    <p:sldLayoutId xmlns:r="http://schemas.openxmlformats.org/officeDocument/2006/relationships" id="2147483658" r:id="R3a0443c831c54d19"/>
    <p:sldLayoutId xmlns:r="http://schemas.openxmlformats.org/officeDocument/2006/relationships" id="2147483659" r:id="R078c3798e5914e4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129b4aa93d427c" /><Relationship Type="http://schemas.openxmlformats.org/officeDocument/2006/relationships/notesSlide" Target="/ppt/notesSlides/notesSlide1.xml" Id="R2f3cc5ed2a634b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922e748ad945df" /><Relationship Type="http://schemas.openxmlformats.org/officeDocument/2006/relationships/notesSlide" Target="/ppt/notesSlides/notesSlide2.xml" Id="Rf2a6ed01ac8345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6bdcd60dac4963" /><Relationship Type="http://schemas.openxmlformats.org/officeDocument/2006/relationships/notesSlide" Target="/ppt/notesSlides/notesSlide3.xml" Id="R95c8745275474e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e17cb823254fee" /><Relationship Type="http://schemas.openxmlformats.org/officeDocument/2006/relationships/notesSlide" Target="/ppt/notesSlides/notesSlide4.xml" Id="Rf4c4d2d286234b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4e054efd9f44ca" /><Relationship Type="http://schemas.openxmlformats.org/officeDocument/2006/relationships/notesSlide" Target="/ppt/notesSlides/notesSlide5.xml" Id="Rae9eddc11ad145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5cac184f044a30" /><Relationship Type="http://schemas.openxmlformats.org/officeDocument/2006/relationships/notesSlide" Target="/ppt/notesSlides/notesSlide6.xml" Id="R59b3347269f641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F58786A-A2BB-4921-9E55-A9424BE2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6D6A16-1563-4851-8ED6-3BE52818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EBA0398-C69B-4185-8A45-19D6343D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DF4125-6E47-4053-8EA1-319DA01D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BAD4C5-C30A-40D3-99D4-F2BE0A37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F98A473-3BA5-4E62-9BE0-E4D6F70E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B282DFF-E335-44AE-A9F4-BD3908ED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A1EE518-06A1-4086-80B5-49D0C1B6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07EFAC1-3F1D-47FA-BB7A-21D6BCBA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67345D6-E76E-430B-8856-12495571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F206651-948D-4BF6-9C8B-D117338A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134623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48318B-2D58-470D-AD7C-E7FA688F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16D802-21E2-491F-B41C-90EA93C8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D195B96-2FEF-48D6-B5F6-E0E8EEEF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969086-7A07-4B20-85D7-3D112301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A6781B-8957-4A5D-B2B5-FE6BE9FE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9A2201-DB0E-4875-A314-991770DF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947DD42-E46B-4870-82FC-1A4B89EC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39C6AC1-7082-42F7-BA45-AB3C1DA9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BDC0990-716A-4640-B4F0-168DF589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FFC8BF-733B-40CB-BDC1-1EA6FBB7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5AB046-CE42-4FA1-897A-A717331B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2737875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C8EAB4-E70D-440D-8429-E2A99172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CE23F2-1C36-40D4-AC5C-EB0E82D5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FDB89C-2D58-46AC-9768-B6DA4CEB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74ACF5-29E4-48BC-8FDF-EDF9BF62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8F95DE-5519-4F28-919D-0252AD36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A02698-AD9D-42FA-AFE2-F5412B6C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9952BDB-09FA-4139-9713-A010E88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B80285D-4A1F-4DBC-BF10-4726AA70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7F4ECEE-5234-4454-8E20-BD28C303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21C509E-C85E-469F-B362-74AF00FA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5298BE-7ADD-4EC5-BD36-AE65A943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01CFA4-C341-4C64-9BC2-FD7BBC3D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902DE03-EB2B-403A-9BDF-79021E18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A29E5B1-128A-466F-87EC-6E5C2D39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438E7C-A8C9-447E-8E9D-5EF23FA2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73BD3A-D789-4226-AFE5-3D6C519F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F478FE3-7589-4BB5-B221-2152DE47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934583A-3F7C-4154-BB53-ED634E6B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8102184-6803-4CA5-9ACA-645CDA92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83813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455D1E-7606-4BAE-82D0-722CEF75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7CFEF0-6800-4E07-9373-9AD4AF3C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F71614-2CE0-4DF2-A577-F8B65093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0143BE9-48AC-42E8-9371-B65E9D42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E0E5BA-5C35-4607-AE73-7EA1B30B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14A314-3CA1-4CF0-ABB8-EC2D43F7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73F52C2-D051-42DC-BA99-244E9C3E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B2A075-F927-406B-A6A1-8A99B0F2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BE31-3129-401D-84ED-177D310F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405090C-A518-4B44-90D7-61128CD5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BF319B6-C68E-4226-A9A4-63291651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2642E7A-83E3-401A-8D7C-B0AC3573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CA002FA-6424-4B38-B112-50C08EAD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C9837E-CE56-4748-9C86-40F14A69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2EC302D-FA4B-45BB-BA3C-BF0FF53D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B43C978-A1DA-438F-9695-E729CF64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D9C4EF-9880-4B3C-9A93-59C23FD6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C75BF3F-D5A3-4519-8F51-A9507A88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AE3C31-E22E-428C-80CA-65C94530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Pohja: 195/578 WB + 36 Ruotsin FHM; ei myyntiä. Puola 2020–23 virta; 2025 verosilta 4 382 500 laitetta / 62 500 sarjaa. Kanada 1,219160 mrd CAD (≈822,6 milj. EUR; ECB 2024); Health Canada -toimitukset 1,160754 mrd CAD (≈783,2 milj. EUR; ECB 2024); FTC 2,763 mrd USD (≈2,336 mrd EUR;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20146065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E45300-7781-4BC9-82F6-44694290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CD852B-2456-4C3D-82A7-BDB6362A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0EAF4E-C2A7-4CE5-AC48-7F0BF106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9F0EE22-90FF-4842-9A35-A1943075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AEEE535-56C2-4753-9F6A-0EC0A2F6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FDD64F-CD83-477A-BEB8-0E520AAD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05A10D-0449-4CB5-B3F5-8367CA70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7389923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0C138A-DEB0-418B-96CA-986FBE78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139486-308B-4D6D-90FA-ED8CBC9C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F656AA1-A7AB-481E-86E8-50FA62FA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8BB205-708B-484F-811D-489556A1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2026.07.27-29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209628475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2026-07-27T14:33:02.1230000Z</dcterms:created>
  <dcterms:modified xsi:type="dcterms:W3CDTF">2026-07-27T14:33:02.1230000Z</dcterms:modified>
</coreProperties>
</file>