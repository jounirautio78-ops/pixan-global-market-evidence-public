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cf46b3adb644fde" /><Relationship Type="http://schemas.openxmlformats.org/officeDocument/2006/relationships/extended-properties" Target="/docProps/app.xml" Id="R4500d99390b24d4e" /><Relationship Type="http://schemas.openxmlformats.org/officeDocument/2006/relationships/officeDocument" Target="/ppt/presentation.xml" Id="Rfbaa7cc5ad464cd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a30cd331b044e05"/>
  </p:sldMasterIdLst>
  <p:notesMasterIdLst>
    <p:notesMasterId xmlns:r="http://schemas.openxmlformats.org/officeDocument/2006/relationships" r:id="R86dec381d10e4b56"/>
  </p:notesMasterIdLst>
  <p:sldIdLst>
    <p:sldId xmlns:r="http://schemas.openxmlformats.org/officeDocument/2006/relationships" id="256" r:id="Rb6ff2a0fbfc34799"/>
    <p:sldId xmlns:r="http://schemas.openxmlformats.org/officeDocument/2006/relationships" id="257" r:id="R0d653f5752a048f2"/>
    <p:sldId xmlns:r="http://schemas.openxmlformats.org/officeDocument/2006/relationships" id="258" r:id="Rb0676316a5e14ba9"/>
    <p:sldId xmlns:r="http://schemas.openxmlformats.org/officeDocument/2006/relationships" id="259" r:id="R7ba28d222199424f"/>
    <p:sldId xmlns:r="http://schemas.openxmlformats.org/officeDocument/2006/relationships" id="260" r:id="R3226085b73ab4441"/>
    <p:sldId xmlns:r="http://schemas.openxmlformats.org/officeDocument/2006/relationships" id="261" r:id="R8956fe67f78e44d8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f15ccd62dbc4768" /><Relationship Type="http://schemas.openxmlformats.org/officeDocument/2006/relationships/slideMaster" Target="/ppt/slideMasters/slideMaster1.xml" Id="R5a30cd331b044e05" /><Relationship Type="http://schemas.openxmlformats.org/officeDocument/2006/relationships/notesMaster" Target="/ppt/notesMasters/notesMaster1.xml" Id="R86dec381d10e4b56" /><Relationship Type="http://schemas.openxmlformats.org/officeDocument/2006/relationships/presProps" Target="/ppt/presProps.xml" Id="R7294d6d10f894e18" /><Relationship Type="http://schemas.openxmlformats.org/officeDocument/2006/relationships/viewProps" Target="/ppt/viewProps.xml" Id="Rc6a5db33483e4cdd" /><Relationship Type="http://schemas.openxmlformats.org/officeDocument/2006/relationships/tableStyles" Target="/ppt/tableStyles.xml" Id="Rb92176eaae9d42e7" /><Relationship Type="http://schemas.openxmlformats.org/officeDocument/2006/relationships/slide" Target="/ppt/slides/slide1.xml" Id="Rb6ff2a0fbfc34799" /><Relationship Type="http://schemas.openxmlformats.org/officeDocument/2006/relationships/slide" Target="/ppt/slides/slide2.xml" Id="R0d653f5752a048f2" /><Relationship Type="http://schemas.openxmlformats.org/officeDocument/2006/relationships/slide" Target="/ppt/slides/slide3.xml" Id="Rb0676316a5e14ba9" /><Relationship Type="http://schemas.openxmlformats.org/officeDocument/2006/relationships/slide" Target="/ppt/slides/slide4.xml" Id="R7ba28d222199424f" /><Relationship Type="http://schemas.openxmlformats.org/officeDocument/2006/relationships/slide" Target="/ppt/slides/slide5.xml" Id="R3226085b73ab4441" /><Relationship Type="http://schemas.openxmlformats.org/officeDocument/2006/relationships/slide" Target="/ppt/slides/slide6.xml" Id="R8956fe67f78e44d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baec93656d84f2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0bbac1bc8de4ca6" /><Relationship Type="http://schemas.openxmlformats.org/officeDocument/2006/relationships/notesMaster" Target="/ppt/notesMasters/notesMaster1.xml" Id="Rba29d7aa129b429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38a8f3800d547a4" /><Relationship Type="http://schemas.openxmlformats.org/officeDocument/2006/relationships/notesMaster" Target="/ppt/notesMasters/notesMaster1.xml" Id="R45aacee672cd436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f563da283ad48a2" /><Relationship Type="http://schemas.openxmlformats.org/officeDocument/2006/relationships/notesMaster" Target="/ppt/notesMasters/notesMaster1.xml" Id="R5878a64a1023492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a987859613a400d" /><Relationship Type="http://schemas.openxmlformats.org/officeDocument/2006/relationships/notesMaster" Target="/ppt/notesMasters/notesMaster1.xml" Id="R9144bc1f720d46c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5fff0903ce24b41" /><Relationship Type="http://schemas.openxmlformats.org/officeDocument/2006/relationships/notesMaster" Target="/ppt/notesMasters/notesMaster1.xml" Id="Rb14323369a8b44f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16561791fc14317" /><Relationship Type="http://schemas.openxmlformats.org/officeDocument/2006/relationships/notesMaster" Target="/ppt/notesMasters/notesMaster1.xml" Id="R4eb86311706645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c7196b2033459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4ae0fa2352407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24aa42195049a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c2e56f8c904be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7532e4da344a4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df10a75a1f4a0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79470f8eec4d4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e53c3aeddb443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8a0b417ffe4f3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d647ab89ac4d3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dc7198f0f741dd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A4BFDF2-B755-4FF4-8D4E-6D8ADED8FB1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DBEF6E2-DBAB-4988-A984-43E889A3EDA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F06886C-5DD2-4118-940A-53309E3D103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7408169-3C35-42F8-B9CB-AE2A727BB65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09F951A-CB1A-4BE0-8A16-AD19E54CD5B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382905E-04CA-448B-9058-64D6FD2137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6293339-322D-463F-B5E2-CD4A5829F10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7AAE306-78D6-4CDF-B4FD-5DB9FC2205F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9C0609E-BD49-4B59-ADC6-40298DEABB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A1C2C6F-3A52-4CDA-A26A-1A4B34F428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3E319C8-B965-4FC0-880E-6CB5B31FFB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90EECC1-15AA-489E-A5E2-4AC2C48F1E6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448C5F-333D-434E-8AAD-9C529965CC9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344736A-A7DA-49E8-89E5-26CFDC51D67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E61DC2C-1A06-4E10-9651-6031F3054E8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0D1FE31-5CC2-408C-9FA0-EE11BB14A8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EC16D67-19A1-4A22-9453-9F8F8D3ECF9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14C6F2E-2D57-4A14-A2AF-5F7B9B4F08F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1DE465D-5B03-4099-859A-8145F5825AA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3FD7384-C97B-4D4D-B9A2-A7B40C24A7A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0533EC3-4DB1-4828-9E76-8B0E6CCDC3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AFE9685-B4F1-49F4-91C5-963F978DF7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3761092-4138-4C4A-8729-9C40041B43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5057AA5-C864-4C54-AB90-3E6A07BD526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D89A88F-6CF3-4425-B366-A6911B9ACCD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5B17DE4-BBD1-4CE8-9B70-24ED16E6308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0139570-83F5-475B-9BA5-C82C9E8028E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6D11AD18-4E95-4442-BF5F-F0D7A4CDD8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867993F-9B4A-4BD7-A636-4740498EC88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68C582E-FD3D-4EC8-A91A-CD9330D43A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CFA32572-8CC2-4546-8398-60DE982B904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27BAE3E7-FBFC-41E3-9E25-B57275D4AC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584E9CE9-AC74-426A-8DBC-36475B775F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8D682A9-7760-47EC-A412-5EC842B4067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DCC9125C-BF9F-4BD4-9878-32B2D68A62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DD3C25C-A112-451F-9225-8A162ACAA7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AA27E4-ACBE-4B2C-9966-DDB6F43E3D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87491C-D1F7-4B7E-873A-A5C20F170D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2B426AA-FDA7-4ED0-9BC2-20C11F6828E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241A3A7-D35A-4CEB-9BAA-8CCC6EC7DB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1B4EDDF-1299-419C-A2A2-D65AD48044F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8E756A-8787-42F8-BB9B-EC71E00503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5D8984-FFB8-46D3-A8D3-376488FB7B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A85390D-EB02-4832-96C3-F92ED694097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34A0E62-F881-4629-A4BD-D92FC12BA55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C5809C3-A811-4BFF-849D-35E6590F32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D54DB0-90AC-43DA-B685-32E7C6C152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131A905-8D34-40D2-A8D7-C01E5F94EC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FB4D90-8869-4125-9873-DBAC9EFDA7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8C14775-02CC-4DE8-969D-98D7CC77DF3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2D7BD6E-ADE5-452D-8520-CFBCFF1471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221D296-E7AE-415A-B659-3EAC3E992F9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2EB2A8A-38DE-4FBA-99DF-89E3F06F8C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307EEE4-5EF8-4B9E-974C-78EDF037CB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0CB1760-CBD5-4940-8478-DC000E5DFBE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20B6B7C-36E9-41E8-8332-D9D02C64B3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F4B386D-155D-4060-92FB-9E7E7B594D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AC61983-C810-4BBF-B3A9-ACCF82D99B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546384c9bbb4414" /><Relationship Type="http://schemas.openxmlformats.org/officeDocument/2006/relationships/slideLayout" Target="/ppt/slideLayouts/slideLayout1.xml" Id="Rf67ed7c30ddd47de" /><Relationship Type="http://schemas.openxmlformats.org/officeDocument/2006/relationships/slideLayout" Target="/ppt/slideLayouts/slideLayout2.xml" Id="R80e1968537a2443e" /><Relationship Type="http://schemas.openxmlformats.org/officeDocument/2006/relationships/slideLayout" Target="/ppt/slideLayouts/slideLayout3.xml" Id="R85254fdbf5a041ef" /><Relationship Type="http://schemas.openxmlformats.org/officeDocument/2006/relationships/slideLayout" Target="/ppt/slideLayouts/slideLayout4.xml" Id="R2468c22676a642f5" /><Relationship Type="http://schemas.openxmlformats.org/officeDocument/2006/relationships/slideLayout" Target="/ppt/slideLayouts/slideLayout5.xml" Id="Rac6d1dc25df24707" /><Relationship Type="http://schemas.openxmlformats.org/officeDocument/2006/relationships/slideLayout" Target="/ppt/slideLayouts/slideLayout6.xml" Id="Rb368dde8912b4018" /><Relationship Type="http://schemas.openxmlformats.org/officeDocument/2006/relationships/slideLayout" Target="/ppt/slideLayouts/slideLayout7.xml" Id="R4cf7414be2be49b7" /><Relationship Type="http://schemas.openxmlformats.org/officeDocument/2006/relationships/slideLayout" Target="/ppt/slideLayouts/slideLayout8.xml" Id="R32e776c7c98041c8" /><Relationship Type="http://schemas.openxmlformats.org/officeDocument/2006/relationships/slideLayout" Target="/ppt/slideLayouts/slideLayout9.xml" Id="R7083d0b1296d4716" /><Relationship Type="http://schemas.openxmlformats.org/officeDocument/2006/relationships/slideLayout" Target="/ppt/slideLayouts/slideLayout10.xml" Id="Rd246d5e523474260" /><Relationship Type="http://schemas.openxmlformats.org/officeDocument/2006/relationships/slideLayout" Target="/ppt/slideLayouts/slideLayout11.xml" Id="R589329991fc4497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F0496B9-640E-4B51-A935-FC4672BAC5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AD61093-F349-4C77-A922-2736A93D49E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344E7AA-4BD1-424D-BC95-AA67B1E0497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032AA7C-ADEC-4E3C-8425-4331ED07F16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B606C35-E7CB-4F2A-801C-605DDE63C9F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7ed7c30ddd47de"/>
    <p:sldLayoutId xmlns:r="http://schemas.openxmlformats.org/officeDocument/2006/relationships" id="2147483650" r:id="R80e1968537a2443e"/>
    <p:sldLayoutId xmlns:r="http://schemas.openxmlformats.org/officeDocument/2006/relationships" id="2147483651" r:id="R85254fdbf5a041ef"/>
    <p:sldLayoutId xmlns:r="http://schemas.openxmlformats.org/officeDocument/2006/relationships" id="2147483652" r:id="R2468c22676a642f5"/>
    <p:sldLayoutId xmlns:r="http://schemas.openxmlformats.org/officeDocument/2006/relationships" id="2147483653" r:id="Rac6d1dc25df24707"/>
    <p:sldLayoutId xmlns:r="http://schemas.openxmlformats.org/officeDocument/2006/relationships" id="2147483654" r:id="Rb368dde8912b4018"/>
    <p:sldLayoutId xmlns:r="http://schemas.openxmlformats.org/officeDocument/2006/relationships" id="2147483655" r:id="R4cf7414be2be49b7"/>
    <p:sldLayoutId xmlns:r="http://schemas.openxmlformats.org/officeDocument/2006/relationships" id="2147483656" r:id="R32e776c7c98041c8"/>
    <p:sldLayoutId xmlns:r="http://schemas.openxmlformats.org/officeDocument/2006/relationships" id="2147483657" r:id="R7083d0b1296d4716"/>
    <p:sldLayoutId xmlns:r="http://schemas.openxmlformats.org/officeDocument/2006/relationships" id="2147483658" r:id="Rd246d5e523474260"/>
    <p:sldLayoutId xmlns:r="http://schemas.openxmlformats.org/officeDocument/2006/relationships" id="2147483659" r:id="R589329991fc44971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867f4916d6a4bf0" /><Relationship Type="http://schemas.openxmlformats.org/officeDocument/2006/relationships/notesSlide" Target="/ppt/notesSlides/notesSlide1.xml" Id="R23b0eb208c424c4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6c8cd42f121471a" /><Relationship Type="http://schemas.openxmlformats.org/officeDocument/2006/relationships/notesSlide" Target="/ppt/notesSlides/notesSlide2.xml" Id="R95b935a4bd8c43b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518eb1f2d664108" /><Relationship Type="http://schemas.openxmlformats.org/officeDocument/2006/relationships/notesSlide" Target="/ppt/notesSlides/notesSlide3.xml" Id="R00d1af96478d42d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fc39612e41a44a0" /><Relationship Type="http://schemas.openxmlformats.org/officeDocument/2006/relationships/notesSlide" Target="/ppt/notesSlides/notesSlide4.xml" Id="R4ec1cd78e4b34a2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d2e30b99f7f48a2" /><Relationship Type="http://schemas.openxmlformats.org/officeDocument/2006/relationships/notesSlide" Target="/ppt/notesSlides/notesSlide5.xml" Id="Rb2e4bde738c24a6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9013a88af9b4694" /><Relationship Type="http://schemas.openxmlformats.org/officeDocument/2006/relationships/notesSlide" Target="/ppt/notesSlides/notesSlide6.xml" Id="Rf06b07839dfa4f5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BE3E3BD-05FB-4F39-80DA-35A35BEB9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DA5FB15-8C47-4148-91A5-3C7183044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D61E61C-7B4E-4ACA-9626-AD33DF512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0AABEE0-4271-41D6-AB6D-5752202CE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Suppea päätöksenteon tiivistelmä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1C6261B-845A-4F34-B039-C4D853188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B280BD4-BCF6-439B-B46A-8C281918E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1878655-49AB-4728-8199-F16A913E7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2026.07.25-24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E9B10F1-788C-4BF7-B7F1-978289846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2026-07-24
6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EEF058E-AFCE-4CD4-862C-E8187E8F4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5C7B258-25A5-4B7E-BA58-A97B3CB6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0FDC58F-1CEF-431C-9471-81884FC3E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125893608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A73E209-8BB1-4BFF-B5C4-97A50723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1A5D2FF-427C-4672-81B9-B6AA5FBA1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Rahoitusteesi perustuu näyttöön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DAF8D45-D674-4E73-8B2E-970CDED6C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84E3BA1-5965-4AFF-9255-FD6BB284F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E3817B8-CF8B-4C8A-9AE7-54D975E1B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5519F99-8B53-4A6F-9788-DC263FCD4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41C938F-0B40-4192-905B-EF0AB5328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5A50913-870B-44B2-86FB-F60A49817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Saksa: kaksi virallista ratkaisua; lopullisuus- ja aluerajat säilyvät.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72D4B6E-A8B0-484C-87B6-51C88848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F987FBC-0193-44BE-BC67-D62589E7B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Pankin lukutapa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31CDE90-EDCA-452E-B104-669631339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  <p:extLst>
      <p:ext uri="{BB962C8B-B14F-4D97-AF65-F5344CB8AC3E}">
        <p14:creationId xmlns:p14="http://schemas.microsoft.com/office/powerpoint/2010/main" val="117294001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15F4F0D-3421-4CAA-824C-35C25203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 JA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F98845A-3197-4B9B-AAAD-97F61C399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Patenttihistoria antaa vahvan mutta rajatun ankkurin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8C89E90-FFF6-4828-8748-44A202DC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30E95B1-55C7-481D-885A-4553A69C9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4AA1845-5215-49CB-AB70-2851C386E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284EC16-0E93-4198-863C-FB5688998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EBCE235-3B73-4012-9303-EA860318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BDFE0A6-AAC6-406B-8E92-7E6E04771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11CEF0B-93AF-41BD-86CD-66FB2C9AB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vaatimusta EP3032975B2:ssa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D9711A8-3896-49EB-B627-D2364132B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E585A47-EF35-43DA-9262-B93EAC7C3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467FB12-D7E8-452F-A2CF-B5D0F1091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EF7B8600-B947-46D0-A584-EA0F4CBE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03B6E27-8C83-4E66-9289-331C12B29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0D18B0F-D719-46AF-8D2A-ACE0EB96D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ratkaisua: Saksa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917C130-EE00-417D-941A-E2F0A2C23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3098A6AF-D80D-41B1-A5D6-FFA5270F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3AFCBEE-8045-4E9B-8389-EF40D2FF3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A4349F7-360A-47E4-8658-83D203F23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  <p:extLst>
      <p:ext uri="{BB962C8B-B14F-4D97-AF65-F5344CB8AC3E}">
        <p14:creationId xmlns:p14="http://schemas.microsoft.com/office/powerpoint/2010/main" val="123737332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106660E-22B1-41E6-B7BE-7EB5C055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28FD01-6AEC-4613-8DF7-D38AF9EAD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 markkina-arvo ei ole vielä tuettu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70E7D62-D5AD-4B5A-BD69-E16F9F0B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3EDD77E-6572-4BB7-AD62-7E788C2BC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7A33B80-0DAA-4E20-8311-58516B86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2026-07-25 · Lähteet: Statistics Canada; Health Canada; NZ Ministry of Health; European Commission;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33CF4E5-91C6-4908-9505-18CCDD9E3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478A1A2-1E2D-4553-BE92-FE4B226B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4CE538B-5A7D-4BF0-84D8-30DE5C5AE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34 + 36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1B1EC5B-BA68-413B-9868-F806254A1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34 markkinamittaria 7 maasta + 36 Ruotsin FHM-rekisterilukua; ei myyntiä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B9B84B7-6F05-498C-B1EE-1A46A5A5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E5950AB-D33B-4758-9EB6-6848659CE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533,7–731,2 milj. NZD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19E2A81-3D23-41C3-92DD-A2DC2DE79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≈298,5–408,9 milj. EUR · ECB 2024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AD83FC7-2C0D-46F6-9DE2-865D7DB8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6DDF90D-E1A9-453C-89DC-56BD5C9B0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10AE875-0B61-46A8-81A4-2061E4E96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komission julkaisema vertailuarvo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51A6C17-E64E-4C50-9BCE-45A066B68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5/5 ehdokasta jäi D1–D10-portin ulkopuolelle; hyväksytty donor-portti on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EEF5ADF8-15E4-4F56-A7EF-0493BA935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EF4E2D6-84A7-40C1-968C-1600E2B7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5EC9568-E51B-494D-958A-E15BA5F38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7589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Kanada 2024 — retail 1,219160 mrd CAD (≈822,6 milj. EUR; ECB 2024); toimitukset 1,160754 mrd CAD (≈783,2 milj. EUR; ECB 2024); 7/10 (D5/D7/D10 avoinna). FTC 2021: 2,763 mrd USD (≈2,336 mrd EUR; ECB 2021), valmistajaraportointia. Ei summata.</a:t>
            </a:r>
          </a:p>
        </p:txBody>
      </p:sp>
    </p:spTree>
    <p:extLst>
      <p:ext uri="{BB962C8B-B14F-4D97-AF65-F5344CB8AC3E}">
        <p14:creationId xmlns:p14="http://schemas.microsoft.com/office/powerpoint/2010/main" val="173321032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6D1683E-8C6F-4D4D-AF8F-A1701D374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 JA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95F7289-609F-4D8D-BC2D-0EC4CC4ED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Puutteet ovat rajattavissa konkreettiseksi työohjelmaksi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9AAABD6-1EFF-441C-ADF4-F3D0739B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89B362A-FA63-4F26-9C90-36728A25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743F574-4FC5-4A36-A6A2-02F478AEC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2026.07.25-24 · 2026-07-24 · Lähteet: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10EB744-E45E-43A4-9E04-5547FABFF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Puutuva 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Miksi ratkaiseva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Seuraava todiste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A9B071A-0DA9-4613-B9A6-4C1DE247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Pankkikelpoisuus paranee eniten, kun nämä neljä aukkoa suljetaan ennen arvokeskustelua.</a:t>
            </a:r>
          </a:p>
        </p:txBody>
      </p:sp>
    </p:spTree>
    <p:extLst>
      <p:ext uri="{BB962C8B-B14F-4D97-AF65-F5344CB8AC3E}">
        <p14:creationId xmlns:p14="http://schemas.microsoft.com/office/powerpoint/2010/main" val="94817668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ECE3E98-754A-4DF6-9FC1-C8527483B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804E52D-71DB-4D27-A500-6A9A4540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2D65DCE-D224-4425-BF94-041F8682D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0–30 päivää: omistus-, rasite-, maksu- ja oikeusmatriisi.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31–60 päivää: priorisoidut claim chartit, markkinamyynnin rajaus ja vastapuolidata.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61–90 päivää: riippumaton arvonmääritys, kassavirtaskenaariot ja rahoitusehdot.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F47CFFF-8A68-4A26-97F0-D2833C77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2026.07.25-24 · 2026-07-24 · 6 / 6</a:t>
            </a:r>
          </a:p>
        </p:txBody>
      </p:sp>
    </p:spTree>
    <p:extLst>
      <p:ext uri="{BB962C8B-B14F-4D97-AF65-F5344CB8AC3E}">
        <p14:creationId xmlns:p14="http://schemas.microsoft.com/office/powerpoint/2010/main" val="159963904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2026-07-25T11:59:54.4670000Z</dcterms:created>
  <dcterms:modified xsi:type="dcterms:W3CDTF">2026-07-25T11:59:54.4670000Z</dcterms:modified>
</coreProperties>
</file>