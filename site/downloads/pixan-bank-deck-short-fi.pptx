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Suppea päätöksenteon tiivistelmä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2026.07.22-9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2026-07-22
6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Rahoitusteesi perustuu näyttöön — ei markkinahypeen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EPO; Saksa — viralliset tuomiot;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Patentilla on dokumentoitu tekninen ydin ja merkittävää virallista oikeusnäyttöä, mutta vakuusarvo ei ole vielä todistettu.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EPO-rekisteri: patentti pysytetty muutettuna väitemenettelyn jälkeen; B2-patenttijulkaisu julkaistu. EP3032975B2 sisältää 9 vaatimusta.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Saksa: kaksi virallista ratkaisua; lopullisuus- ja aluerajat säilyvät.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Rahoituskelpoisuus syntyy, kun oikeudet, claim chartit, kassavirta ja riippumaton arvonmääritys sidotaan yhteen.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Pankin lukutapa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Nykyinen aineisto tukee jatkodiligenceä. Se ei vielä yksin tue tiettyä lainamäärää, osakearvoa tai patentin vakuusarvoa.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 JA 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Patenttihistoria antaa vahvan mutta rajatun ankkurin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EPO Register; EP3032975B2; 8 Ni 18/24 (EP);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vaatimusta EP3032975B2:ssa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virallista ratkaisua: Saksa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Todistettu oikeusnäyttö on arvokasta vain maakohtaisen voimassaolo- ja tuotekytkennän kanssa.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Kirjattu haltija, prioriteetti ja EPO:n keskitetty lopputulos ovat vahvistettavissa. Koko perheen nykyinen kansallinen tila, rasitteet ja täytäntöönpano vaativat lisänäyttöä.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Markkina-aineisto on läpinäkyvä mutta ei vielä valmis globaaliksi arvoksi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Health Canada; Destatis; Vero; Sejm; Ruotsin hallitus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maan tutkimusuniversumi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maata virallisilla vuosihavainnoilla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hyväksyttyä retail-arvon luovuttajaa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Kaupallinen 26,0–46,32 mrd USD haarukka on sanity check — ei atlaksen oma maailmanestimaatti.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Kanada: 1,16 mrd CAD toimitusarvo. Saksa: 1,518 milj. l verotettua nestettä vuonna 2025 (alustava). Mittareita ei summata keskenään.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RISKIT JA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Puutteet ovat rajattavissa konkreettiseksi työohjelmaksi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Evidence Register; WIPO IP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Puutuva näyttö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Miksi ratkaiseva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Seuraava todiste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Koko perheen kansallinen tila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toteuttamiskelpoiset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Asiamiehen allekirjoittama maamatriisi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Tuote–vaatimusvertailut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Rajaa relevantin myynnin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Näytteet,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Kassavirta ja sopimukset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takaisinmaksun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laskut,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skenaariot ja downside-riskin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IVS-yhteensopiva arvio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Pankkikelpoisuus paranee eniten, kun nämä neljä aukkoa suljetaan ennen arvokeskustelua.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Ehdollinen eteneminen: 90 päivän diligence ennen rahoituspäätöstä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0–30 päivää: omistus-, rasite-, maksu- ja oikeusmatriisi.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31–60 päivää: priorisoidut claim chartit, markkinamyynnin rajaus ja vastapuolidata.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61–90 päivää: riippumaton arvonmääritys, kassavirtaskenaariot ja rahoitusehdot.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Päätösportti: vain vahvistettuun oikeuteen ja takaisinmaksulähteeseen perustuva rakenne.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2026.07.22-9 · 2026-07-22 ·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suppea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2026-07-22T00:00:00Z</dcterms:created>
  <dcterms:modified xsi:type="dcterms:W3CDTF">2026-07-22T00:00:00Z</dcterms:modified>
  <cp:category/>
</cp:coreProperties>
</file>