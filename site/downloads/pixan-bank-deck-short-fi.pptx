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3848c77093478c" /><Relationship Type="http://schemas.openxmlformats.org/officeDocument/2006/relationships/extended-properties" Target="/docProps/app.xml" Id="R97620e7fff2e4ded" /><Relationship Type="http://schemas.openxmlformats.org/officeDocument/2006/relationships/officeDocument" Target="/ppt/presentation.xml" Id="R5da82c260f374a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f922ad6881407c"/>
  </p:sldMasterIdLst>
  <p:notesMasterIdLst>
    <p:notesMasterId xmlns:r="http://schemas.openxmlformats.org/officeDocument/2006/relationships" r:id="R7b7c6e5e9aae4c11"/>
  </p:notesMasterIdLst>
  <p:sldIdLst>
    <p:sldId xmlns:r="http://schemas.openxmlformats.org/officeDocument/2006/relationships" id="256" r:id="R16d70326d98542c8"/>
    <p:sldId xmlns:r="http://schemas.openxmlformats.org/officeDocument/2006/relationships" id="257" r:id="R7ad430a36d6d4b7d"/>
    <p:sldId xmlns:r="http://schemas.openxmlformats.org/officeDocument/2006/relationships" id="258" r:id="R71f201429586428f"/>
    <p:sldId xmlns:r="http://schemas.openxmlformats.org/officeDocument/2006/relationships" id="259" r:id="R4df5f17875f04877"/>
    <p:sldId xmlns:r="http://schemas.openxmlformats.org/officeDocument/2006/relationships" id="260" r:id="Rb3ef7d9622964ce7"/>
    <p:sldId xmlns:r="http://schemas.openxmlformats.org/officeDocument/2006/relationships" id="261" r:id="R4de3c44fa6a64f0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690343bbed4234" /><Relationship Type="http://schemas.openxmlformats.org/officeDocument/2006/relationships/slideMaster" Target="/ppt/slideMasters/slideMaster1.xml" Id="R63f922ad6881407c" /><Relationship Type="http://schemas.openxmlformats.org/officeDocument/2006/relationships/notesMaster" Target="/ppt/notesMasters/notesMaster1.xml" Id="R7b7c6e5e9aae4c11" /><Relationship Type="http://schemas.openxmlformats.org/officeDocument/2006/relationships/presProps" Target="/ppt/presProps.xml" Id="Rfd60eb22954b4e9e" /><Relationship Type="http://schemas.openxmlformats.org/officeDocument/2006/relationships/viewProps" Target="/ppt/viewProps.xml" Id="R35699eb4aee24095" /><Relationship Type="http://schemas.openxmlformats.org/officeDocument/2006/relationships/tableStyles" Target="/ppt/tableStyles.xml" Id="Rd798c127edf8434e" /><Relationship Type="http://schemas.openxmlformats.org/officeDocument/2006/relationships/slide" Target="/ppt/slides/slide1.xml" Id="R16d70326d98542c8" /><Relationship Type="http://schemas.openxmlformats.org/officeDocument/2006/relationships/slide" Target="/ppt/slides/slide2.xml" Id="R7ad430a36d6d4b7d" /><Relationship Type="http://schemas.openxmlformats.org/officeDocument/2006/relationships/slide" Target="/ppt/slides/slide3.xml" Id="R71f201429586428f" /><Relationship Type="http://schemas.openxmlformats.org/officeDocument/2006/relationships/slide" Target="/ppt/slides/slide4.xml" Id="R4df5f17875f04877" /><Relationship Type="http://schemas.openxmlformats.org/officeDocument/2006/relationships/slide" Target="/ppt/slides/slide5.xml" Id="Rb3ef7d9622964ce7" /><Relationship Type="http://schemas.openxmlformats.org/officeDocument/2006/relationships/slide" Target="/ppt/slides/slide6.xml" Id="R4de3c44fa6a64f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22f4727de64f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671a18e13f400e" /><Relationship Type="http://schemas.openxmlformats.org/officeDocument/2006/relationships/notesMaster" Target="/ppt/notesMasters/notesMaster1.xml" Id="Rea8e1d735c504e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4ec7f2f00547da" /><Relationship Type="http://schemas.openxmlformats.org/officeDocument/2006/relationships/notesMaster" Target="/ppt/notesMasters/notesMaster1.xml" Id="Rf28719712f8343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124e7de2824a3d" /><Relationship Type="http://schemas.openxmlformats.org/officeDocument/2006/relationships/notesMaster" Target="/ppt/notesMasters/notesMaster1.xml" Id="R11b4152d82f54d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b13db9c8d94dd2" /><Relationship Type="http://schemas.openxmlformats.org/officeDocument/2006/relationships/notesMaster" Target="/ppt/notesMasters/notesMaster1.xml" Id="Rc8f799ba10634c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bcf67c7024444b" /><Relationship Type="http://schemas.openxmlformats.org/officeDocument/2006/relationships/notesMaster" Target="/ppt/notesMasters/notesMaster1.xml" Id="Rcb7672bcfc014d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28469b1a974eed" /><Relationship Type="http://schemas.openxmlformats.org/officeDocument/2006/relationships/notesMaster" Target="/ppt/notesMasters/notesMaster1.xml" Id="R2241bd5453e94f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9956e106945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c7af2dd7284b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0e06e654e468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7f7a5654a45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dc7aa88ff4f9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6412fe0aa4d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8a0150256f4b7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e13679bf8408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a80778a4f43e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33ab2f609484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f180a31ac34db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359E6C-8385-4472-9984-8A84B562883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41ADB0C-EA3A-4EF3-9954-F77A4A4459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C111ED-CFB2-47D1-BE7B-6CF94D803F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D44ABD-506C-4F5E-BE58-C63C6A7326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4A205-3A36-479A-8062-8C1345AC80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41658D-7173-445A-BBB3-365F80DB00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7CF19DF-E321-42A1-965B-F3401DE17A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60344-895B-4DDA-A8AF-237A22308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6C4A49-AEF2-4279-AF2A-1695920204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3FD0DD-C66A-4F61-8DD8-35BC9D01FF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8E8586-EF00-4850-AD5D-3EC39A204B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1CB9BD5-26DE-4E97-9644-41C0BB31F8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7590D92-C6BB-46CF-A4E8-59FEFBD819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19CFA7-DE3F-4139-A064-5DC43623F9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900BEC-825E-4465-89AE-DF6429A57A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BBBED7-56C6-4425-BB53-D39008EC15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70AB95-115A-40E2-A4CE-6DE4418008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37CABFF-DF35-4623-BA7B-6EE1743715B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ED3F313-5EFF-4F89-B80B-5E79F37BD5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0461597-B474-4A90-B1B5-E7824D1ACC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9BE5091-A8D4-4A2F-9B14-2FEEDBC409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8CC12A-CFBE-4808-A889-DBF9330270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425F38-000F-40DE-B832-AFB475DA7E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52129F4-0B7A-43B9-A72D-EA639EED356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62DB5D9-629C-437A-82A4-CC24FA4F0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8434957-015E-4DF5-A9F8-2F771F044F4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144005F-6C0A-4DCC-B1F7-2C203C3668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89E5E9A-26CE-4F17-ADCF-13521DF918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46D2280-E426-46E9-A64B-CAA46EF72F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0F85C1-F86D-4FB4-8171-B4994F3EFB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2B4796A-7645-40F0-85B9-424BC252B5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620B9F4-DD58-4B5A-9BF0-5806D71DCD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F93B434-E464-4CFA-AE13-DA5D7B6D3F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6861321-968E-471F-B399-ED8610413E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D72E40-5794-4524-9F6D-450EE367F3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8BD8497-36FF-409E-87DF-183FB0EDF7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7FFCC3-AE17-4A58-94AA-ADDE319A09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73A6AC9-E090-40DD-A635-BFBDF82D5D0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EF0243B-2103-49FF-9F5F-C61F58F750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09C4E94-8D74-4AB5-B5CE-85320E8BF8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791874-B13B-49D7-9286-3B00B496D9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C40383D-154C-4327-97BC-FEB1C8C99D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41EF22-F161-418D-BDB5-52C3C92F73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DC10795-BAAA-4D0E-94D3-1E5D49A99E4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2F63EFA-0680-4163-8065-6A4AA81FEA6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A44C1A5-FFA4-43A7-A7E9-3DE8CE8E69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CF59E35-A39B-48A8-B925-CE23B36987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71887D-9E47-4D3B-A51A-C2AE17C256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FEB862-C619-4C6D-B9A4-063C190B18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166C160-B9EC-4FF9-9414-9118046F37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7CAB1A-24F6-4BA4-BF4F-B4C91B146B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1281B9-819A-4674-BEE6-417ACD52E2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71F405-FA11-4A42-8111-BF2B097418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12AC2F0-0E70-4547-B524-CD217FB39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59B57B2-57A6-4DD6-A5C6-4629B1939F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BFD066-D574-4940-AF4D-17CE389F43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0E6B2C-E047-43AC-A34D-424F42838F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DF16A61-13A2-4457-BD4E-E0FDE62899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4551b0308c446a" /><Relationship Type="http://schemas.openxmlformats.org/officeDocument/2006/relationships/slideLayout" Target="/ppt/slideLayouts/slideLayout1.xml" Id="Re34a5855711949f3" /><Relationship Type="http://schemas.openxmlformats.org/officeDocument/2006/relationships/slideLayout" Target="/ppt/slideLayouts/slideLayout2.xml" Id="R3796bb5c40614b2d" /><Relationship Type="http://schemas.openxmlformats.org/officeDocument/2006/relationships/slideLayout" Target="/ppt/slideLayouts/slideLayout3.xml" Id="Rf394fe03a22b4dd9" /><Relationship Type="http://schemas.openxmlformats.org/officeDocument/2006/relationships/slideLayout" Target="/ppt/slideLayouts/slideLayout4.xml" Id="R510d5431fd8749e9" /><Relationship Type="http://schemas.openxmlformats.org/officeDocument/2006/relationships/slideLayout" Target="/ppt/slideLayouts/slideLayout5.xml" Id="Raea71bfed01a4677" /><Relationship Type="http://schemas.openxmlformats.org/officeDocument/2006/relationships/slideLayout" Target="/ppt/slideLayouts/slideLayout6.xml" Id="Rc3c98d2d9fc7477d" /><Relationship Type="http://schemas.openxmlformats.org/officeDocument/2006/relationships/slideLayout" Target="/ppt/slideLayouts/slideLayout7.xml" Id="Rda1afdb45af446eb" /><Relationship Type="http://schemas.openxmlformats.org/officeDocument/2006/relationships/slideLayout" Target="/ppt/slideLayouts/slideLayout8.xml" Id="R14f813245f774afa" /><Relationship Type="http://schemas.openxmlformats.org/officeDocument/2006/relationships/slideLayout" Target="/ppt/slideLayouts/slideLayout9.xml" Id="Rf6d66edb321c4765" /><Relationship Type="http://schemas.openxmlformats.org/officeDocument/2006/relationships/slideLayout" Target="/ppt/slideLayouts/slideLayout10.xml" Id="R2cb2d314f34f45af" /><Relationship Type="http://schemas.openxmlformats.org/officeDocument/2006/relationships/slideLayout" Target="/ppt/slideLayouts/slideLayout11.xml" Id="R32c2875b7799435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76441A3-950E-456D-B83A-9828844A6E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27F8E7-4087-4C88-A50D-91927CEFF7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02D621-D454-4000-AC95-9CEF012E896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5BB686D-0C9B-4101-BA0D-F280D1DB447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B42F5D-96F8-46D6-9045-2FDBC530AFF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4a5855711949f3"/>
    <p:sldLayoutId xmlns:r="http://schemas.openxmlformats.org/officeDocument/2006/relationships" id="2147483650" r:id="R3796bb5c40614b2d"/>
    <p:sldLayoutId xmlns:r="http://schemas.openxmlformats.org/officeDocument/2006/relationships" id="2147483651" r:id="Rf394fe03a22b4dd9"/>
    <p:sldLayoutId xmlns:r="http://schemas.openxmlformats.org/officeDocument/2006/relationships" id="2147483652" r:id="R510d5431fd8749e9"/>
    <p:sldLayoutId xmlns:r="http://schemas.openxmlformats.org/officeDocument/2006/relationships" id="2147483653" r:id="Raea71bfed01a4677"/>
    <p:sldLayoutId xmlns:r="http://schemas.openxmlformats.org/officeDocument/2006/relationships" id="2147483654" r:id="Rc3c98d2d9fc7477d"/>
    <p:sldLayoutId xmlns:r="http://schemas.openxmlformats.org/officeDocument/2006/relationships" id="2147483655" r:id="Rda1afdb45af446eb"/>
    <p:sldLayoutId xmlns:r="http://schemas.openxmlformats.org/officeDocument/2006/relationships" id="2147483656" r:id="R14f813245f774afa"/>
    <p:sldLayoutId xmlns:r="http://schemas.openxmlformats.org/officeDocument/2006/relationships" id="2147483657" r:id="Rf6d66edb321c4765"/>
    <p:sldLayoutId xmlns:r="http://schemas.openxmlformats.org/officeDocument/2006/relationships" id="2147483658" r:id="R2cb2d314f34f45af"/>
    <p:sldLayoutId xmlns:r="http://schemas.openxmlformats.org/officeDocument/2006/relationships" id="2147483659" r:id="R32c2875b7799435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67b09de6c84ef8" /><Relationship Type="http://schemas.openxmlformats.org/officeDocument/2006/relationships/notesSlide" Target="/ppt/notesSlides/notesSlide1.xml" Id="R4a7c1c50bdb542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05c21c8fe5443a" /><Relationship Type="http://schemas.openxmlformats.org/officeDocument/2006/relationships/notesSlide" Target="/ppt/notesSlides/notesSlide2.xml" Id="Rdc57c3f303c04a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63aa8e74a04f36" /><Relationship Type="http://schemas.openxmlformats.org/officeDocument/2006/relationships/notesSlide" Target="/ppt/notesSlides/notesSlide3.xml" Id="Rdfd30828d43b4f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e06d3f64174a63" /><Relationship Type="http://schemas.openxmlformats.org/officeDocument/2006/relationships/notesSlide" Target="/ppt/notesSlides/notesSlide4.xml" Id="R1a0e2fdaddce4e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cd7856e6204b43" /><Relationship Type="http://schemas.openxmlformats.org/officeDocument/2006/relationships/notesSlide" Target="/ppt/notesSlides/notesSlide5.xml" Id="R9d6b781ab3f640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8e84a273b94fc0" /><Relationship Type="http://schemas.openxmlformats.org/officeDocument/2006/relationships/notesSlide" Target="/ppt/notesSlides/notesSlide6.xml" Id="R703d579e2fcf4b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F1AA31A-654B-47C4-AE2F-26AB3046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650A72-8FEE-4D24-8691-64C534D1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75B5F2-F672-4B7F-B21C-45C5E1FA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39E8090-6819-4033-B167-608D7499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299660C-9F53-48EB-8E5B-87724311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EC3393-5506-4802-9417-871D289C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79D144-F6F3-4399-8367-D9A2C35E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48679A-A398-4A51-ABB9-00497292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9DD49C-18FC-48CF-9588-D22A9364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A2B152-7ABC-4027-B2E4-C4F6B8FF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7D33F8-F7F9-4618-816C-ED6B239C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0180069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9B70F3-3C51-422D-8CF4-9E81BD4C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1CB047-E939-43F2-BB6D-A1142460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915FBD-F8E5-496D-84F2-E7636449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C08D2E-ECC4-4130-844B-71E0EB22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7687B5-1110-40D4-B8A8-FC38A043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A02B9D-0D55-4DB0-B517-A05E1A05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98F788C-2B59-4A35-AD10-AAEEF5E5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4DC0A67-9007-4882-9271-ABB0E7D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4726D39-7463-4E98-9529-17CF41B7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91898F-9191-47C4-AFF5-9A18BE58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7D9C172-DBC8-406C-B141-F4A658EF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3335226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559B789-3582-4A63-A450-83453704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A7A66B-E7F5-4693-9564-9D0FCD0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F8129F-9289-4524-B41D-4E65DF4C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AD8D2E2-3C38-453B-A167-0EE1611D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AD10D34-421A-4227-9FCC-7C2F353E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C94239-3715-4CBD-B5B9-E3042D4C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DCCE076-48E5-455C-892F-4E9F4C82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562F96-914F-4125-BC86-C6F1671B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54606C-BC4F-4F65-A40F-E843AA83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2440528-5F5C-42E6-AACA-BD685526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92FD77-5841-4358-A154-D770D28C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DF24BA-DE82-403F-91E3-CD74A7E6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A0946B8-3BC1-461D-B67D-49CD613E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333E7F-FD55-4D8C-BB3F-C2017A77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E535F87-387B-422B-9F8B-65BB1461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D255879-ADD5-4205-B65E-9701DCE2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453CBC6-56D9-4AF2-811E-38CA4905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2E625A5-FD31-4598-9E8B-9243B4EA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D72239C-175D-4B36-9350-5A1C3747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4418475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B31D93-B4AC-4834-A88A-CD253382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77E2B2-ED4F-4743-BFDA-72E63FFD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132CCEE-0EBA-4651-A33C-FBEA949D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68D24E-A62B-436A-B5D9-6366ACF2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F6FBB7-6055-4B57-B867-4C7A1C8A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285C28-CE04-4429-846A-787CB8E6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253F11A-B544-47BF-AA3E-18594C2F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309BE5-B650-4393-A5DC-EF1952FF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517A0BA-95AC-4519-95BC-F3B62B94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88A9FAC-12C7-466F-9BA9-843E932E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403852-6F7A-40ED-B252-E57C426F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C788015-D77D-4B6D-8B56-023FC913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4656433-CE5D-49E4-9740-000955DF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2CD8092-8FED-48DD-8A5A-6258AED0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0F93F37-8695-4E8F-8DF0-639E6632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3072665-9BC1-460C-8A58-E04D4AD2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9D861F3-0187-4A3B-A3F7-D5E9E9F2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0079EE7-E359-4D03-BA99-DA623295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9B98B39-AB62-4796-8421-B7F15AEC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Pohja: 195/578 WB + 36 Ruotsin FHM; ei myyntiä. Puola 2020–23 virta; 2025 verosilta 4 382 500 laitetta / 62 500 sarjaa. Kanada 1,219160 mrd CAD (≈822,6 milj. EUR; ECB 2024); Health Canada -toimitukset 1,160754 mrd CAD (≈783,2 milj. EUR; ECB 2024); FTC 2,763 mrd USD (≈2,336 mrd EUR;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8645410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394EF5-7344-47B8-AAD5-4F13C98C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112944-66C4-4ABD-876C-0C2F36A4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CE7DE13-8177-4D49-A235-AC399BDC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CFA2911-8B41-44A6-9035-9CA71B88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EEC7529-0B76-4C15-A672-72C291E4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2026.07.27-28 · 2026-07-27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4F13AF4-D158-46F0-9465-A1559237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1582D07-61D2-4A58-8CB8-B69E776B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193066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45581A-92BC-4E59-AF0B-F11D22F2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3B14AD-279A-4039-A4CC-4918D209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A2A750-AD62-4324-BB5E-BB7142E2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FBC2B09-168D-49DA-9456-95331043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2026.07.27-28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137708542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2026-07-27T14:00:07.2500000Z</dcterms:created>
  <dcterms:modified xsi:type="dcterms:W3CDTF">2026-07-27T14:00:07.2500000Z</dcterms:modified>
</coreProperties>
</file>