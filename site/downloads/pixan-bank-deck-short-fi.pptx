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f8ff43d72d48fa" /><Relationship Type="http://schemas.openxmlformats.org/officeDocument/2006/relationships/extended-properties" Target="/docProps/app.xml" Id="R71503bf804274c48" /><Relationship Type="http://schemas.openxmlformats.org/officeDocument/2006/relationships/officeDocument" Target="/ppt/presentation.xml" Id="R5358cf63274b49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e08852562d475e"/>
  </p:sldMasterIdLst>
  <p:notesMasterIdLst>
    <p:notesMasterId xmlns:r="http://schemas.openxmlformats.org/officeDocument/2006/relationships" r:id="Rdc9201e913f246c6"/>
  </p:notesMasterIdLst>
  <p:sldIdLst>
    <p:sldId xmlns:r="http://schemas.openxmlformats.org/officeDocument/2006/relationships" id="256" r:id="R293d03ef4b0f4973"/>
    <p:sldId xmlns:r="http://schemas.openxmlformats.org/officeDocument/2006/relationships" id="257" r:id="R7a2f45990af2488b"/>
    <p:sldId xmlns:r="http://schemas.openxmlformats.org/officeDocument/2006/relationships" id="258" r:id="R443cdc8c21fe443c"/>
    <p:sldId xmlns:r="http://schemas.openxmlformats.org/officeDocument/2006/relationships" id="259" r:id="R844286f1b812412f"/>
    <p:sldId xmlns:r="http://schemas.openxmlformats.org/officeDocument/2006/relationships" id="260" r:id="R3489404a11d9463b"/>
    <p:sldId xmlns:r="http://schemas.openxmlformats.org/officeDocument/2006/relationships" id="261" r:id="Rbd5a23c862bf44f4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ae1c50b3a84558" /><Relationship Type="http://schemas.openxmlformats.org/officeDocument/2006/relationships/slideMaster" Target="/ppt/slideMasters/slideMaster1.xml" Id="R2ee08852562d475e" /><Relationship Type="http://schemas.openxmlformats.org/officeDocument/2006/relationships/notesMaster" Target="/ppt/notesMasters/notesMaster1.xml" Id="Rdc9201e913f246c6" /><Relationship Type="http://schemas.openxmlformats.org/officeDocument/2006/relationships/presProps" Target="/ppt/presProps.xml" Id="Rfd440c963a794903" /><Relationship Type="http://schemas.openxmlformats.org/officeDocument/2006/relationships/viewProps" Target="/ppt/viewProps.xml" Id="R30dea80f8d914cfb" /><Relationship Type="http://schemas.openxmlformats.org/officeDocument/2006/relationships/tableStyles" Target="/ppt/tableStyles.xml" Id="R031ef295291f4720" /><Relationship Type="http://schemas.openxmlformats.org/officeDocument/2006/relationships/slide" Target="/ppt/slides/slide1.xml" Id="R293d03ef4b0f4973" /><Relationship Type="http://schemas.openxmlformats.org/officeDocument/2006/relationships/slide" Target="/ppt/slides/slide2.xml" Id="R7a2f45990af2488b" /><Relationship Type="http://schemas.openxmlformats.org/officeDocument/2006/relationships/slide" Target="/ppt/slides/slide3.xml" Id="R443cdc8c21fe443c" /><Relationship Type="http://schemas.openxmlformats.org/officeDocument/2006/relationships/slide" Target="/ppt/slides/slide4.xml" Id="R844286f1b812412f" /><Relationship Type="http://schemas.openxmlformats.org/officeDocument/2006/relationships/slide" Target="/ppt/slides/slide5.xml" Id="R3489404a11d9463b" /><Relationship Type="http://schemas.openxmlformats.org/officeDocument/2006/relationships/slide" Target="/ppt/slides/slide6.xml" Id="Rbd5a23c862bf44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311245e91748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0f2e9b17014754" /><Relationship Type="http://schemas.openxmlformats.org/officeDocument/2006/relationships/notesMaster" Target="/ppt/notesMasters/notesMaster1.xml" Id="R68a6dfebf6ca46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5cc103940842c1" /><Relationship Type="http://schemas.openxmlformats.org/officeDocument/2006/relationships/notesMaster" Target="/ppt/notesMasters/notesMaster1.xml" Id="Rb2a3b306f39044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ec0cb6d94441f3" /><Relationship Type="http://schemas.openxmlformats.org/officeDocument/2006/relationships/notesMaster" Target="/ppt/notesMasters/notesMaster1.xml" Id="R890c10d785ad44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b78dfef9a347a6" /><Relationship Type="http://schemas.openxmlformats.org/officeDocument/2006/relationships/notesMaster" Target="/ppt/notesMasters/notesMaster1.xml" Id="Re3c04bba6bde4e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e8d7a869ec48cb" /><Relationship Type="http://schemas.openxmlformats.org/officeDocument/2006/relationships/notesMaster" Target="/ppt/notesMasters/notesMaster1.xml" Id="R0f2b06e5883a4e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9c8566729949b8" /><Relationship Type="http://schemas.openxmlformats.org/officeDocument/2006/relationships/notesMaster" Target="/ppt/notesMasters/notesMaster1.xml" Id="R5c1637042b214b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8626f6766e479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71bcb0a124fb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ef5883d314b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ee2ac6a5a40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346ba87aa246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6a85cecdfe410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f1161790df44c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9444e2ace74aa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ed9562dcc94f4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bb0ca2d64e4dd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af4167fb8748a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FBE1A5-01F9-42FB-9054-3F94740621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719EEDD-0E40-47DD-85C9-5C64BBCF38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4233F86-F5D1-446A-92C9-55F6E1B233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3D4533-ECCE-421B-9C95-AB2754D5C7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13FEBC-DCF5-4C25-9E38-60500D0CCC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554F2-F665-4E2E-A474-1691589186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0E1AFD-3149-4CCC-825A-AFCC1448871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E18F6F-734F-48ED-B99B-E0CADF212A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87A22DC-D09B-4924-9FF5-ABA4816F6E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2619C2-C467-4939-ABAC-87234229C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80C857-C29B-4BAE-8240-8B5198D98F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0A2DE8-4809-4702-AC8D-C561CDC785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46FA6D-115D-4ABE-9999-BC0D51AF3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756AB8-397F-404F-8308-5A06DDA1D7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E20D85-F700-4B8D-8815-3AB71E91D5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577763-4D04-418A-9D51-54B8D87573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AE183A7-AC25-451B-B9C3-297DA1103C9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014CBE3-A609-4F77-A438-F1E5BFB5FDF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F385371-870A-4D96-BB9B-B86FBB080C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D7132A-AF70-4609-96C8-E2F1252871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124996E-D230-468F-995F-4E037FF4F4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47788D-DF45-427E-9796-FFB898B8CA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2B2D757-749E-435C-AEBE-9A1DD525C0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358095-3D67-4BF1-A236-CDCE43A7DE2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50A7C63-52C7-407D-907C-DA5EFD80BDA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664B3CC-53D3-4140-9280-1FADF99C93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C29595B-0C3A-47E0-A412-CE483C3A47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D396968-6A85-4901-BDF4-DC32537083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B4565-95F7-4696-BB39-A56D2B61DC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D2283B9-8B34-4F3B-9EC7-7E4ED8FEB4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1F7771F-5E5F-49FF-88F3-2DAE84F7BE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E2330A6-2405-465D-8E09-0584DE3178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55C9B8D-11C3-474F-B799-0363EFCC9D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1FD87FC-8D3E-47EF-9CDB-8C29B091C2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869CC3E-2339-44D4-A995-6BFC12BF35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3612063-B4B9-4156-9EB8-70EC22AAA7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29C21D-87A4-421D-BF38-03D7BFFF38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D6F32E6-2F1A-4D95-AE0B-25B3FF6276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42367F9-1D6A-4393-BFC5-9CDDCFD151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80876C-24DC-489F-9F07-03A4208FC5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8F055-CBCC-45F9-A403-BE008A94FF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BFABA7C-F15F-4270-B410-395D06764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E603E7-FBF2-47B8-AB96-8D2C15490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20781-4DB0-4216-B36C-C2C82F723E6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A8CEA5-C7EA-4F55-A3AA-4DE1B84A5E1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B8E57B8-048B-4768-84DB-86D677F452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D51FA5-33E3-42CF-A555-E00238ADC0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6449849-3B5B-45B7-9039-7C9F13B0EE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6AA750-F80B-4A58-A584-054929068B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5F4CD04-F447-4182-AF69-5C76296C57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E577D3E-2B3C-4104-8375-2C8EC6413F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616091-BEA7-4002-8CC8-145D7959DF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7CF3A-9ECF-43F1-A498-6BF357457B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E31897C-1E4A-4A5D-8D57-1B3DF94784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B6085C-3853-4D41-B830-FF71143C5B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224CE84-22B6-419C-B2FB-EF47A6792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44D28B-7F9E-419C-A03F-58F30EF323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C672792-90F9-46BF-9A23-760A27747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c6f6440c2f4e41" /><Relationship Type="http://schemas.openxmlformats.org/officeDocument/2006/relationships/slideLayout" Target="/ppt/slideLayouts/slideLayout1.xml" Id="Re40ef8b789f541bc" /><Relationship Type="http://schemas.openxmlformats.org/officeDocument/2006/relationships/slideLayout" Target="/ppt/slideLayouts/slideLayout2.xml" Id="R5fc5c651e7a245f9" /><Relationship Type="http://schemas.openxmlformats.org/officeDocument/2006/relationships/slideLayout" Target="/ppt/slideLayouts/slideLayout3.xml" Id="R6bba52209abe4725" /><Relationship Type="http://schemas.openxmlformats.org/officeDocument/2006/relationships/slideLayout" Target="/ppt/slideLayouts/slideLayout4.xml" Id="Ra57d1cb767114526" /><Relationship Type="http://schemas.openxmlformats.org/officeDocument/2006/relationships/slideLayout" Target="/ppt/slideLayouts/slideLayout5.xml" Id="Rf47d1295b1f64fc4" /><Relationship Type="http://schemas.openxmlformats.org/officeDocument/2006/relationships/slideLayout" Target="/ppt/slideLayouts/slideLayout6.xml" Id="Rab47a1e1e3bb4669" /><Relationship Type="http://schemas.openxmlformats.org/officeDocument/2006/relationships/slideLayout" Target="/ppt/slideLayouts/slideLayout7.xml" Id="R2946844b692a41e7" /><Relationship Type="http://schemas.openxmlformats.org/officeDocument/2006/relationships/slideLayout" Target="/ppt/slideLayouts/slideLayout8.xml" Id="Rd470c7c969564741" /><Relationship Type="http://schemas.openxmlformats.org/officeDocument/2006/relationships/slideLayout" Target="/ppt/slideLayouts/slideLayout9.xml" Id="R34ef6c7ed9704387" /><Relationship Type="http://schemas.openxmlformats.org/officeDocument/2006/relationships/slideLayout" Target="/ppt/slideLayouts/slideLayout10.xml" Id="R39a1cb1f41244497" /><Relationship Type="http://schemas.openxmlformats.org/officeDocument/2006/relationships/slideLayout" Target="/ppt/slideLayouts/slideLayout11.xml" Id="Rf64766d6f2d940c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8CC6D16-C278-41C5-932C-9010EE49C9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8D8CC6-9A97-44C5-9633-BD11D9CD2A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FF4FB7-076C-48E7-83B6-2D1EBB80F0C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387471-A241-46AE-8C4F-8D81F078111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16E5E9-D507-41C9-8B1A-4CA494DC7DF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0ef8b789f541bc"/>
    <p:sldLayoutId xmlns:r="http://schemas.openxmlformats.org/officeDocument/2006/relationships" id="2147483650" r:id="R5fc5c651e7a245f9"/>
    <p:sldLayoutId xmlns:r="http://schemas.openxmlformats.org/officeDocument/2006/relationships" id="2147483651" r:id="R6bba52209abe4725"/>
    <p:sldLayoutId xmlns:r="http://schemas.openxmlformats.org/officeDocument/2006/relationships" id="2147483652" r:id="Ra57d1cb767114526"/>
    <p:sldLayoutId xmlns:r="http://schemas.openxmlformats.org/officeDocument/2006/relationships" id="2147483653" r:id="Rf47d1295b1f64fc4"/>
    <p:sldLayoutId xmlns:r="http://schemas.openxmlformats.org/officeDocument/2006/relationships" id="2147483654" r:id="Rab47a1e1e3bb4669"/>
    <p:sldLayoutId xmlns:r="http://schemas.openxmlformats.org/officeDocument/2006/relationships" id="2147483655" r:id="R2946844b692a41e7"/>
    <p:sldLayoutId xmlns:r="http://schemas.openxmlformats.org/officeDocument/2006/relationships" id="2147483656" r:id="Rd470c7c969564741"/>
    <p:sldLayoutId xmlns:r="http://schemas.openxmlformats.org/officeDocument/2006/relationships" id="2147483657" r:id="R34ef6c7ed9704387"/>
    <p:sldLayoutId xmlns:r="http://schemas.openxmlformats.org/officeDocument/2006/relationships" id="2147483658" r:id="R39a1cb1f41244497"/>
    <p:sldLayoutId xmlns:r="http://schemas.openxmlformats.org/officeDocument/2006/relationships" id="2147483659" r:id="Rf64766d6f2d940c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ca2a16bc0346fd" /><Relationship Type="http://schemas.openxmlformats.org/officeDocument/2006/relationships/notesSlide" Target="/ppt/notesSlides/notesSlide1.xml" Id="R41b3f4f399124a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c6e42d92fe4f65" /><Relationship Type="http://schemas.openxmlformats.org/officeDocument/2006/relationships/notesSlide" Target="/ppt/notesSlides/notesSlide2.xml" Id="R26e515df9b9f48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5ba5bd1f0f41e8" /><Relationship Type="http://schemas.openxmlformats.org/officeDocument/2006/relationships/notesSlide" Target="/ppt/notesSlides/notesSlide3.xml" Id="Rff2180e67ad549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77eba7c9f24b6d" /><Relationship Type="http://schemas.openxmlformats.org/officeDocument/2006/relationships/notesSlide" Target="/ppt/notesSlides/notesSlide4.xml" Id="R151705c02a6b45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7e37e23dac48da" /><Relationship Type="http://schemas.openxmlformats.org/officeDocument/2006/relationships/notesSlide" Target="/ppt/notesSlides/notesSlide5.xml" Id="R40b3c3d1f6054e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b8091efc3c4a88" /><Relationship Type="http://schemas.openxmlformats.org/officeDocument/2006/relationships/notesSlide" Target="/ppt/notesSlides/notesSlide6.xml" Id="Rc9a56229705c47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8FC8441-FD2E-4C2E-937B-5D0766DB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578F2DD-B44B-4B5C-98AC-50B53204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D43DC60-C37E-4965-8F07-D851A037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559CAD4-BDE7-4161-934E-9DAC50D0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FBF2722-366D-49C2-B489-CF00A92C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216713-C1CF-4BD0-8841-35171156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7B58DA7-DE57-4DC7-A9B2-17E909E1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89C0E70-7C4B-4978-B13E-781B3751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90AF6B6-FE8D-4568-8E4C-9E493CA2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0567DB0-CDD9-470B-915E-82B3B978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EC29800-CE3D-40EB-9586-CFBCF128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1526981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201969-DB87-4C5F-8878-EB0BAA88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AE19CDF-592D-4E0C-B780-15BD4C40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8D070C-6491-45B7-BCBB-5988B439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D213AD-99E4-403A-9D14-2E0A36FD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28D48C-174D-4AEB-8BA9-647506F0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F733E8-1320-4D5F-AB9A-7FC58446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80E301B-62A8-4C4B-ADA3-A64961DB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DCBBA-ADF2-4CCE-80E1-B42661BA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D29D4B4-BE92-42C6-A20B-76283849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289E610-B112-4883-942E-AD4D27AD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BA59F8-9E0B-4B19-B638-5EB90496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3428174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9B8EC6-5903-4ADC-9BEA-7C1C8F7A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979EC8-01CD-4B0C-88EC-5CBBBFEE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0C02E6-A473-4F50-8F12-BED28671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78A37C-B5BC-40A0-9CDB-97CA3EE3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87E6AA-F48D-40AB-812D-A0C4E77A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046C03-CEE6-40CD-AF21-0ED4D223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325BA40-3E5B-45FC-86E2-E8D3C115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C7655B2-7A32-4F3D-A814-5E505E6B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2C6A6C4-040D-422D-809D-DB9A3611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6CFF339-D70D-4197-83F1-5924C199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A4475CF-4AB3-4776-B204-3B3F8051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17C50C6-A4FC-448C-A417-7137B531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5A1839-135B-473A-92CC-B5503866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488380E-E762-4FC0-A73B-B07690FD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944C8B7-39B0-4706-8F60-1C5B3A7F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BDE9FE0-8142-4D34-88B5-A1FA1CCD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6FACA26-5878-41BA-A7FF-F451F617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74FAF0D-1718-4861-837F-BAEF939D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C99558E-11CD-4422-86BE-D4ECAC75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9010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42F469-1B34-4F98-AE61-E612FA96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5A6C79-15C2-4939-9D30-FECF19CC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EBA5D0A-F948-4EC2-BF6E-E4011216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8681F54-6F1A-41CB-8547-EE6D406C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C774C99-F293-46C1-84BB-A1F3B4A5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Statistics Canada; Health Canada; NZ Ministry of Health; European Commission;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B1016B3-B531-4656-AE4F-49918745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812EBAE-D3F3-4830-9B18-BC16399D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69A56F7-12AF-4B10-9B15-8569B9D7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 + 36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BE0E657-C8DA-4035-850C-1D803694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34 markkinamittaria 7 maasta + 36 Ruotsin FHM-rekisterilukua; ei myyntiä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09038AA-C091-4F7C-8BDA-3DD07A2C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B61D13A-0FA2-4D3E-8330-470A79CF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4C1B8A7-769B-4561-A5F5-4FD6796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A55A83E-C540-4540-B0B4-CFC08655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C6C290B-CC06-499F-9834-1E34A035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B29B35C-CCDB-49C5-B53C-AC97B978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376BAA5-DB96-48D3-943B-527D37E1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läpäisee 7/10: D5 hylätty, D8 ja D10 avoinna. Ei hyväksytty; donor-portti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14F7FFF-96FD-4F9B-8B73-6007E512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B23E624-1542-4603-B3A8-85DD96C1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5B72DC-C384-438C-9C25-F65FFE36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2024: retail 1,219160 mrd CAD (≈822,6 milj. EUR; ECB 2024); toimitukset 1,160754 mrd CAD (≈783,2 milj. EUR; ECB 2024). Kanada ja Uusi-Seelanti ovat 7/10 mutta eivät hyväksyttyjä. Puola on seuraava viranomaisdataohjelma. FTC 2021: 2,763 mrd USD (≈2,336 mrd EUR; ECB 2021). Ei summata.</a:t>
            </a:r>
          </a:p>
        </p:txBody>
      </p:sp>
    </p:spTree>
    <p:extLst>
      <p:ext uri="{BB962C8B-B14F-4D97-AF65-F5344CB8AC3E}">
        <p14:creationId xmlns:p14="http://schemas.microsoft.com/office/powerpoint/2010/main" val="184681266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361164-91ED-4516-B62E-67677A08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3F35D5-E42A-4E7C-8237-8FB62923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614F4A-7B6C-475F-BE25-A870AF17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2DF4D5-AAB9-49D1-8447-3F58F45A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D09767-EF6C-4933-A540-C4311170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90B7A2-1594-4CF5-A0E0-3DD94343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41C191-D383-44A7-8524-0D7DAC8D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6422442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1C92D5-5009-4B6C-9723-0EB55534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E8683A-C82E-435D-9249-42321520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83707A1-FC30-4AD6-AAEE-1DC862D3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45873D-658A-4307-A2FC-918A1379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2026.07.27-26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819995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2026-07-27T06:09:52.7250000Z</dcterms:created>
  <dcterms:modified xsi:type="dcterms:W3CDTF">2026-07-27T06:09:52.7250000Z</dcterms:modified>
</coreProperties>
</file>