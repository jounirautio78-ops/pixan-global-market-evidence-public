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92331a696f4795" /><Relationship Type="http://schemas.openxmlformats.org/officeDocument/2006/relationships/extended-properties" Target="/docProps/app.xml" Id="Raa9b7b15e164454d" /><Relationship Type="http://schemas.openxmlformats.org/officeDocument/2006/relationships/officeDocument" Target="/ppt/presentation.xml" Id="R08ca540258e544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6c6ac3be0e47f8"/>
  </p:sldMasterIdLst>
  <p:notesMasterIdLst>
    <p:notesMasterId xmlns:r="http://schemas.openxmlformats.org/officeDocument/2006/relationships" r:id="R5df39f04eb084002"/>
  </p:notesMasterIdLst>
  <p:sldIdLst>
    <p:sldId xmlns:r="http://schemas.openxmlformats.org/officeDocument/2006/relationships" id="256" r:id="R4352b92a48c34d69"/>
    <p:sldId xmlns:r="http://schemas.openxmlformats.org/officeDocument/2006/relationships" id="257" r:id="R22222bbaf0b448df"/>
    <p:sldId xmlns:r="http://schemas.openxmlformats.org/officeDocument/2006/relationships" id="258" r:id="Rf19f3a28bd2149e7"/>
    <p:sldId xmlns:r="http://schemas.openxmlformats.org/officeDocument/2006/relationships" id="259" r:id="Ra8256451229d4555"/>
    <p:sldId xmlns:r="http://schemas.openxmlformats.org/officeDocument/2006/relationships" id="260" r:id="R66d24c66683140fe"/>
    <p:sldId xmlns:r="http://schemas.openxmlformats.org/officeDocument/2006/relationships" id="261" r:id="R9c63b0b438c14b85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256a6172264272" /><Relationship Type="http://schemas.openxmlformats.org/officeDocument/2006/relationships/slideMaster" Target="/ppt/slideMasters/slideMaster1.xml" Id="R446c6ac3be0e47f8" /><Relationship Type="http://schemas.openxmlformats.org/officeDocument/2006/relationships/notesMaster" Target="/ppt/notesMasters/notesMaster1.xml" Id="R5df39f04eb084002" /><Relationship Type="http://schemas.openxmlformats.org/officeDocument/2006/relationships/presProps" Target="/ppt/presProps.xml" Id="R7aba57a94b584ac9" /><Relationship Type="http://schemas.openxmlformats.org/officeDocument/2006/relationships/viewProps" Target="/ppt/viewProps.xml" Id="R5eefb38012bb4d16" /><Relationship Type="http://schemas.openxmlformats.org/officeDocument/2006/relationships/tableStyles" Target="/ppt/tableStyles.xml" Id="R3c29d2dfade546e9" /><Relationship Type="http://schemas.openxmlformats.org/officeDocument/2006/relationships/slide" Target="/ppt/slides/slide1.xml" Id="R4352b92a48c34d69" /><Relationship Type="http://schemas.openxmlformats.org/officeDocument/2006/relationships/slide" Target="/ppt/slides/slide2.xml" Id="R22222bbaf0b448df" /><Relationship Type="http://schemas.openxmlformats.org/officeDocument/2006/relationships/slide" Target="/ppt/slides/slide3.xml" Id="Rf19f3a28bd2149e7" /><Relationship Type="http://schemas.openxmlformats.org/officeDocument/2006/relationships/slide" Target="/ppt/slides/slide4.xml" Id="Ra8256451229d4555" /><Relationship Type="http://schemas.openxmlformats.org/officeDocument/2006/relationships/slide" Target="/ppt/slides/slide5.xml" Id="R66d24c66683140fe" /><Relationship Type="http://schemas.openxmlformats.org/officeDocument/2006/relationships/slide" Target="/ppt/slides/slide6.xml" Id="R9c63b0b438c14b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37340c56494a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108f6e9e3e4459" /><Relationship Type="http://schemas.openxmlformats.org/officeDocument/2006/relationships/notesMaster" Target="/ppt/notesMasters/notesMaster1.xml" Id="R9507120205624f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9d74f28559490c" /><Relationship Type="http://schemas.openxmlformats.org/officeDocument/2006/relationships/notesMaster" Target="/ppt/notesMasters/notesMaster1.xml" Id="R90779da728724e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4721a10319493a" /><Relationship Type="http://schemas.openxmlformats.org/officeDocument/2006/relationships/notesMaster" Target="/ppt/notesMasters/notesMaster1.xml" Id="R560065fef4c146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c55e2a848940bd" /><Relationship Type="http://schemas.openxmlformats.org/officeDocument/2006/relationships/notesMaster" Target="/ppt/notesMasters/notesMaster1.xml" Id="R96c0f79b40054d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d19d6dd2ad4dad" /><Relationship Type="http://schemas.openxmlformats.org/officeDocument/2006/relationships/notesMaster" Target="/ppt/notesMasters/notesMaster1.xml" Id="R48036bbe311f40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d0894bd4d642e7" /><Relationship Type="http://schemas.openxmlformats.org/officeDocument/2006/relationships/notesMaster" Target="/ppt/notesMasters/notesMaster1.xml" Id="R9b044881713148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2fbd7f270047b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faf47e70864c9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4e5615ea0643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b4c897014447e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4ce646ef4e480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a6604d2719417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ff9fefcab74ea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6be0b48f5041b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29c195584467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c55f50aae4dd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7b441f402a420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8097BCA-2F9D-4978-B2F9-1FB1E56CA8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B72CD4F-EF8E-4339-8652-8942BEADF7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4CC2FB-E346-4D20-AE72-F078F5122C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E566A1-16A7-4AD6-9D57-F1C19E76F9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C3C5E2-9DE8-4451-BF26-3EA43EFFE7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E862EE-BD5F-40DF-973A-649590D3E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B41689-814D-438A-A633-C9B9586A08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1CA34D-0D8C-477F-8BA7-22E352D21B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982340-044A-4F11-9255-9B44BF0962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070F60-E926-453E-A5E0-9157AEBF60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C26EF6-4D53-4B91-A13D-08C2945FFD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4F6CC04-DDE0-43F3-84EF-98973BC0A7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AF3A196-BAB1-46E3-A899-8715DBCDDE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DBD4851-D91D-43D3-B10F-EBFFA1821A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FA6C85-10D2-444B-AFBC-ACD6F64A05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B17F75-549A-4F59-96B7-8030AD34B7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72E730-AE5F-4C79-A82A-86B4E58B8F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88A0532-ED28-47DB-921C-B8048F1F185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AB0EF09-0B2E-4A4A-8AEB-F75468F500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C131570-9267-4DBD-B87F-544B64192E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D29CD3-14AE-49DE-87C5-38B90BACFB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E6DC4E-2E9B-4028-8703-CF529DFE0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77F28B8-16D3-4392-9562-B17F5102BA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978D1A-934B-4D68-9E92-DC009D167C0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7484ECE-DA0C-4478-8913-8902282C8BB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30E91C0-EB87-4242-A9AD-DBCE83A4F98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459BD2F-58F4-4EC3-A901-16D4D1DD36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347035E-2335-411E-995B-F54634DECB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BEAD58B-6BE3-40E5-AB24-0083310742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3E1A584-7C7D-4221-9A78-FB31F99A59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274405D-48BE-44A1-880B-88673512D7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CFE12AC-6E9C-448F-AEF3-7B10B38414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BE78E98-1387-4172-A63C-10383B204B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9410DAB-ED3F-4C01-ABF1-2E9621CA81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ABCFB72-D447-4B11-91D8-0B33515C0F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D724D65-6501-48BE-92A3-6D3C55071D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9B7A66-E88B-49E0-8E08-06DB375F33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14DDA5-F30C-44E9-8ADF-960FD3FABC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C96479D-B37A-43A4-A007-3B5DC20557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31A9F6-AA80-4E21-9BBB-9EEC3DEB0E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234E982-B5C2-4113-8B24-0FE0220CB5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BCFFA3C-5D3A-4D69-9B6C-A5C4938D72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498750-1847-40B9-90CB-C948CAB3C1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67A0B16-4CE3-432D-9E53-6FE42EBAFB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A4B2AB-4CF2-404F-8733-83295DFE77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A5ACF6A-2E81-45C7-BB9C-DB8CE4BC96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F2EDD22-D8D4-47D0-94B4-1CCB5E60FF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1206C7-5C60-4DE9-B872-BD0D93DC43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E6E3F0-8DD4-43EA-9763-1D522F19ED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0E24E2-332A-41AB-84E6-7B8492827B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C4B950-B981-4DA0-8438-9089619E1F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6488E06-9F86-4F65-84D2-7A593A956E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D55B8D6-33EE-4771-81CC-998307389D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82838FE-5A27-4EDC-919D-A578ABCFD1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44262-7BA2-4ECB-A949-015F2070D7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27A78D4-6597-4A0A-90D0-3441FE4E91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5D519C-82C7-4E4F-B4D3-02F08ECFB1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8A7DE1-EF4C-425C-B168-57ADC65CA4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22d295b020495e" /><Relationship Type="http://schemas.openxmlformats.org/officeDocument/2006/relationships/slideLayout" Target="/ppt/slideLayouts/slideLayout1.xml" Id="R088ec19becd74adf" /><Relationship Type="http://schemas.openxmlformats.org/officeDocument/2006/relationships/slideLayout" Target="/ppt/slideLayouts/slideLayout2.xml" Id="Rc66ec7f3c63445e8" /><Relationship Type="http://schemas.openxmlformats.org/officeDocument/2006/relationships/slideLayout" Target="/ppt/slideLayouts/slideLayout3.xml" Id="R4d2a7e7b5de14339" /><Relationship Type="http://schemas.openxmlformats.org/officeDocument/2006/relationships/slideLayout" Target="/ppt/slideLayouts/slideLayout4.xml" Id="Rb044936580224500" /><Relationship Type="http://schemas.openxmlformats.org/officeDocument/2006/relationships/slideLayout" Target="/ppt/slideLayouts/slideLayout5.xml" Id="R637d0833fde34d6c" /><Relationship Type="http://schemas.openxmlformats.org/officeDocument/2006/relationships/slideLayout" Target="/ppt/slideLayouts/slideLayout6.xml" Id="Rdcfe6e2d7c8348b3" /><Relationship Type="http://schemas.openxmlformats.org/officeDocument/2006/relationships/slideLayout" Target="/ppt/slideLayouts/slideLayout7.xml" Id="Ra8de87c78cfd44e5" /><Relationship Type="http://schemas.openxmlformats.org/officeDocument/2006/relationships/slideLayout" Target="/ppt/slideLayouts/slideLayout8.xml" Id="Rbba03d58da0e48dc" /><Relationship Type="http://schemas.openxmlformats.org/officeDocument/2006/relationships/slideLayout" Target="/ppt/slideLayouts/slideLayout9.xml" Id="Rf5eee41ba6144eec" /><Relationship Type="http://schemas.openxmlformats.org/officeDocument/2006/relationships/slideLayout" Target="/ppt/slideLayouts/slideLayout10.xml" Id="Rfbbe16d663d547e0" /><Relationship Type="http://schemas.openxmlformats.org/officeDocument/2006/relationships/slideLayout" Target="/ppt/slideLayouts/slideLayout11.xml" Id="Rc383898dd8df464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E0ED4C5-42A6-46BC-B3EB-CD87FDA602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9709A2-1361-49CA-96AA-506E3D56A0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8F6671-226C-4AB5-89D0-D9AB022452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464BEC-6CEF-4EF2-B652-A732C559934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1BD268-8C51-458B-A8CC-3E420E80B0B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8ec19becd74adf"/>
    <p:sldLayoutId xmlns:r="http://schemas.openxmlformats.org/officeDocument/2006/relationships" id="2147483650" r:id="Rc66ec7f3c63445e8"/>
    <p:sldLayoutId xmlns:r="http://schemas.openxmlformats.org/officeDocument/2006/relationships" id="2147483651" r:id="R4d2a7e7b5de14339"/>
    <p:sldLayoutId xmlns:r="http://schemas.openxmlformats.org/officeDocument/2006/relationships" id="2147483652" r:id="Rb044936580224500"/>
    <p:sldLayoutId xmlns:r="http://schemas.openxmlformats.org/officeDocument/2006/relationships" id="2147483653" r:id="R637d0833fde34d6c"/>
    <p:sldLayoutId xmlns:r="http://schemas.openxmlformats.org/officeDocument/2006/relationships" id="2147483654" r:id="Rdcfe6e2d7c8348b3"/>
    <p:sldLayoutId xmlns:r="http://schemas.openxmlformats.org/officeDocument/2006/relationships" id="2147483655" r:id="Ra8de87c78cfd44e5"/>
    <p:sldLayoutId xmlns:r="http://schemas.openxmlformats.org/officeDocument/2006/relationships" id="2147483656" r:id="Rbba03d58da0e48dc"/>
    <p:sldLayoutId xmlns:r="http://schemas.openxmlformats.org/officeDocument/2006/relationships" id="2147483657" r:id="Rf5eee41ba6144eec"/>
    <p:sldLayoutId xmlns:r="http://schemas.openxmlformats.org/officeDocument/2006/relationships" id="2147483658" r:id="Rfbbe16d663d547e0"/>
    <p:sldLayoutId xmlns:r="http://schemas.openxmlformats.org/officeDocument/2006/relationships" id="2147483659" r:id="Rc383898dd8df464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624803bb204f73" /><Relationship Type="http://schemas.openxmlformats.org/officeDocument/2006/relationships/notesSlide" Target="/ppt/notesSlides/notesSlide1.xml" Id="R953446e5aeab49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b879be08b9400f" /><Relationship Type="http://schemas.openxmlformats.org/officeDocument/2006/relationships/notesSlide" Target="/ppt/notesSlides/notesSlide2.xml" Id="Rdcb5e779a64449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da55176a8a43a2" /><Relationship Type="http://schemas.openxmlformats.org/officeDocument/2006/relationships/notesSlide" Target="/ppt/notesSlides/notesSlide3.xml" Id="Rb953a91a449443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b62afd85044395" /><Relationship Type="http://schemas.openxmlformats.org/officeDocument/2006/relationships/notesSlide" Target="/ppt/notesSlides/notesSlide4.xml" Id="Red625844a6084a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21658c89544d34" /><Relationship Type="http://schemas.openxmlformats.org/officeDocument/2006/relationships/notesSlide" Target="/ppt/notesSlides/notesSlide5.xml" Id="Rae161604efd94e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d3c28890384faf" /><Relationship Type="http://schemas.openxmlformats.org/officeDocument/2006/relationships/notesSlide" Target="/ppt/notesSlides/notesSlide6.xml" Id="R9e60493480bc44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CFB269-68AF-466B-87A3-0BD3A697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72F2E8-98B9-4E56-B04E-2FD06A85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854853E-96B8-48EF-8563-EC9047CE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A9152A0-27BB-42EB-9D63-2C191697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7A624FF-A0E6-4E3E-B66B-DC6172D7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9884F63-EADC-4518-A4BB-324B8E71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A15AF1C-77A3-44DA-B126-65388DC0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2026.08.02-41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831FB23-0B76-4D5B-9C9F-FC3DA4EE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2026-08-02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CDF1F88-E89C-412D-A6C1-345A9EDF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6DD561A-134F-4F69-A22C-E62727F9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1FAD6A-BB38-4663-87CF-F060900D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24977564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332BE6D-3E36-4183-9E37-DC3FC5A8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7094C8-654A-44CD-8436-DC6FE523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29B307-5865-4CAB-8157-2D63F2B0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07A6FA-67E6-425F-911C-2C7762ED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F745CF-2A79-4418-98E4-3B4F8235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9EA47F-5696-4E5E-AE0C-998621D9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C42A4BA-75CA-41DB-B53E-8C7D78C8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3546EC0-2FA8-44BE-AB51-CD4028C3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83E111D-CC47-42E3-8B76-26540A91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9B521B2-EF30-4244-9F25-6226462B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97614C8-2AF5-4E17-91D9-60EF3BE3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3272004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45412F-0143-432D-B9F6-FE2F53A2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A894B3-3ED4-45FA-9A23-06D576B6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E6184B8-AD94-4699-A54A-8B6EABA2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02A1CE3-AD8B-48B4-8B62-C1F476F9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19E54BA-7BF1-45F6-97A6-C82BEDD0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AA54FB-0B01-4CB6-B010-5F627197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D3E7A53-D0BD-4944-AAA1-5DCCF0B1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2AF28D-2A3E-49B6-B3C7-9B19E68A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E5A4ADA-F674-4E7B-BC37-2790703E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7C2F364-1B86-451C-BB01-A39C0A8B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D17457A-2045-4CC4-A44A-60B8BDB0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B63D24-025E-4891-A1D4-32E9D044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DD1C002-B0B1-4180-B3DE-6C05F03B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698D63-A675-406F-9F16-2E28095B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DE4467A-D7CE-4797-AA79-E6629244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8C05A75-F3DF-4BC0-A565-4FC6B4C0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5B07C92-0093-4316-8180-A83E01BB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11A644-F459-4F71-837D-5FFFA46F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DDB44DA-F571-4C9C-90E5-12F5F8B2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97281277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C0F7AA-E3ED-473E-92A8-8229DD04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7CA2990-E741-44EF-9E64-FB8E067D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BA29B41-D262-4D6F-BF05-995B09C4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BFCB130-8E7B-432D-9BB5-64CDC99A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6ED3E8-E642-415A-A3B6-81597EBE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B9F98DB-37E9-43D1-B9AB-B75ACC4F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96A33F8-7713-4054-95E4-AF2081B5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E3C1AF-59DA-4114-AEF7-7C09D303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3E14104-78B6-4EA4-98B4-C56DFC5B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98 markkinamittaria + 36 Ruotsin FHM-lukua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E0ACD05-BB6F-4FE9-B0D4-7BCC27D2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064C54B-D3CF-4D7E-A157-2FD6807A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6EEBD3-1C82-445E-937B-AEF2D76E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0BD2442-32B2-4483-924A-DCDB64FF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A8F51CF-5855-4782-B861-909EE781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7B9DDC-D86A-47A6-808A-C6520ACE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A83DF4A-4E12-49FA-BFA9-C81AE7D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7/10: D5/D7 hylätty ja D10 avoin. NZ:n 183,371/197,070 milj. NZD nettorajaproxyt eivät ole retail-arvoja. Saksa DE-BLIND-1.0.0: EI PISTEYTETTY. Euromonitor pausella; ei ostoa tai maksua.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6AF74D2-8CFF-4EAE-B986-5BDE504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81DF1AF-72D5-42CA-951C-AAC3E916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29BF723-CEBE-498F-A00D-8AB988E4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Menetelmäkontrolli 28 / 0 / 15 / 152. Kanada retail 1,219160 mrd CAD (≈822,6 milj. EUR; ECB 2024) ja toimitukset 1,160754 mrd CAD (≈783,2 milj. EUR; ECB 2024). Uusi-Seelanti 274,180 milj. NZD (≈153,3 milj. EUR; ECB 2024), 7/10; tullisuhteet eivät ole katteita. Donor 0/3.</a:t>
            </a:r>
          </a:p>
        </p:txBody>
      </p:sp>
    </p:spTree>
    <p:extLst>
      <p:ext uri="{BB962C8B-B14F-4D97-AF65-F5344CB8AC3E}">
        <p14:creationId xmlns:p14="http://schemas.microsoft.com/office/powerpoint/2010/main" val="892319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AB2617C-1D89-4450-BF61-5F9A0526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74096C-23F5-4FC0-ADEB-DFB7C7EB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A627E7E-1581-4B4E-9E48-D25ABED8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F1F761-353D-4D1C-8A56-3F6D46AE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5F2F50B-9B19-4996-B098-29DE3D70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8D3824-7C63-4E02-8192-367F0917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6F909F6-A167-4622-BC37-1106A5CC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956251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B2DBC6-B503-47FD-B1F2-AB460A86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4CCEFD-BC9D-4BCB-B438-66FB2D7B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C1146B-4DCD-45B4-A5F0-E643A839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6EC9E9-FC06-447B-9BDF-89BECBC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2026.08.02-41 · 2026-08-02 · 6 / 6</a:t>
            </a:r>
          </a:p>
        </p:txBody>
      </p:sp>
    </p:spTree>
    <p:extLst>
      <p:ext uri="{BB962C8B-B14F-4D97-AF65-F5344CB8AC3E}">
        <p14:creationId xmlns:p14="http://schemas.microsoft.com/office/powerpoint/2010/main" val="161759465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2026-08-02T08:05:10.3360000Z</dcterms:created>
  <dcterms:modified xsi:type="dcterms:W3CDTF">2026-08-02T08:05:10.3360000Z</dcterms:modified>
</coreProperties>
</file>