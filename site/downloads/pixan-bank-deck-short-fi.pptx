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62dd42b78b4d1c" /><Relationship Type="http://schemas.openxmlformats.org/officeDocument/2006/relationships/extended-properties" Target="/docProps/app.xml" Id="Rdc995a6b16054cf5" /><Relationship Type="http://schemas.openxmlformats.org/officeDocument/2006/relationships/officeDocument" Target="/ppt/presentation.xml" Id="R3253863a631d47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70db31ceff84f9b"/>
  </p:sldMasterIdLst>
  <p:notesMasterIdLst>
    <p:notesMasterId xmlns:r="http://schemas.openxmlformats.org/officeDocument/2006/relationships" r:id="R3a219f7fc93a409e"/>
  </p:notesMasterIdLst>
  <p:sldIdLst>
    <p:sldId xmlns:r="http://schemas.openxmlformats.org/officeDocument/2006/relationships" id="256" r:id="Re1b0ecc346af4e18"/>
    <p:sldId xmlns:r="http://schemas.openxmlformats.org/officeDocument/2006/relationships" id="257" r:id="Rea540f94ba724ec9"/>
    <p:sldId xmlns:r="http://schemas.openxmlformats.org/officeDocument/2006/relationships" id="258" r:id="R266ed892bb984b85"/>
    <p:sldId xmlns:r="http://schemas.openxmlformats.org/officeDocument/2006/relationships" id="259" r:id="Rd21d6231a48544f6"/>
    <p:sldId xmlns:r="http://schemas.openxmlformats.org/officeDocument/2006/relationships" id="260" r:id="Rb849968b354642ac"/>
    <p:sldId xmlns:r="http://schemas.openxmlformats.org/officeDocument/2006/relationships" id="261" r:id="R7ef07302953a4e46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1c51bfa18174059" /><Relationship Type="http://schemas.openxmlformats.org/officeDocument/2006/relationships/slideMaster" Target="/ppt/slideMasters/slideMaster1.xml" Id="R570db31ceff84f9b" /><Relationship Type="http://schemas.openxmlformats.org/officeDocument/2006/relationships/notesMaster" Target="/ppt/notesMasters/notesMaster1.xml" Id="R3a219f7fc93a409e" /><Relationship Type="http://schemas.openxmlformats.org/officeDocument/2006/relationships/presProps" Target="/ppt/presProps.xml" Id="R5355cfecd671428e" /><Relationship Type="http://schemas.openxmlformats.org/officeDocument/2006/relationships/viewProps" Target="/ppt/viewProps.xml" Id="R9a6ef0baef1349d4" /><Relationship Type="http://schemas.openxmlformats.org/officeDocument/2006/relationships/tableStyles" Target="/ppt/tableStyles.xml" Id="Rd02246fd60ad4094" /><Relationship Type="http://schemas.openxmlformats.org/officeDocument/2006/relationships/slide" Target="/ppt/slides/slide1.xml" Id="Re1b0ecc346af4e18" /><Relationship Type="http://schemas.openxmlformats.org/officeDocument/2006/relationships/slide" Target="/ppt/slides/slide2.xml" Id="Rea540f94ba724ec9" /><Relationship Type="http://schemas.openxmlformats.org/officeDocument/2006/relationships/slide" Target="/ppt/slides/slide3.xml" Id="R266ed892bb984b85" /><Relationship Type="http://schemas.openxmlformats.org/officeDocument/2006/relationships/slide" Target="/ppt/slides/slide4.xml" Id="Rd21d6231a48544f6" /><Relationship Type="http://schemas.openxmlformats.org/officeDocument/2006/relationships/slide" Target="/ppt/slides/slide5.xml" Id="Rb849968b354642ac" /><Relationship Type="http://schemas.openxmlformats.org/officeDocument/2006/relationships/slide" Target="/ppt/slides/slide6.xml" Id="R7ef07302953a4e4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3af068457294a4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3325bb45dee48c3" /><Relationship Type="http://schemas.openxmlformats.org/officeDocument/2006/relationships/notesMaster" Target="/ppt/notesMasters/notesMaster1.xml" Id="R213079e225d8481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fef7455c25b462f" /><Relationship Type="http://schemas.openxmlformats.org/officeDocument/2006/relationships/notesMaster" Target="/ppt/notesMasters/notesMaster1.xml" Id="R744a17f6856b4de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c30041d659946da" /><Relationship Type="http://schemas.openxmlformats.org/officeDocument/2006/relationships/notesMaster" Target="/ppt/notesMasters/notesMaster1.xml" Id="R5f7c0d5583fb48a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a0f48b2de174b7d" /><Relationship Type="http://schemas.openxmlformats.org/officeDocument/2006/relationships/notesMaster" Target="/ppt/notesMasters/notesMaster1.xml" Id="Rd484f948fdc3412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37dbf056cb74241" /><Relationship Type="http://schemas.openxmlformats.org/officeDocument/2006/relationships/notesMaster" Target="/ppt/notesMasters/notesMaster1.xml" Id="R24454a8d28b6439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139f15d81a94c0c" /><Relationship Type="http://schemas.openxmlformats.org/officeDocument/2006/relationships/notesMaster" Target="/ppt/notesMasters/notesMaster1.xml" Id="R5cd80cb1d86343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efd7e6900e46f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c7c1ee1cef487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a1a3cbaaca420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049c155a614e4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96469df38641d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247e99e81c461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812e220334443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c5678e7b6e42e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e80abbe2ac4ce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509b2f581f40e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75ffa092df4bd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40750F6-50B6-48C0-B8EE-CAEDD15CA3C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EEF18DE-CB26-4E12-B00D-4F1E0C61C7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8DEF414-B9CE-4D87-83BE-AAB62E4EC7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90B57E5-8671-4BC5-9873-1BA74A4A14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32CF037-A20D-4CB8-8DF0-B6F2C1E7DD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852606-1F75-4F9A-B43A-F4BD3C4D3E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111959C-96EC-4E4D-8104-34FF9543CB7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27AD8E-811A-4CD7-9E14-3D2908229E3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46E46D8-1A7E-43BF-A294-B78E5EE906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6927CD-6702-4227-8B8A-9E6D56CF8C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5789A7-9079-46E3-9611-5D2F881FF8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090203C-7420-4618-9ED5-B5ED3C6C3F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804BC80-0DE4-41BE-9FC0-9B3D65A7DCC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7FADC7-D49B-4714-863A-1DC10AC976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8DA217-D1C2-4D7B-9843-9200F31040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36D3912-208D-40D2-A2AB-E5F9514563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9C3FD4D-DB0F-478F-84A7-B8090EBE23C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CFC402B-50B0-47BE-8691-7D355FCAABF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A3589F1-73C5-418C-A415-51F97EEB822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F72A5A3-B9BE-4FAD-A945-E0BD4C01A43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728271E-259A-4BD0-9B2B-D0B6CF89D51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C287E09-8D1F-40AD-B90D-D0F8076858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34F91AC-518D-4364-8F1D-B2FB2A22CF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B2A7FE-2B51-44D9-96B7-C3F13973039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40A73D5-577E-4E58-A5D9-C90FDCAB0EF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B7B1CF4A-990A-411B-97A4-F37245AF3F5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E03A21FA-93C2-4180-994C-A2DD5E175B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7C623962-9342-4258-A905-F672A3CBC8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BE6B1F4E-24B3-4406-81DE-6287C0045A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EB719F-9CDC-4F86-ADFA-90C284844A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BA9F91A5-C301-470D-B56A-4959954F9CE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30A8CA3-F5B7-41F6-BE65-8AAEC3026B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5C74457-78A3-4D72-9A76-B87A3486BB9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862871A-00A3-4612-8C9D-120798182B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BD570D98-AFDB-465E-B258-685237E217A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B2E33C6-D6F1-4B77-97F6-730507D87B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AE834F7-E88E-41FF-97B3-4D4C5B6AB4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6A404A8-FAFA-43B4-B0B4-08DA6351130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F63DF3C-945A-43BE-9B0D-188C84D3F4F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9ED1688-A667-4C42-AB22-DEDC8099BDF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6207AF-664D-44D8-9385-3DEB092F209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3E2EBB8-8F27-4F45-B8FD-62D2B6C54C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3C7F83-AC7F-4958-9553-34D38AD290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AF75820-0DCA-4506-9CE3-137485AB73C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D412A85-AA0A-4925-B075-2EB0DD9A07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549C7A1-803B-4AF5-B126-0D2E485D8F8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752B5FD-9362-403B-92B2-5F0127DFEE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E183086-6B5B-45E0-88A0-F47E06F630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34D2434-7184-4899-8D32-750E57EDAD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2AD9361-9A6B-410B-8D83-FDDF4EF194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726D479-25F2-44D8-8B24-BB7509C1A16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F821784-CA8B-4DFA-9433-94928852C7B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A76DC72-A6B9-4668-BC63-4B3F4C0B09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FB43D0D-BDF8-48C8-B986-D01C6DF039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26B7A72-E71B-46FD-9FC6-4D9E3B8373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DB0B876-1AD4-4227-9054-0F530F92AC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1FE4112-7D11-43E4-BAA8-7512F40FD83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7E92B1E-8327-4B79-8B5E-9BE43D095A1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4481a776004a19" /><Relationship Type="http://schemas.openxmlformats.org/officeDocument/2006/relationships/slideLayout" Target="/ppt/slideLayouts/slideLayout1.xml" Id="R4a58fe1f70054a57" /><Relationship Type="http://schemas.openxmlformats.org/officeDocument/2006/relationships/slideLayout" Target="/ppt/slideLayouts/slideLayout2.xml" Id="Rc2f999f1e4664ecd" /><Relationship Type="http://schemas.openxmlformats.org/officeDocument/2006/relationships/slideLayout" Target="/ppt/slideLayouts/slideLayout3.xml" Id="Rfc4f42f532424d68" /><Relationship Type="http://schemas.openxmlformats.org/officeDocument/2006/relationships/slideLayout" Target="/ppt/slideLayouts/slideLayout4.xml" Id="R130f8e4fdbea431a" /><Relationship Type="http://schemas.openxmlformats.org/officeDocument/2006/relationships/slideLayout" Target="/ppt/slideLayouts/slideLayout5.xml" Id="Red44a00dfb3b4498" /><Relationship Type="http://schemas.openxmlformats.org/officeDocument/2006/relationships/slideLayout" Target="/ppt/slideLayouts/slideLayout6.xml" Id="R9ba4f96023cc4a4a" /><Relationship Type="http://schemas.openxmlformats.org/officeDocument/2006/relationships/slideLayout" Target="/ppt/slideLayouts/slideLayout7.xml" Id="R69f99b6b156e492a" /><Relationship Type="http://schemas.openxmlformats.org/officeDocument/2006/relationships/slideLayout" Target="/ppt/slideLayouts/slideLayout8.xml" Id="R2fb042067e4549d6" /><Relationship Type="http://schemas.openxmlformats.org/officeDocument/2006/relationships/slideLayout" Target="/ppt/slideLayouts/slideLayout9.xml" Id="Rfd865b01d9334004" /><Relationship Type="http://schemas.openxmlformats.org/officeDocument/2006/relationships/slideLayout" Target="/ppt/slideLayouts/slideLayout10.xml" Id="R5c78c84c64294b56" /><Relationship Type="http://schemas.openxmlformats.org/officeDocument/2006/relationships/slideLayout" Target="/ppt/slideLayouts/slideLayout11.xml" Id="R445119cf05204c5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90C14AE-D4AC-449B-BB33-4F47E5CAF9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1179C1-6876-4709-8FB6-1D534314794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D2B63C-6B00-406C-B051-952178C3C12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4C9BF8-D3E6-4BC9-8E1F-CB19C130A50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8220A19-E37A-405D-8531-3E8561C45C7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a58fe1f70054a57"/>
    <p:sldLayoutId xmlns:r="http://schemas.openxmlformats.org/officeDocument/2006/relationships" id="2147483650" r:id="Rc2f999f1e4664ecd"/>
    <p:sldLayoutId xmlns:r="http://schemas.openxmlformats.org/officeDocument/2006/relationships" id="2147483651" r:id="Rfc4f42f532424d68"/>
    <p:sldLayoutId xmlns:r="http://schemas.openxmlformats.org/officeDocument/2006/relationships" id="2147483652" r:id="R130f8e4fdbea431a"/>
    <p:sldLayoutId xmlns:r="http://schemas.openxmlformats.org/officeDocument/2006/relationships" id="2147483653" r:id="Red44a00dfb3b4498"/>
    <p:sldLayoutId xmlns:r="http://schemas.openxmlformats.org/officeDocument/2006/relationships" id="2147483654" r:id="R9ba4f96023cc4a4a"/>
    <p:sldLayoutId xmlns:r="http://schemas.openxmlformats.org/officeDocument/2006/relationships" id="2147483655" r:id="R69f99b6b156e492a"/>
    <p:sldLayoutId xmlns:r="http://schemas.openxmlformats.org/officeDocument/2006/relationships" id="2147483656" r:id="R2fb042067e4549d6"/>
    <p:sldLayoutId xmlns:r="http://schemas.openxmlformats.org/officeDocument/2006/relationships" id="2147483657" r:id="Rfd865b01d9334004"/>
    <p:sldLayoutId xmlns:r="http://schemas.openxmlformats.org/officeDocument/2006/relationships" id="2147483658" r:id="R5c78c84c64294b56"/>
    <p:sldLayoutId xmlns:r="http://schemas.openxmlformats.org/officeDocument/2006/relationships" id="2147483659" r:id="R445119cf05204c55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494139c69394ece" /><Relationship Type="http://schemas.openxmlformats.org/officeDocument/2006/relationships/notesSlide" Target="/ppt/notesSlides/notesSlide1.xml" Id="Rfb83bbaa8c664a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03955fb122b4b07" /><Relationship Type="http://schemas.openxmlformats.org/officeDocument/2006/relationships/notesSlide" Target="/ppt/notesSlides/notesSlide2.xml" Id="Rcca0dedbce83403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9427df160a640f6" /><Relationship Type="http://schemas.openxmlformats.org/officeDocument/2006/relationships/notesSlide" Target="/ppt/notesSlides/notesSlide3.xml" Id="R5aa5b13576ff45a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b538e52bc9540e7" /><Relationship Type="http://schemas.openxmlformats.org/officeDocument/2006/relationships/notesSlide" Target="/ppt/notesSlides/notesSlide4.xml" Id="Rea7fda33e3c14ff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ac9e15a09b346c4" /><Relationship Type="http://schemas.openxmlformats.org/officeDocument/2006/relationships/notesSlide" Target="/ppt/notesSlides/notesSlide5.xml" Id="R255faa8c26454eb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0dc8acfee544efa" /><Relationship Type="http://schemas.openxmlformats.org/officeDocument/2006/relationships/notesSlide" Target="/ppt/notesSlides/notesSlide6.xml" Id="Rd0dd1ba88d0249e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14B8800-6B76-4D73-BE1F-1E621778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1F288B1-5160-4E71-BF21-BB4E8502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CFD1DE9-13B0-4D66-B15B-EFE570B2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D07CF33-365F-461F-8A63-BE2485F1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Suppea päätöksenteon tiivistelmä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48D2882-918D-497C-AF53-BF916EA9A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53C7496-848A-4AFE-A746-0AF698E0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07C17B7-31ED-44C5-8108-FF558B443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2026.07.24-20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1979D69-C9D5-4D8E-AE47-69E778C5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2026-07-24
6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225A716-FA27-46FB-BF73-CE39715C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4C9ACC7-F264-44F7-B8A3-A728479AB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0D4D5CB-819D-4729-BDAD-411A843FA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146466851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626B9E0-FCF9-4670-B73F-CB31F459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56A377A-F072-4984-A5BE-C1394AC40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Rahoitusteesi perustuu näyttöön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A3DA214-F788-41A3-8C74-6F5749DA7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7295BAE-2FB7-4BBF-B9D4-E3A76776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3BB5CA9-3529-4188-8BB8-567E81B0C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B5F0C1-4D43-40B8-AB26-E92A0296C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46DC005-AFD8-4525-AEBC-0FA6D3D3E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22AD3D4-240D-4CC3-9ED1-48106FD62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Saksa: kaksi virallista ratkaisua; lopullisuus- ja aluerajat säilyvät.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D5980A7-CA3B-4B08-9E30-526BD0D9E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7118E2C-17E0-4701-BA30-2B5B6840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Pankin lukutapa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750DF61-0A04-4471-8062-EC14FC8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  <p:extLst>
      <p:ext uri="{BB962C8B-B14F-4D97-AF65-F5344CB8AC3E}">
        <p14:creationId xmlns:p14="http://schemas.microsoft.com/office/powerpoint/2010/main" val="123722242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CD39106-AAA2-4702-996D-E155BF2A9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 JA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EBE2BC3-DB24-4E63-A022-19FC4110F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Patenttihistoria antaa vahvan mutta rajatun ankkurin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E2701EF-3E41-4B41-8DD6-069132FB0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9EF208B-E627-4649-A274-81EFF447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8A913D-F805-473B-9134-1E42A82B3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146B47-8360-4CD2-9E8D-B5B5CCB0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8C7802E-E61F-4413-8A28-28847097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59A4455-6B48-4533-BDC1-1A35B016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885AE3A-D0B1-4400-9A4D-BEEC05C0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vaatimusta EP3032975B2:ssa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235D55F-AECB-40EF-8F0F-81FE54D92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0FA5F06-AB6A-442A-8105-E4A2E84B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C3E8E8B-0134-4DAE-AB02-ED7BC8CF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5497B23-F7AB-4DEB-9BC5-12A509D64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71199EB-89BE-4265-81E4-C6E6FCF00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37F5C80-E9B1-417F-A16A-BAB4E06B3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ratkaisua: Saksa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BDCEBDE-5688-41FA-A46C-F023B6F48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D39A3AA-7C12-415B-B1F7-3BD46A771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D1AE486-5DC4-47F9-9345-136A5A03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5328512-A4C0-469C-A8DA-7E033ED3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  <p:extLst>
      <p:ext uri="{BB962C8B-B14F-4D97-AF65-F5344CB8AC3E}">
        <p14:creationId xmlns:p14="http://schemas.microsoft.com/office/powerpoint/2010/main" val="9243499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ACCFE2-D7AD-40AD-AEB6-BBDCDBEFD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153FBBC-99CB-41B8-8D03-01B3BA64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 markkina-arvo ei ole vielä tuettu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9132A36-ED2F-43A4-8F80-8E017C97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0983595-18A8-456A-99D6-F58B6211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FF4E917-1411-444F-92B1-F1AFAD764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Statistics Canada; Health Canada; New Zealand Ministry of Health; Destatis; Vero; Sejm; Ruotsin hallitus; FTC; European Commission;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83B3B37-517A-45D6-B85D-604066980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30F5ACC-9492-4B5F-961D-05F8CB74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1678B53-D057-44E1-B8BB-577F1160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BC3E1E0-A986-42B2-8B98-144A1E3F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vuosihavaintoa 7 maasta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09F52FE-619E-4F43-9358-200A8A682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6C6A8F-52BC-4DC1-A1F2-585147262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533,7–731,2 milj. NZD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F6DB08C-84F1-4585-9D91-525399FA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≈298,5–408,9 milj. EUR · ECB 2024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BC786D0-A189-41C8-ADDF-491314E6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7308962-2EB2-4748-BD54-56F86F59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697B8AC-D143-442A-BE8F-7CF7EA26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komission julkaisema vertailuarvo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B62BA8F-7956-4382-840E-8ACD8D5F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5/5 ehdokasta jäi D1–D10-portin ulkopuolelle; hyväksytty donor-portti on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B381D6B-9290-405F-A3FA-B151A3441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A8FB526-A3C5-486B-9403-8BFD0D2BA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8F2CC95-9C00-41FB-BFB8-46171CB3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Kanada 2024: retail 1,219 mrd CAD (≈822,6 milj. EUR; ECB 2024); toimitukset 1,161 mrd CAD (≈783,2 milj. EUR; ECB 2024); kaikki retail-neljännekset E-laatua. NZ on malli; FTC 2021 2,763 mrd USD (≈2,336 mrd EUR; ECB 2021) on valmistajaraportointia. Mittareita ei summata.</a:t>
            </a:r>
          </a:p>
        </p:txBody>
      </p:sp>
    </p:spTree>
    <p:extLst>
      <p:ext uri="{BB962C8B-B14F-4D97-AF65-F5344CB8AC3E}">
        <p14:creationId xmlns:p14="http://schemas.microsoft.com/office/powerpoint/2010/main" val="159509994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05D192-BE67-4424-AC14-4EC6372DA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 JA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45AA2FC-FC7A-4315-B00C-C655600F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Puutteet ovat rajattavissa konkreettiseksi työohjelmaksi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52B3FB8-EF6B-4D34-8BAD-5D20C4C5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1A4FF8D-C956-4C92-8214-BDD81416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F8E099E-2193-4FE2-9DDD-00D9131B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2026.07.24-20 · 2026-07-24 · Lähteet: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B124105-FD74-45A9-B338-D522DC3B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Puutuva 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Miksi ratkaiseva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Seuraava todiste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EF35B6-B04D-4984-93B1-B861F53D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Pankkikelpoisuus paranee eniten, kun nämä neljä aukkoa suljetaan ennen arvokeskustelua.</a:t>
            </a:r>
          </a:p>
        </p:txBody>
      </p:sp>
    </p:spTree>
    <p:extLst>
      <p:ext uri="{BB962C8B-B14F-4D97-AF65-F5344CB8AC3E}">
        <p14:creationId xmlns:p14="http://schemas.microsoft.com/office/powerpoint/2010/main" val="6927969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31F088B-841E-44D9-8646-9CD8767BB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D87E08A-FD7A-44B0-845D-FCA1122E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B466AE5-4083-4409-878F-B9D1A215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0–30 päivää: omistus-, rasite-, maksu- ja oikeusmatriisi.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31–60 päivää: priorisoidut claim chartit, markkinamyynnin rajaus ja vastapuolidata.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61–90 päivää: riippumaton arvonmääritys, kassavirtaskenaariot ja rahoitusehdot.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FE61E4C-AA84-4E4F-B9F2-BDFFDD16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2026.07.24-20 · 2026-07-24 · 6 / 6</a:t>
            </a:r>
          </a:p>
        </p:txBody>
      </p:sp>
    </p:spTree>
    <p:extLst>
      <p:ext uri="{BB962C8B-B14F-4D97-AF65-F5344CB8AC3E}">
        <p14:creationId xmlns:p14="http://schemas.microsoft.com/office/powerpoint/2010/main" val="196755482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2026-07-24T13:33:32.5820000Z</dcterms:created>
  <dcterms:modified xsi:type="dcterms:W3CDTF">2026-07-24T13:33:32.5820000Z</dcterms:modified>
</coreProperties>
</file>