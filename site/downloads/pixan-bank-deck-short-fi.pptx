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3db83bdee4eb7" /><Relationship Type="http://schemas.openxmlformats.org/officeDocument/2006/relationships/extended-properties" Target="/docProps/app.xml" Id="R6181514b061c4711" /><Relationship Type="http://schemas.openxmlformats.org/officeDocument/2006/relationships/officeDocument" Target="/ppt/presentation.xml" Id="R575953801e39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76e6f46b847a5"/>
  </p:sldMasterIdLst>
  <p:notesMasterIdLst>
    <p:notesMasterId xmlns:r="http://schemas.openxmlformats.org/officeDocument/2006/relationships" r:id="R675f4ed44f0143d8"/>
  </p:notesMasterIdLst>
  <p:sldIdLst>
    <p:sldId xmlns:r="http://schemas.openxmlformats.org/officeDocument/2006/relationships" id="256" r:id="Re2e64921747b4228"/>
    <p:sldId xmlns:r="http://schemas.openxmlformats.org/officeDocument/2006/relationships" id="257" r:id="Rdd20fce9e8794f36"/>
    <p:sldId xmlns:r="http://schemas.openxmlformats.org/officeDocument/2006/relationships" id="258" r:id="R3789be3bc022447b"/>
    <p:sldId xmlns:r="http://schemas.openxmlformats.org/officeDocument/2006/relationships" id="259" r:id="R4515232679f64976"/>
    <p:sldId xmlns:r="http://schemas.openxmlformats.org/officeDocument/2006/relationships" id="260" r:id="Rb46cccb3e4da4869"/>
    <p:sldId xmlns:r="http://schemas.openxmlformats.org/officeDocument/2006/relationships" id="261" r:id="R334ba640266d48eb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01244af594b90" /><Relationship Type="http://schemas.openxmlformats.org/officeDocument/2006/relationships/slideMaster" Target="/ppt/slideMasters/slideMaster1.xml" Id="R75576e6f46b847a5" /><Relationship Type="http://schemas.openxmlformats.org/officeDocument/2006/relationships/notesMaster" Target="/ppt/notesMasters/notesMaster1.xml" Id="R675f4ed44f0143d8" /><Relationship Type="http://schemas.openxmlformats.org/officeDocument/2006/relationships/presProps" Target="/ppt/presProps.xml" Id="R8dd19159aa7f474c" /><Relationship Type="http://schemas.openxmlformats.org/officeDocument/2006/relationships/viewProps" Target="/ppt/viewProps.xml" Id="Rb226866983674417" /><Relationship Type="http://schemas.openxmlformats.org/officeDocument/2006/relationships/tableStyles" Target="/ppt/tableStyles.xml" Id="R5bade572a1c146d3" /><Relationship Type="http://schemas.openxmlformats.org/officeDocument/2006/relationships/slide" Target="/ppt/slides/slide1.xml" Id="Re2e64921747b4228" /><Relationship Type="http://schemas.openxmlformats.org/officeDocument/2006/relationships/slide" Target="/ppt/slides/slide2.xml" Id="Rdd20fce9e8794f36" /><Relationship Type="http://schemas.openxmlformats.org/officeDocument/2006/relationships/slide" Target="/ppt/slides/slide3.xml" Id="R3789be3bc022447b" /><Relationship Type="http://schemas.openxmlformats.org/officeDocument/2006/relationships/slide" Target="/ppt/slides/slide4.xml" Id="R4515232679f64976" /><Relationship Type="http://schemas.openxmlformats.org/officeDocument/2006/relationships/slide" Target="/ppt/slides/slide5.xml" Id="Rb46cccb3e4da4869" /><Relationship Type="http://schemas.openxmlformats.org/officeDocument/2006/relationships/slide" Target="/ppt/slides/slide6.xml" Id="R334ba640266d48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327312dd546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2d09950074ecb" /><Relationship Type="http://schemas.openxmlformats.org/officeDocument/2006/relationships/notesMaster" Target="/ppt/notesMasters/notesMaster1.xml" Id="R2812fd6a9f714e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95a362bc342e7" /><Relationship Type="http://schemas.openxmlformats.org/officeDocument/2006/relationships/notesMaster" Target="/ppt/notesMasters/notesMaster1.xml" Id="Rea59e6aa8f4a42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5c50f03604f25" /><Relationship Type="http://schemas.openxmlformats.org/officeDocument/2006/relationships/notesMaster" Target="/ppt/notesMasters/notesMaster1.xml" Id="Ra8189235937946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df82f4dea4ca6" /><Relationship Type="http://schemas.openxmlformats.org/officeDocument/2006/relationships/notesMaster" Target="/ppt/notesMasters/notesMaster1.xml" Id="R9fb575b311e041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3c87c73894c93" /><Relationship Type="http://schemas.openxmlformats.org/officeDocument/2006/relationships/notesMaster" Target="/ppt/notesMasters/notesMaster1.xml" Id="R52789e25945d49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87b490222c4c84" /><Relationship Type="http://schemas.openxmlformats.org/officeDocument/2006/relationships/notesMaster" Target="/ppt/notesMasters/notesMaster1.xml" Id="R80fcc992d7ee49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28ea3b6dd4f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137f25e434e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4b4d95c624e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9053744df4f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b12c64bf14c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1671c8ac344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62a8104eb44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7668a8a8241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586069e9c4d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95add8b66428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ee6575e284bb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D154D0-911B-4641-BC14-EA7522D11C4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761DEF6-B685-4AAD-A7E1-19F711DF7C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4A1742-F0EB-4934-B16F-225DE08D4D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4F1EB7-1DE7-4C46-A70C-2C8C18F571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8410A3-0DE6-4459-B516-EDC864861F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16D5AE-9E71-438B-8732-5A89E919F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7E97FC-3A2A-40D6-9250-1C379ECC5E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D00C01-B3BB-4BDD-900D-0A7C5AB3F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DD0562-C32E-49F9-9C51-B396183C98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69BBBD-06E8-4C04-9CA2-49A3A60F8A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8C84EC-F190-4F43-9A35-164D63159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CBDB3E-52F8-4CAE-A41F-A65B5B4B3A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2B3C4B-64D7-4D1D-9605-CDC9562617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0FAAF6-D7B2-4E06-9965-FAC9596AD8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2B69C0-0D89-470E-8F9C-5C39CD5F2E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736AE-CFBC-4B09-9E19-CE2FFC1A6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945838-1911-4847-A481-E403BA45A2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D78F72-5A49-4B3C-9298-1F555FDF40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B147C51-A2E2-465D-B7D3-F05528DF01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BA766E-2329-4774-AC90-F9AFD6D125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4512CA-34A2-4BC7-9666-3928F71F5F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E95CF6-67AE-4F4A-9C9C-021FE62D8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102D88-8127-4EEA-82EF-9B9CDC5D01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EF90C45-D02A-4798-ADC9-8360070A3DF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096EE1B-3EAA-41E1-AD55-BB81EE64CDF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6947215-205A-4A60-897E-D44BE10165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379DC67-5776-4B77-90DB-3CFDC88FDE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06C1CED-4C2E-4763-B808-4CB7FF8CE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08AA510-9EAD-4D98-88B1-67BC746B98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D30BBD-9076-4A58-81F9-B5AFDFE15B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F66C8B-4FDD-4CBA-8AA3-330045970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E39B9E1-D997-4EB9-AE60-87157D59BB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8360BFB-59E2-45B0-BA53-311EE0C0B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DFB27A-50A0-4584-A074-1C089CE059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D6FF235-2518-492A-8751-B88F4C15D3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C252AE7-11BA-43E5-B4BB-0BF2DBCC79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6CBD09-DFF3-4B69-836B-3C85589DB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EBF79C-D146-41DC-A053-1CB5A7D3CC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364E366-4771-4DF3-8D64-7C2C71C7DF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E839BD-D55F-44AB-8DED-DD3FB18355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77866D-FF43-4B86-A984-E3186E305B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8291BE-E81E-467A-A6F5-95B3CC79CC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BCC81C-E8ED-4265-BABB-5AA1598FC5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A9F4D24-DCA3-47DE-9A4F-2A680A70960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4D969F-CA1B-44AD-998D-61FC6189AB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0ED9CB9-438B-4308-AEA2-E130029575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B392355-38C3-41DD-9314-BC13629F68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D75D01-0967-4471-BDF4-CA79B87F9A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0EB7-AB7D-466E-91DC-B8169FF02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2C14E57-74CE-47B4-90E7-28D7D605A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45A612-E906-4150-BA45-F085C7F82F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5BC30D-8DCB-4B40-93F0-B05FFD5298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249076-5061-41A7-8086-F7C3A6F944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B898A81-12F2-4622-B7D7-C49FAC343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D330FA-8078-4FA1-B39A-FFC6FC4D0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8F5487-EAC3-48DD-85A4-E4A2F3CF0F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A1FC03-58C0-4442-B4CF-FECDE901CC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C7D1F5-162B-4934-851E-6B139A4956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9964fc50724262" /><Relationship Type="http://schemas.openxmlformats.org/officeDocument/2006/relationships/slideLayout" Target="/ppt/slideLayouts/slideLayout1.xml" Id="R3bef32b8b74845bb" /><Relationship Type="http://schemas.openxmlformats.org/officeDocument/2006/relationships/slideLayout" Target="/ppt/slideLayouts/slideLayout2.xml" Id="Rdda00c96bd0146f2" /><Relationship Type="http://schemas.openxmlformats.org/officeDocument/2006/relationships/slideLayout" Target="/ppt/slideLayouts/slideLayout3.xml" Id="R347941bc160f43ad" /><Relationship Type="http://schemas.openxmlformats.org/officeDocument/2006/relationships/slideLayout" Target="/ppt/slideLayouts/slideLayout4.xml" Id="Rc7d79db4a35e4900" /><Relationship Type="http://schemas.openxmlformats.org/officeDocument/2006/relationships/slideLayout" Target="/ppt/slideLayouts/slideLayout5.xml" Id="R64deb1b2c8844652" /><Relationship Type="http://schemas.openxmlformats.org/officeDocument/2006/relationships/slideLayout" Target="/ppt/slideLayouts/slideLayout6.xml" Id="Rc483f7f322cc460a" /><Relationship Type="http://schemas.openxmlformats.org/officeDocument/2006/relationships/slideLayout" Target="/ppt/slideLayouts/slideLayout7.xml" Id="Rf915be265be14818" /><Relationship Type="http://schemas.openxmlformats.org/officeDocument/2006/relationships/slideLayout" Target="/ppt/slideLayouts/slideLayout8.xml" Id="R98a6b110b1334d8d" /><Relationship Type="http://schemas.openxmlformats.org/officeDocument/2006/relationships/slideLayout" Target="/ppt/slideLayouts/slideLayout9.xml" Id="Rd2adf64b8b1e464b" /><Relationship Type="http://schemas.openxmlformats.org/officeDocument/2006/relationships/slideLayout" Target="/ppt/slideLayouts/slideLayout10.xml" Id="Rfe3b8109930546a3" /><Relationship Type="http://schemas.openxmlformats.org/officeDocument/2006/relationships/slideLayout" Target="/ppt/slideLayouts/slideLayout11.xml" Id="Rc17bd2d3bd8048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F02B2F6-326A-447F-9206-18056E829E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6D276E-B9D4-42AA-A8F1-7C04972DF6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411B30-987D-4E4B-BCB1-41E80CAD9F7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65A289-9D6F-451A-9CA4-2A29F19BEA3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A69ECF-B35A-417A-8B96-09725DCB3E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ef32b8b74845bb"/>
    <p:sldLayoutId xmlns:r="http://schemas.openxmlformats.org/officeDocument/2006/relationships" id="2147483650" r:id="Rdda00c96bd0146f2"/>
    <p:sldLayoutId xmlns:r="http://schemas.openxmlformats.org/officeDocument/2006/relationships" id="2147483651" r:id="R347941bc160f43ad"/>
    <p:sldLayoutId xmlns:r="http://schemas.openxmlformats.org/officeDocument/2006/relationships" id="2147483652" r:id="Rc7d79db4a35e4900"/>
    <p:sldLayoutId xmlns:r="http://schemas.openxmlformats.org/officeDocument/2006/relationships" id="2147483653" r:id="R64deb1b2c8844652"/>
    <p:sldLayoutId xmlns:r="http://schemas.openxmlformats.org/officeDocument/2006/relationships" id="2147483654" r:id="Rc483f7f322cc460a"/>
    <p:sldLayoutId xmlns:r="http://schemas.openxmlformats.org/officeDocument/2006/relationships" id="2147483655" r:id="Rf915be265be14818"/>
    <p:sldLayoutId xmlns:r="http://schemas.openxmlformats.org/officeDocument/2006/relationships" id="2147483656" r:id="R98a6b110b1334d8d"/>
    <p:sldLayoutId xmlns:r="http://schemas.openxmlformats.org/officeDocument/2006/relationships" id="2147483657" r:id="Rd2adf64b8b1e464b"/>
    <p:sldLayoutId xmlns:r="http://schemas.openxmlformats.org/officeDocument/2006/relationships" id="2147483658" r:id="Rfe3b8109930546a3"/>
    <p:sldLayoutId xmlns:r="http://schemas.openxmlformats.org/officeDocument/2006/relationships" id="2147483659" r:id="Rc17bd2d3bd8048c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3ab1c2b22e421a" /><Relationship Type="http://schemas.openxmlformats.org/officeDocument/2006/relationships/notesSlide" Target="/ppt/notesSlides/notesSlide1.xml" Id="R0e1ce13767ee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09b703afd04249" /><Relationship Type="http://schemas.openxmlformats.org/officeDocument/2006/relationships/notesSlide" Target="/ppt/notesSlides/notesSlide2.xml" Id="R624c04094cb949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bfdae379e94b5a" /><Relationship Type="http://schemas.openxmlformats.org/officeDocument/2006/relationships/notesSlide" Target="/ppt/notesSlides/notesSlide3.xml" Id="R7e5661f187d042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b734b986b6404a" /><Relationship Type="http://schemas.openxmlformats.org/officeDocument/2006/relationships/notesSlide" Target="/ppt/notesSlides/notesSlide4.xml" Id="Rf895957a5f6143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b66a9542af4372" /><Relationship Type="http://schemas.openxmlformats.org/officeDocument/2006/relationships/notesSlide" Target="/ppt/notesSlides/notesSlide5.xml" Id="Rcb5adf412ef1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231faf4eb14f0c" /><Relationship Type="http://schemas.openxmlformats.org/officeDocument/2006/relationships/notesSlide" Target="/ppt/notesSlides/notesSlide6.xml" Id="R06f33d9b59ae40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891B4F-68E0-4A36-9F3C-D72D51D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A554D5D-203E-4126-B734-8F81969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JULKINEN EVIDENSSIPAKETTI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139A11-F2ED-4A82-A7D1-BB61A6A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Patentista pankkikelpoiseksi
todistelupaketiksi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B50592-8D38-4BE9-804B-0F616001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Suppea päätöksenteon tiivistelmä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3FAA04A-D815-47B3-8358-B9069575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047921-38A1-4453-9E25-9C3A552C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Aineiston tila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A40616-37E4-4231-BB6B-F938AD4D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15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2026.07.26-25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E45D38-00B5-4575-BAC8-947A13D5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Päivitetty 2026-07-26</a:t>
            </a:r>
            <a:b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 diaa · suomeksi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FB9AB26-ED01-4290-BB1F-AC8DB9FF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Lähtökohta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432AA0-CA82-4CED-BEA0-EB178C75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Vahvistettu näyttö erotetaan tuetusta tiedosta, oletuksista ja puuttuvasta näytöstä.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29DCEB-6A5C-480E-BC21-BF458CE1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Ei Pixan Oy:n virallinen kanta · ei arvo-, sijoitus-, laina- tai oikeudellinen lausunto</a:t>
            </a:r>
          </a:p>
        </p:txBody>
      </p:sp>
    </p:spTree>
    <p:extLst>
      <p:ext uri="{BB962C8B-B14F-4D97-AF65-F5344CB8AC3E}">
        <p14:creationId xmlns:p14="http://schemas.microsoft.com/office/powerpoint/2010/main" val="1189368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60F2D9-5FC2-4EB1-8637-1D877FF4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RAHOITUSTEESI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888A64-6A16-40D9-8B02-F86CD437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Rahoitusteesi perustuu näyttöön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5FCB71-0F57-41D3-9907-502A02F5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FF50850-DB29-472E-88B5-7FF80A7D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591B238-1306-4B94-9430-3425D2C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2026.07.26-25 · 2026-07-26 · Lähteet: EPO; Saksa — viralliset tuomiot;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F6250B-ED53-4E83-AF96-6B17BF53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4A64F6-C027-42BB-9EA1-784A8FF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Patentilla on dokumentoitu tekninen ydin ja merkittävää virallista oikeusnäyttöä, mutta vakuusarvo ei ole vielä todistettu.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95092AC-C05A-47E2-8941-7743566F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EPO-rekisteri: patentti pysytetty muutettuna väitemenettelyn jälkeen; B2-patenttijulkaisu julkaistu. EP3032975B2 sisältää 9 vaatimusta.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Saksa: kaksi virallista ratkaisua; lopullisuus- ja aluerajat säilyvät.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Rahoituskelpoisuus syntyy, kun oikeudet, claim chartit, kassavirta ja riippumaton arvonmääritys sidotaan yhteen.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62CB24F-C983-45FF-B236-6F0B0FD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34815CA-3955-4953-987F-2900028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Pankin lukutapa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0E43CDE-2A67-4C9D-A003-93C1C614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Nykyinen aineisto tukee jatkodiligenceä. Se ei vielä yksin tue tiettyä lainamäärää, osakearvoa tai patentin vakuusarvoa.</a:t>
            </a:r>
          </a:p>
        </p:txBody>
      </p:sp>
    </p:spTree>
    <p:extLst>
      <p:ext uri="{BB962C8B-B14F-4D97-AF65-F5344CB8AC3E}">
        <p14:creationId xmlns:p14="http://schemas.microsoft.com/office/powerpoint/2010/main" val="20973734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488D4B0-5D15-4444-AF3B-16C50D5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PATENTTI JA IP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33EE8B-5E9D-4FF3-AD7D-B3449DA5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Patenttihistoria antaa vahvan mutta rajatun ankkurin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C7836D-90C7-4137-BF84-3F685BB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A90AF2-485F-4042-8131-021E4D11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F0A1951-4E4A-4844-9A2B-1277865D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2026.07.26-25 · 2026-07-26 · Lähteet: EPO Register; EP3032975B2;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34BBB20-4511-41D4-A571-980D08D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019C82F-3C7D-40C5-9FC4-5C5C8D7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CDEDCF-0B57-43EE-8406-E44CBE9C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55B305D-C4AE-4604-847B-A16817F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vaatimusta EP3032975B2:ssa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3A49292-415A-40CD-AA1C-C081C4EA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367321-302F-4DB7-B4A3-7D57351B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E4A6940-5B48-458A-907B-47400FE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perhejulkaisutietuetta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4A88110-EBD4-4232-ADBE-FB0B2D7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6966EBC-7D8F-41F3-BD92-DECD2558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9D992B4-83B9-46AE-ADFB-F94C619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virallista ratkaisua: Saksa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E8B6604-65E7-4DFD-B202-0BD496C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Todistettu oikeusnäyttö on arvokasta vain maakohtaisen voimassaolo- ja tuotekytkennän kanssa.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53CD1A2-C142-4FD0-AC3F-B0307D3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318EFD-43D9-4BF0-AF49-EF1F5F2C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B4CABB0-7D93-4800-91BD-2288A35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Kirjattu haltija, prioriteetti ja EPO:n keskitetty lopputulos ovat vahvistettavissa. Koko perheen nykyinen kansallinen tila, rasitteet ja täytäntöönpano vaativat lisänäyttöä.</a:t>
            </a:r>
          </a:p>
        </p:txBody>
      </p:sp>
    </p:spTree>
    <p:extLst>
      <p:ext uri="{BB962C8B-B14F-4D97-AF65-F5344CB8AC3E}">
        <p14:creationId xmlns:p14="http://schemas.microsoft.com/office/powerpoint/2010/main" val="10402725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6C67245-296B-489D-88F8-4510E27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MARKKINA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28FEF-7895-457E-94A8-0EC4057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Globaali markkina-arvo ei ole vielä tuettu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F2A3E95-6F0A-4846-8AC0-1FDC3ABA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06EC45-2166-4423-93FF-B00935D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2125FE-A6EC-4D1F-B397-DEFDF0DE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2026.07.26-25 · 2026-07-26 · Lähteet: Statistics Canada; Health Canada; NZ Ministry of Health; European Commission; FHM; FTC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E6AB98-5DD0-419F-8069-4235FB94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E800F0F-8779-4DFE-A79B-8B2775A1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FBBB43-B4B0-4963-9EA5-46D0CFD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34 + 36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529487F-8C0E-447A-8875-94B2BCB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34 markkinamittaria 7 maasta + 36 Ruotsin FHM-rekisterilukua; ei myyntiä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0D29C5D-4A30-4E96-BD1D-0475545B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91BF59-1A99-4CCE-954A-1F983648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274,180 milj. NZD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C4DF482-1E32-4F45-BAFD-10698D2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tunnistettu AIS/AVP-summa · ≈153,3 milj. EUR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D55FC65-58C7-463B-8950-57786131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EEB73DA-A29D-4271-861B-2B623F60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4,99 mrd EUR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D8AEFE2-4D00-4A9A-9B99-C58F559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2023: komission julkaisema vertailuarvo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5895BC1-AE9E-4428-9958-9D479576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Uusi-Seelanti läpäisee 7/10: D5 hylätty, D8 ja D10 avoinna. Ei hyväksytty; donor-portti 0/3.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18E3489-E77A-4117-A4E7-FF4981D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487A17-6FAE-41B0-BF15-EE090E5F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6154F9-3EBE-40AF-B356-5DCC2C3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Kanada 2024 — retail 1,219160 mrd CAD (≈822,6 milj. EUR; ECB 2024); toimitukset 1,160754 mrd CAD (≈783,2 milj. EUR; ECB 2024); 7/10 (D5/D7/D10 avoinna). FTC 2021: 2,763 mrd USD (≈2,336 mrd EUR; ECB 2021), valmistajaraportointia. Ei summata.</a:t>
            </a:r>
          </a:p>
        </p:txBody>
      </p:sp>
    </p:spTree>
    <p:extLst>
      <p:ext uri="{BB962C8B-B14F-4D97-AF65-F5344CB8AC3E}">
        <p14:creationId xmlns:p14="http://schemas.microsoft.com/office/powerpoint/2010/main" val="15267958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9C1313-782E-4EDA-9EB2-D0B1575B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RISKIT JA NÄYTTÖ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F5FF88-A4A6-488D-B7FE-E0461149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Puutteet ovat rajattavissa konkreettiseksi työohjelmaksi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0A9259-69FC-4C28-A14B-F9221D29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319B507-4EAD-4454-A794-F8B094D6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0084D1-96DD-4F55-89D1-5F0F6BEE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2026.07.26-25 · 2026-07-26 · Lähteet: Evidence Register; WIPO IP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4C118D-9718-4964-837B-81DFF553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293"/>
                <a:gridCol w="3670254"/>
                <a:gridCol w="4761411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Puutuva näyttö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Miksi ratkaiseva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Seuraava todiste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Koko perheen kansallinen tila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Määrittää toteuttamiskelpoiset oikeudet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Asiamiehen allekirjoittama maamatriisi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Tuote–vaatimusvertailut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Rajaa relevantin myynnin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Näytteet, teardown, claim chart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Kassavirta ja sopimukset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Määrittää takaisinmaksun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Sopimukset, laskut, maksut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Riippumaton arvonmääritys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Määrittää skenaariot ja downside-riskin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IVS-yhteensopiva arvio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3E74A2-9B33-420F-893F-F9B84149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Pankkikelpoisuus paranee eniten, kun nämä neljä aukkoa suljetaan ennen arvokeskustelua.</a:t>
            </a:r>
          </a:p>
        </p:txBody>
      </p:sp>
    </p:spTree>
    <p:extLst>
      <p:ext uri="{BB962C8B-B14F-4D97-AF65-F5344CB8AC3E}">
        <p14:creationId xmlns:p14="http://schemas.microsoft.com/office/powerpoint/2010/main" val="1620704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AE46C2-A5E9-40E0-B486-7C61B68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PÄÄTÖSKEHYS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BCDA3C4-28C9-4D9A-9CA2-226CC556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Ehdollinen eteneminen: 90 päivän diligence ennen rahoituspäätöstä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E46064-13EE-4639-8E7F-8181DC3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0–30 päivää: omistus-, rasite-, maksu- ja oikeusmatriisi.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31–60 päivää: priorisoidut claim chartit, markkinamyynnin rajaus ja vastapuolidata.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61–90 päivää: riippumaton arvonmääritys, kassavirtaskenaariot ja rahoitusehdot.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Päätösportti: vain vahvistettuun oikeuteen ja takaisinmaksulähteeseen perustuva rakenne.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BFC3421-7183-4F60-A6B3-C777428C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 2026.07.26-25 · 2026-07-26 · 6 / 6</a:t>
            </a:r>
          </a:p>
        </p:txBody>
      </p:sp>
    </p:spTree>
    <p:extLst>
      <p:ext uri="{BB962C8B-B14F-4D97-AF65-F5344CB8AC3E}">
        <p14:creationId xmlns:p14="http://schemas.microsoft.com/office/powerpoint/2010/main" val="2967890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2026-07-26T08:57:17.2170000Z</dcterms:created>
  <dcterms:modified xsi:type="dcterms:W3CDTF">2026-07-26T08:57:17.2170000Z</dcterms:modified>
</coreProperties>
</file>