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9591737e4ee4dc3" /><Relationship Type="http://schemas.openxmlformats.org/officeDocument/2006/relationships/extended-properties" Target="/docProps/app.xml" Id="Rd1df892a33654622" /><Relationship Type="http://schemas.openxmlformats.org/officeDocument/2006/relationships/officeDocument" Target="/ppt/presentation.xml" Id="Raab13c13ed3546b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18b408898564834"/>
  </p:sldMasterIdLst>
  <p:notesMasterIdLst>
    <p:notesMasterId xmlns:r="http://schemas.openxmlformats.org/officeDocument/2006/relationships" r:id="Rcfebeef34e874d3f"/>
  </p:notesMasterIdLst>
  <p:sldIdLst>
    <p:sldId xmlns:r="http://schemas.openxmlformats.org/officeDocument/2006/relationships" id="256" r:id="R2c034e000bdb4ea7"/>
    <p:sldId xmlns:r="http://schemas.openxmlformats.org/officeDocument/2006/relationships" id="257" r:id="R66f25c5cc35142e6"/>
    <p:sldId xmlns:r="http://schemas.openxmlformats.org/officeDocument/2006/relationships" id="258" r:id="R42f247aa78664fd8"/>
    <p:sldId xmlns:r="http://schemas.openxmlformats.org/officeDocument/2006/relationships" id="259" r:id="Rf56327ec338f43b6"/>
    <p:sldId xmlns:r="http://schemas.openxmlformats.org/officeDocument/2006/relationships" id="260" r:id="Rcc2d653039fa4adf"/>
    <p:sldId xmlns:r="http://schemas.openxmlformats.org/officeDocument/2006/relationships" id="261" r:id="R279be6a2e7f640a4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10bd4209bd84778" /><Relationship Type="http://schemas.openxmlformats.org/officeDocument/2006/relationships/slideMaster" Target="/ppt/slideMasters/slideMaster1.xml" Id="R918b408898564834" /><Relationship Type="http://schemas.openxmlformats.org/officeDocument/2006/relationships/notesMaster" Target="/ppt/notesMasters/notesMaster1.xml" Id="Rcfebeef34e874d3f" /><Relationship Type="http://schemas.openxmlformats.org/officeDocument/2006/relationships/presProps" Target="/ppt/presProps.xml" Id="R70fabd2e9d10453f" /><Relationship Type="http://schemas.openxmlformats.org/officeDocument/2006/relationships/viewProps" Target="/ppt/viewProps.xml" Id="Raaa9a9a706c14833" /><Relationship Type="http://schemas.openxmlformats.org/officeDocument/2006/relationships/tableStyles" Target="/ppt/tableStyles.xml" Id="Rfaf5b3cda7bf468a" /><Relationship Type="http://schemas.openxmlformats.org/officeDocument/2006/relationships/slide" Target="/ppt/slides/slide1.xml" Id="R2c034e000bdb4ea7" /><Relationship Type="http://schemas.openxmlformats.org/officeDocument/2006/relationships/slide" Target="/ppt/slides/slide2.xml" Id="R66f25c5cc35142e6" /><Relationship Type="http://schemas.openxmlformats.org/officeDocument/2006/relationships/slide" Target="/ppt/slides/slide3.xml" Id="R42f247aa78664fd8" /><Relationship Type="http://schemas.openxmlformats.org/officeDocument/2006/relationships/slide" Target="/ppt/slides/slide4.xml" Id="Rf56327ec338f43b6" /><Relationship Type="http://schemas.openxmlformats.org/officeDocument/2006/relationships/slide" Target="/ppt/slides/slide5.xml" Id="Rcc2d653039fa4adf" /><Relationship Type="http://schemas.openxmlformats.org/officeDocument/2006/relationships/slide" Target="/ppt/slides/slide6.xml" Id="R279be6a2e7f640a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5a041076d24f5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2fc0946ef644835" /><Relationship Type="http://schemas.openxmlformats.org/officeDocument/2006/relationships/notesMaster" Target="/ppt/notesMasters/notesMaster1.xml" Id="R92a2bd94371449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25031f4852a4c2f" /><Relationship Type="http://schemas.openxmlformats.org/officeDocument/2006/relationships/notesMaster" Target="/ppt/notesMasters/notesMaster1.xml" Id="Rdb4f33f386904bf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3f2df5b34b8446f" /><Relationship Type="http://schemas.openxmlformats.org/officeDocument/2006/relationships/notesMaster" Target="/ppt/notesMasters/notesMaster1.xml" Id="Re300bf6cf7c643b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2848c93807d41ec" /><Relationship Type="http://schemas.openxmlformats.org/officeDocument/2006/relationships/notesMaster" Target="/ppt/notesMasters/notesMaster1.xml" Id="R22dc6823a7c543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e97670d30f45fe" /><Relationship Type="http://schemas.openxmlformats.org/officeDocument/2006/relationships/notesMaster" Target="/ppt/notesMasters/notesMaster1.xml" Id="Rc3dc3c69a42641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b847cb42cb4433" /><Relationship Type="http://schemas.openxmlformats.org/officeDocument/2006/relationships/notesMaster" Target="/ppt/notesMasters/notesMaster1.xml" Id="Rca72bad5a9664d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ca099e0e67409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9c0a0acb054bf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ba8dc88f114d5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047c7050fa463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ada38b8cfb445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7171fc85b6469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499c294a6c498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c38e6fbc7e440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1a7a42bf5d4f2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e5c6a9f0ef4be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052b828ceb43d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AFCEF1-99B9-4AC5-B088-282928FC7B4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3440BB-8A76-464C-B1A7-A0E02047F2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000BE9C-7777-4A33-8DC5-98F1B40059F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A970C61-E34F-43A9-9147-0F591A5937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81643FC-71E5-4052-9208-F3E18A7195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E49BB0-D1F3-4F27-82F7-6322F5AFEE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AEB3456-9E62-4C50-BF34-8E21E038A72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A46E39-1267-42A8-888A-F1A13EABC26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3234ADC-892D-4919-A5D0-310CADE434F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34C9DF1-5C89-445B-8764-8BFCBBC187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8DD96D-E225-443F-9B0C-E8958D52E7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37BB3F6-24E3-464D-B645-E64098A157C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BD0D172-44C8-40A7-9256-F94E86CCA93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590EB42-B30B-475B-BED8-1276DFF12C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A9E872B-EA92-453A-A9B5-7898E96FA1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F29FA7-C2DE-4B02-968F-142ECE051E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F95068C-4D1D-4262-98A1-900A3B5B47F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75FC951-B695-4F00-9FE9-3A51C3FFF4E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25B7B55-7343-49DE-9901-DF13413346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E608D6D-7590-4E91-BB4A-CFAEFCCCE8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5A9F54D-317F-4238-A52C-4F89900AD9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8EE2779-3EBA-41BA-86B6-B394E502DD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AA2CA47-97BF-4E1A-AA32-5F625A895E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9C07A90-60C0-4670-A58E-FC67EB8C706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164D6684-4B3B-405E-B692-977EBD89BAA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CA239364-90B9-4FDC-A0EB-6AC61697BDDF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F6E03D89-5892-4724-99AC-25CF7E77B55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38487DE-7E53-430A-B6AE-1FD1653144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E544A9-D611-46B7-AE04-3778FF5673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EBEF95-2DE2-45BA-B0BB-E9DA2063BA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B529450-10E4-46DB-BD00-51AD8311EA8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904CB6D-F8AA-47D7-8D07-F36143463B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D72170A-1C2B-42CF-8858-BA758F0D0B5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7CA4437-BE29-4CB7-83FE-BC0012F96B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B6465E62-CC10-4D7D-BACE-9E69657D9B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8B1D7D19-5751-4702-BCB5-DA23F50316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037EB12-5CA8-46BE-9919-7FEE98BC2E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EC652FB-D0A8-459F-BE73-9300866ADF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09F0A54-086D-4077-AE59-6DAA30409C1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09DF5DD-9982-4008-94A1-58F5149FB1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5C71088-3F53-42A5-8CF6-864F594871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0A9EBF1-520D-4B57-A773-5CA272BF64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ECE3D0-B336-43B6-B211-347723020B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857CF46-7ECC-46DD-AEDB-C2A46C41874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41D9325-A6F7-4525-A21D-0CB7A31D7BF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99BCD24-4981-46B6-9B9D-1CA430E64DF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EC87063-9E2B-4777-B10D-137ED4ED17C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A3D95A6-9B3C-4E0E-B6E6-4D347975DC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8FE84AA-D96D-4327-8C46-31101B2F6A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FE7CDF0-31CA-42CA-A7C6-C8E6AF78DB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1E97CE8-B028-4CD1-B177-F01EA5DCFD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28668A3-3D71-4CCE-9B6E-6C55DD70BB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D3EA11F-3FCC-47D1-8666-B5A2B94C20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59424E1-729C-4446-ABCC-38864FACDE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E4CB8B5-8904-4D16-A299-6E352AE2691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27EC175-5DD1-4A73-B753-90A8964E5D6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E0C53E6-FD08-4DE7-A994-823F50259D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DD7F9AF-41CB-48B9-A669-480A7FF2569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8a50061aba442d6" /><Relationship Type="http://schemas.openxmlformats.org/officeDocument/2006/relationships/slideLayout" Target="/ppt/slideLayouts/slideLayout1.xml" Id="R737a9d0ae9a340d4" /><Relationship Type="http://schemas.openxmlformats.org/officeDocument/2006/relationships/slideLayout" Target="/ppt/slideLayouts/slideLayout2.xml" Id="R5d477f3ac1324322" /><Relationship Type="http://schemas.openxmlformats.org/officeDocument/2006/relationships/slideLayout" Target="/ppt/slideLayouts/slideLayout3.xml" Id="R5396a4647eee450e" /><Relationship Type="http://schemas.openxmlformats.org/officeDocument/2006/relationships/slideLayout" Target="/ppt/slideLayouts/slideLayout4.xml" Id="R586375f64c044463" /><Relationship Type="http://schemas.openxmlformats.org/officeDocument/2006/relationships/slideLayout" Target="/ppt/slideLayouts/slideLayout5.xml" Id="R4779feb48a08437c" /><Relationship Type="http://schemas.openxmlformats.org/officeDocument/2006/relationships/slideLayout" Target="/ppt/slideLayouts/slideLayout6.xml" Id="R711ea8129a874314" /><Relationship Type="http://schemas.openxmlformats.org/officeDocument/2006/relationships/slideLayout" Target="/ppt/slideLayouts/slideLayout7.xml" Id="R416e9e44371b4084" /><Relationship Type="http://schemas.openxmlformats.org/officeDocument/2006/relationships/slideLayout" Target="/ppt/slideLayouts/slideLayout8.xml" Id="R5c735c96d084467c" /><Relationship Type="http://schemas.openxmlformats.org/officeDocument/2006/relationships/slideLayout" Target="/ppt/slideLayouts/slideLayout9.xml" Id="Rf79af5bb10de4a9a" /><Relationship Type="http://schemas.openxmlformats.org/officeDocument/2006/relationships/slideLayout" Target="/ppt/slideLayouts/slideLayout10.xml" Id="R6ffb305ad3ba418b" /><Relationship Type="http://schemas.openxmlformats.org/officeDocument/2006/relationships/slideLayout" Target="/ppt/slideLayouts/slideLayout11.xml" Id="R916d6d4b2aa2492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7C4B10D-EBC2-4478-B74F-B21D5AD025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F48778E-F6E4-4472-9335-69BFA3D3CA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8AF8758-B26F-40C5-8BEC-24ADC337D63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D1E60C-B127-4504-91F1-3B350F3EC1C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C26992-1C98-41D3-9C69-B745C2B1747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37a9d0ae9a340d4"/>
    <p:sldLayoutId xmlns:r="http://schemas.openxmlformats.org/officeDocument/2006/relationships" id="2147483650" r:id="R5d477f3ac1324322"/>
    <p:sldLayoutId xmlns:r="http://schemas.openxmlformats.org/officeDocument/2006/relationships" id="2147483651" r:id="R5396a4647eee450e"/>
    <p:sldLayoutId xmlns:r="http://schemas.openxmlformats.org/officeDocument/2006/relationships" id="2147483652" r:id="R586375f64c044463"/>
    <p:sldLayoutId xmlns:r="http://schemas.openxmlformats.org/officeDocument/2006/relationships" id="2147483653" r:id="R4779feb48a08437c"/>
    <p:sldLayoutId xmlns:r="http://schemas.openxmlformats.org/officeDocument/2006/relationships" id="2147483654" r:id="R711ea8129a874314"/>
    <p:sldLayoutId xmlns:r="http://schemas.openxmlformats.org/officeDocument/2006/relationships" id="2147483655" r:id="R416e9e44371b4084"/>
    <p:sldLayoutId xmlns:r="http://schemas.openxmlformats.org/officeDocument/2006/relationships" id="2147483656" r:id="R5c735c96d084467c"/>
    <p:sldLayoutId xmlns:r="http://schemas.openxmlformats.org/officeDocument/2006/relationships" id="2147483657" r:id="Rf79af5bb10de4a9a"/>
    <p:sldLayoutId xmlns:r="http://schemas.openxmlformats.org/officeDocument/2006/relationships" id="2147483658" r:id="R6ffb305ad3ba418b"/>
    <p:sldLayoutId xmlns:r="http://schemas.openxmlformats.org/officeDocument/2006/relationships" id="2147483659" r:id="R916d6d4b2aa24923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f6e082b466b4364" /><Relationship Type="http://schemas.openxmlformats.org/officeDocument/2006/relationships/notesSlide" Target="/ppt/notesSlides/notesSlide1.xml" Id="Ra7dfb4a4681e4c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2a1f1550c554717" /><Relationship Type="http://schemas.openxmlformats.org/officeDocument/2006/relationships/notesSlide" Target="/ppt/notesSlides/notesSlide2.xml" Id="R05965895836643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133a3f5508b4389" /><Relationship Type="http://schemas.openxmlformats.org/officeDocument/2006/relationships/notesSlide" Target="/ppt/notesSlides/notesSlide3.xml" Id="Re57b21788068425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4dd15992d514813" /><Relationship Type="http://schemas.openxmlformats.org/officeDocument/2006/relationships/notesSlide" Target="/ppt/notesSlides/notesSlide4.xml" Id="R4dee954e31d74b5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fb9670df9ca47af" /><Relationship Type="http://schemas.openxmlformats.org/officeDocument/2006/relationships/notesSlide" Target="/ppt/notesSlides/notesSlide5.xml" Id="R3bc19d51bcb8495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d3d2d2f933748c2" /><Relationship Type="http://schemas.openxmlformats.org/officeDocument/2006/relationships/notesSlide" Target="/ppt/notesSlides/notesSlide6.xml" Id="Rdd75ff55a83c4ba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D422983-3445-41CB-8945-592E8763B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2EB14B-D6F1-42CB-B8F0-70FAB4BBE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438A6BB-9319-48F6-A752-0463FB0D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596C4BE-66E2-4297-9834-1E90FD7F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Suppea päätöksenteon tiivistelmä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DA2F02F-C54D-4E6F-9B7F-04572894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73FB9EB-7CDB-41D5-8626-C9802A88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9E1DEA8-D399-4462-89CF-6E2CBF65C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2026.07.28-32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334CAAC-63A3-4254-929B-A2F651CBD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2026-07-28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F86E4BA-D22A-4F72-8545-8D0DB4AC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DBC70A9-0F99-427C-9575-6519951AD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6B465B8-A008-4C53-9CD9-9C078D7C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203068163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BAFEE9-05A7-419B-88FB-9430BEBFF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F4A0DD1-7964-4B90-8739-DCA846A6E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Rahoitusteesi perustuu näyttöön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4BE3F97-9371-45F6-9AB8-6CAA6618D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F8146F9-7C1E-4437-AB60-AB2D2342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6A49C0F-BE5F-4912-96F3-3C618649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4FE2C20-B391-4679-8EE8-4FFAA36C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9E2180C-AAB1-495E-83DE-B1453970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7983CE0-FC8B-4D9B-BBD0-C3C1C34B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Saksa: kaksi virallista ratkaisua; lopullisuus- ja aluerajat säilyvät.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C91E148-0D54-400C-872F-F3502EF8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3445EC1-2DE1-4109-ADD3-5EC758FD5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lukutapa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9EA8B7B-0346-4594-B714-62F450A2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  <p:extLst>
      <p:ext uri="{BB962C8B-B14F-4D97-AF65-F5344CB8AC3E}">
        <p14:creationId xmlns:p14="http://schemas.microsoft.com/office/powerpoint/2010/main" val="21196540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F6C83A0-B79F-435C-8B6D-9104A9CAA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 JA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A8E6BF-C65A-4B2D-8C91-675A0EEC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Patenttihistoria antaa vahvan mutta rajatun ankkurin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9C5CAF8-3DDD-4160-AEBF-5FF2E79B1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95ED8A4-A74C-4F07-92D6-4842A4312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59768ED-AC3D-411B-88A2-C863F118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512FA9A-8869-4570-A91E-93808081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9562AE-A7D0-4A06-B671-503DE799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12AB426-C3DC-4152-B239-7432621A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AEAFACF-18C8-4C7A-986A-10532D61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vaatimusta EP3032975B2:ssa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4451AF1-A836-4707-BCFD-67117D29D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0F89819-7211-40D5-8E85-08A03A0B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2846530-9AEE-45CF-877F-E1349FCFB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67DA162-52D1-4762-AAD0-F839DE96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C1F0100-2FFE-4E75-ABEB-661B982F8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633AA6D-E671-4646-9699-72C342DE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ratkaisua: Saksa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E994285-5011-4819-A4F4-07973BD73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4BA70374-DCC5-4012-8064-6C819A0D9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86030F5-842F-4416-9478-CAB95F3B9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CF2BBF0-1EC2-4E26-88DF-24CEC41D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  <p:extLst>
      <p:ext uri="{BB962C8B-B14F-4D97-AF65-F5344CB8AC3E}">
        <p14:creationId xmlns:p14="http://schemas.microsoft.com/office/powerpoint/2010/main" val="87564861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38D0577-EA02-4118-8D70-435CAF92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8E239CA-A5D5-4C67-A4D3-946C8C6B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 markkina-arvo ei ole vielä tuettu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5ACB92F-4C88-4B4A-BF05-2094D8E0B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A2EFFF2-D912-40A3-9E8B-DE20522CA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ACAB3F9-1857-4B58-806D-1AFFCE7C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World Bank; Statistics Canada; Health Canada; NZ Ministry of Health;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A74AD3F-965E-44A7-BCFE-80953288D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026A756-BCD6-47EF-9C6C-F56B0854E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86D918A-EE13-4849-B91B-276D4B33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C2EA1C1-627E-4611-A7C3-D16758C3D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578 WB-havaintoa · 39 markkinamittaria + 36 Ruotsin FHM-lukua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161B8EA4-9E7F-4D21-B84B-3A49EA79A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E1D846D-A8D6-4F00-B507-F4A2A81A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274,180 milj. NZD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F73CB5B-F465-47D6-A9E4-263B4E70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 AIS/AVP-summa · ≈153,3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D98C8ED-A305-43D5-9E27-9B1DD35D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39E23F5-4582-4D58-A785-0A755E28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C3E63BD-6316-44BA-B980-D7CEEE09A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8AB89C5-3859-47F2-A14A-6B7A22E9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Uusi-Seelanti läpäisee 7/10: D5 hylätty, D8 ja D10 avoinna. Ei hyväksytty; donor-portti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E31993F-56ED-4B8C-B393-31AA76ABB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CD95C1-6A5E-4B0A-9AF3-6F564FE5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95A1256-C26B-4DE7-A2DE-E2D40CD13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Menetelmäkontrolli 28 / 0 / 15 / 152; 5 uutta maasuunnitelmaa, ei myyntiä. Belgia ≈83 333 litraa (9 kk; ei retail); Italia 84,31 milj. EUR PLI-veroa (ei retail). Kanada retail 1,219160 mrd CAD (≈822,6 milj. EUR; ECB 2024) ja toimitukset 1,160754 mrd CAD (≈783,2 milj. EUR; ECB 2024); FTC 2,763 mrd USD (≈2,336 mrd EUR; ECB 2021). Donor 0/3.</a:t>
            </a:r>
          </a:p>
        </p:txBody>
      </p:sp>
    </p:spTree>
    <p:extLst>
      <p:ext uri="{BB962C8B-B14F-4D97-AF65-F5344CB8AC3E}">
        <p14:creationId xmlns:p14="http://schemas.microsoft.com/office/powerpoint/2010/main" val="116144361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B5293F4-9E80-4D7B-894C-19CC0D46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 JA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2BA502-A0CF-4F62-AD7F-0167BB98E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Puutteet ovat rajattavissa konkreettiseksi työohjelmaksi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46727EF-FD28-4FE6-AA9A-867FE8A9D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EE55C27-AB33-4DC2-A78C-3474F3BFF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7D0FA5D-BC22-40B3-9214-B16FBD75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ACB71BC-88A3-4E61-A490-8367CFE8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Puutuva 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Miksi ratkaiseva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Seuraava todiste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9B61A87-89EA-4D18-B440-F3B48D1E2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Pankkikelpoisuus paranee eniten, kun nämä neljä aukkoa suljetaan ennen arvokeskustelua.</a:t>
            </a:r>
          </a:p>
        </p:txBody>
      </p:sp>
    </p:spTree>
    <p:extLst>
      <p:ext uri="{BB962C8B-B14F-4D97-AF65-F5344CB8AC3E}">
        <p14:creationId xmlns:p14="http://schemas.microsoft.com/office/powerpoint/2010/main" val="154360482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56AA78B-FF3E-4F4A-995A-55B1EFF8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828A9DD-7DD2-45CA-B107-CAD1CF4C3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BE43660-B07A-4866-B268-EC00BDB7E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0–30 päivää: omistus-, rasite-, maksu- ja oikeusmatriisi.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31–60 päivää: priorisoidut claim chartit, markkinamyynnin rajaus ja vastapuolidata.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61–90 päivää: riippumaton arvonmääritys, kassavirtaskenaariot ja rahoitusehdot.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FBAB6FF-5E87-4E34-95D4-9871025F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2026.07.28-32 · 2026-07-28 · 6 / 6</a:t>
            </a:r>
          </a:p>
        </p:txBody>
      </p:sp>
    </p:spTree>
    <p:extLst>
      <p:ext uri="{BB962C8B-B14F-4D97-AF65-F5344CB8AC3E}">
        <p14:creationId xmlns:p14="http://schemas.microsoft.com/office/powerpoint/2010/main" val="137355688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2026-07-28T06:49:53.6010000Z</dcterms:created>
  <dcterms:modified xsi:type="dcterms:W3CDTF">2026-07-28T06:49:53.6010000Z</dcterms:modified>
</coreProperties>
</file>