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566928"/>
            <a:ext cx="1097280" cy="64008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67665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0A4A6"/>
                </a:solidFill>
                <a:latin typeface="Aptos"/>
              </a:rPr>
              <a:t>PIXAN · JULKINEN EVIDENSSIPAKETTI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389888"/>
            <a:ext cx="7360920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tos"/>
              </a:rPr>
              <a:t>Patentista pankkikelpoiseksi
todistelupaketiksi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703320"/>
            <a:ext cx="70408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6D8E2"/>
                </a:solidFill>
                <a:latin typeface="Aptos"/>
              </a:rPr>
              <a:t>Suppea päätöksenteon tiivistelmä</a:t>
            </a:r>
          </a:p>
        </p:txBody>
      </p:sp>
      <p:sp>
        <p:nvSpPr>
          <p:cNvPr id="6" name="Rectangle 5"/>
          <p:cNvSpPr/>
          <p:nvPr/>
        </p:nvSpPr>
        <p:spPr>
          <a:xfrm>
            <a:off x="8275320" y="0"/>
            <a:ext cx="3913632" cy="6858000"/>
          </a:xfrm>
          <a:prstGeom prst="rect">
            <a:avLst/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32520" y="1143000"/>
            <a:ext cx="29260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Aineiston tila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1700784"/>
            <a:ext cx="2880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F4B942"/>
                </a:solidFill>
                <a:latin typeface="Aptos"/>
              </a:rPr>
              <a:t>2026.07.23-11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359152"/>
            <a:ext cx="27889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Päivitetty 2026-07-22
6 diaa · suomeksi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822191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B8DFE2"/>
                </a:solidFill>
                <a:latin typeface="Aptos"/>
              </a:rPr>
              <a:t>Lähtökohta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4251960"/>
            <a:ext cx="27889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254496"/>
            <a:ext cx="7040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Ei Pixan Oy:n virallinen kanta · ei arvo-, sijoitus-, laina- tai oikeudellinen lausunto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RAHOITUSTEESI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Rahoitusteesi perustuu näyttöön — ei markkinahypeen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EPO; Saksa — viralliset tuomiot;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Patentilla on dokumentoitu tekninen ydin ja merkittävää virallista oikeusnäyttöä, mutta vakuusarvo ei ole vielä todistettu.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EPO-rekisteri: patentti pysytetty muutettuna väitemenettelyn jälkeen; B2-patenttijulkaisu julkaistu. EP3032975B2 sisältää 9 vaatimusta.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Saksa: kaksi virallista ratkaisua; lopullisuus- ja aluerajat säilyvät.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Rahoituskelpoisuus syntyy, kun oikeudet, claim chartit, kassavirta ja riippumaton arvonmääritys sidotaan yhteen.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Pankin lukutapa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Nykyinen aineisto tukee jatkodiligenceä. Se ei vielä yksin tue tiettyä lainamäärää, osakearvoa tai patentin vakuusarvoa.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PATENTTI JA 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Patenttihistoria antaa vahvan mutta rajatun ankkurin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EPO Register; EP3032975B2; 8 Ni 18/24 (EP);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vaatimusta EP3032975B2:ssa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perhejulkaisutietuetta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virallista ratkaisua: Saksa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Todistettu oikeusnäyttö on arvokasta vain maakohtaisen voimassaolo- ja tuotekytkennän kanssa.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Kirjattu haltija, prioriteetti ja EPO:n keskitetty lopputulos ovat vahvistettavissa. Koko perheen nykyinen kansallinen tila, rasitteet ja täytäntöönpano vaativat lisänäyttöä.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Markkina-aineisto on läpinäkyvä mutta ei vielä valmis globaaliksi arvoksi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Health Canada; Destatis; Vero; Sejm; Ruotsin hallitus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maan tutkimusuniversumi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maata virallisilla vuosihavainnoilla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hyväksyttyä retail-arvon luovuttajaa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Kaupallinen 26,0–46,32 mrd USD haarukka on sanity check — ei atlaksen oma maailmanestimaatti.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Kanada: 1,16 mrd CAD toimitusarvo. Saksa: 1,518 milj. l verotettua nestettä vuonna 2025 (alustava). Mittareita ei summata keskenään.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RISKIT JA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Puutteet ovat rajattavissa konkreettiseksi työohjelmaksi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Evidence Register; WIPO IP 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Puutuva näyttö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Miksi ratkaiseva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Seuraava todiste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Koko perheen kansallinen tila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Määrittää toteuttamiskelpoiset oikeudet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Asiamiehen allekirjoittama maamatriisi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Tuote–vaatimusvertailut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Rajaa relevantin myynnin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Näytteet,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Kassavirta ja sopimukset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Määrittää takaisinmaksun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Sopimukset, laskut,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Määrittää skenaariot ja downside-riskin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IVS-yhteensopiva arvio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Pankkikelpoisuus paranee eniten, kun nämä neljä aukkoa suljetaan ennen arvokeskustelua.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029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PÄÄTÖSKEHYS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88136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900" b="1">
                <a:solidFill>
                  <a:srgbClr val="FFFFFF"/>
                </a:solidFill>
                <a:latin typeface="Aptos"/>
              </a:rPr>
              <a:t>Ehdollinen eteneminen: 90 päivän diligence ennen rahoituspäätöstä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286000"/>
            <a:ext cx="10012680" cy="32461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0–30 päivää: omistus-, rasite-, maksu- ja oikeusmatriisi.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31–60 päivää: priorisoidut claim chartit, markkinamyynnin rajaus ja vastapuolidata.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61–90 päivää: riippumaton arvonmääritys, kassavirtaskenaariot ja rahoitusehdot.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Päätösportti: vain vahvistettuun oikeuteen ja takaisinmaksulähteeseen perustuva rakenne.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72784"/>
            <a:ext cx="102412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Versio 2026.07.23-11 · 2026-07-22 · 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Pixan · suppea julkinen pankkidekki</dc:title>
  <dc:subject>Julkinen pankki- ja rahoitusarvioinnin evidenssipaketti</dc:subject>
  <dc:creator>Pixan Global Market Evidence Atlas</dc:creator>
  <cp:keywords>Pixan, patentti, markkinaevidenssi, due diligence</cp:keywords>
  <dc:description>generated using python-pptx</dc:description>
  <cp:lastModifiedBy>Steve Canny</cp:lastModifiedBy>
  <cp:revision>1</cp:revision>
  <dcterms:created xsi:type="dcterms:W3CDTF">2026-07-22T00:00:00Z</dcterms:created>
  <dcterms:modified xsi:type="dcterms:W3CDTF">2026-07-22T00:00:00Z</dcterms:modified>
  <cp:category/>
</cp:coreProperties>
</file>