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ec14dcc5794b6f" /><Relationship Type="http://schemas.openxmlformats.org/officeDocument/2006/relationships/extended-properties" Target="/docProps/app.xml" Id="R66113004fea544ba" /><Relationship Type="http://schemas.openxmlformats.org/officeDocument/2006/relationships/officeDocument" Target="/ppt/presentation.xml" Id="R2cf4a183876f48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d49c9436f4b64"/>
  </p:sldMasterIdLst>
  <p:notesMasterIdLst>
    <p:notesMasterId xmlns:r="http://schemas.openxmlformats.org/officeDocument/2006/relationships" r:id="R10f7e2319c704a6b"/>
  </p:notesMasterIdLst>
  <p:sldIdLst>
    <p:sldId xmlns:r="http://schemas.openxmlformats.org/officeDocument/2006/relationships" id="256" r:id="Rf31584395ec04000"/>
    <p:sldId xmlns:r="http://schemas.openxmlformats.org/officeDocument/2006/relationships" id="257" r:id="R47a38b821b1f4493"/>
    <p:sldId xmlns:r="http://schemas.openxmlformats.org/officeDocument/2006/relationships" id="258" r:id="R3ffa6323ffcc4bed"/>
    <p:sldId xmlns:r="http://schemas.openxmlformats.org/officeDocument/2006/relationships" id="259" r:id="R907f1670946a4b9d"/>
    <p:sldId xmlns:r="http://schemas.openxmlformats.org/officeDocument/2006/relationships" id="260" r:id="Ra83230b09f164376"/>
    <p:sldId xmlns:r="http://schemas.openxmlformats.org/officeDocument/2006/relationships" id="261" r:id="R597e0f12f0e9485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6c726cf5354a48" /><Relationship Type="http://schemas.openxmlformats.org/officeDocument/2006/relationships/slideMaster" Target="/ppt/slideMasters/slideMaster1.xml" Id="Rbacd49c9436f4b64" /><Relationship Type="http://schemas.openxmlformats.org/officeDocument/2006/relationships/notesMaster" Target="/ppt/notesMasters/notesMaster1.xml" Id="R10f7e2319c704a6b" /><Relationship Type="http://schemas.openxmlformats.org/officeDocument/2006/relationships/presProps" Target="/ppt/presProps.xml" Id="R725165e4405e41ae" /><Relationship Type="http://schemas.openxmlformats.org/officeDocument/2006/relationships/viewProps" Target="/ppt/viewProps.xml" Id="R489ee1d631554fa6" /><Relationship Type="http://schemas.openxmlformats.org/officeDocument/2006/relationships/tableStyles" Target="/ppt/tableStyles.xml" Id="R713c09004df94728" /><Relationship Type="http://schemas.openxmlformats.org/officeDocument/2006/relationships/slide" Target="/ppt/slides/slide1.xml" Id="Rf31584395ec04000" /><Relationship Type="http://schemas.openxmlformats.org/officeDocument/2006/relationships/slide" Target="/ppt/slides/slide2.xml" Id="R47a38b821b1f4493" /><Relationship Type="http://schemas.openxmlformats.org/officeDocument/2006/relationships/slide" Target="/ppt/slides/slide3.xml" Id="R3ffa6323ffcc4bed" /><Relationship Type="http://schemas.openxmlformats.org/officeDocument/2006/relationships/slide" Target="/ppt/slides/slide4.xml" Id="R907f1670946a4b9d" /><Relationship Type="http://schemas.openxmlformats.org/officeDocument/2006/relationships/slide" Target="/ppt/slides/slide5.xml" Id="Ra83230b09f164376" /><Relationship Type="http://schemas.openxmlformats.org/officeDocument/2006/relationships/slide" Target="/ppt/slides/slide6.xml" Id="R597e0f12f0e948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2552d73cd945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732631d92340de" /><Relationship Type="http://schemas.openxmlformats.org/officeDocument/2006/relationships/notesMaster" Target="/ppt/notesMasters/notesMaster1.xml" Id="Rde4213a6119449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2dd3d4f904427a" /><Relationship Type="http://schemas.openxmlformats.org/officeDocument/2006/relationships/notesMaster" Target="/ppt/notesMasters/notesMaster1.xml" Id="Raf27ac3d769b4c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66c50e72834c3a" /><Relationship Type="http://schemas.openxmlformats.org/officeDocument/2006/relationships/notesMaster" Target="/ppt/notesMasters/notesMaster1.xml" Id="R12f69b07d9a148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e409135f74492b" /><Relationship Type="http://schemas.openxmlformats.org/officeDocument/2006/relationships/notesMaster" Target="/ppt/notesMasters/notesMaster1.xml" Id="Re4c3c9712d944f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b8e0a9c3cc481a" /><Relationship Type="http://schemas.openxmlformats.org/officeDocument/2006/relationships/notesMaster" Target="/ppt/notesMasters/notesMaster1.xml" Id="R17ac74b38b9b49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8773d8d07f4fbd" /><Relationship Type="http://schemas.openxmlformats.org/officeDocument/2006/relationships/notesMaster" Target="/ppt/notesMasters/notesMaster1.xml" Id="R4d6337d6fe2d45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35be78f35483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079d5fbb94f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d17eed89e45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e2b6940bee46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537a473b0640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bb9fd8cc68464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5d3dd833e0411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6149e25c4487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16a171e36427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c73a3257e3436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257c5204642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05E5B-2DCF-43B6-9511-D81F31C0105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B0D6A8F-F340-4F8B-831F-1D111C10FF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28D34B-BCB0-43E1-B0F6-CBCA7E8B8B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0C45E8-6578-418F-83B7-CF64C095E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83E524-C5D1-42A1-AAF7-4BA7DC0B79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BA95AB-2D48-47C8-A306-4E82353264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3B3E8D-A7C0-44D7-A48F-C0F9A707D4B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98B541-F848-48FA-A569-E217AC7D17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FBA2D57-6B46-4811-B552-DB5FEC848A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1DFF35-3583-4EA0-8982-06F0418E8E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D7859-8A44-440F-92B7-99EEC32A0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E32608-791B-4F5C-93B0-10A641999F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7EB8A8-C6A8-4572-8BD6-B8EF3A5D55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3F9C2B-C1F0-45BD-AB1F-5F003240B9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1C03EC-CA06-48B9-8D91-7324FEF17F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2571FA-2D55-4193-AF1F-C81F0B1F2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51E751-44E8-4DA8-9026-742DE0CD59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D5D8C05-80A4-48C5-AADE-3CEC86F649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52156A4-D792-4C88-9B86-B7AD663B9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61D495-C044-4E65-943E-C14CD66D29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C57C8BE-53BE-47E2-ADC1-61BBF8F7E0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EBE32C-7602-486A-AF70-9D0E59DBF9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930639-E2B1-42D5-A6C8-5552C006DF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4C98651-054E-47AA-A53C-7C70F9489C2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758C0BC-CB2E-4112-85D6-76FCD2C2EC6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6CD8248-A5B9-46C1-8184-E6CC82E3DCA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1051D5D-8DDF-40B3-9A0C-8B696C5492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F34022C-AA32-4AC4-A3BF-E69C44F4B4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2F4005E-644A-481C-B973-16DF59536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DBA655-DF88-4F0F-9125-F9C428124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1201180-A62E-4700-B472-04660A0A8D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22C40F2-FC5F-4D97-8786-9E5986B50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6FDDA4-CEF2-4927-99B6-0AC3D80F38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DB68C71-651C-475A-A59E-898D90AD91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4FE7B7E-67E8-436E-8110-2CE335EFDB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2038C08-5C33-4B9B-8156-AD7AF2459B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48E800-FC62-4F9F-BCD2-A16C0E550D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1346454-D204-48DF-B1EE-68C1B89CDC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CC42245-1547-414C-9F07-286A92BA5F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3F11701-3DBA-42CD-992C-232A7586F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7F0BF5D-D498-46BF-96D5-BC0A6BD56D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077877-31A7-4972-8C03-B23AB7608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AB5B8F-F87B-4512-BF39-F144D3166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9604382-D038-4BEA-A809-C0F6E4FAAC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104D936-19AE-4AA3-893B-C44A82AEC9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A5184C-19A4-442B-859D-56B38F7CE7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D96EB0-4317-4EAD-87F3-801D8DEA06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3A9954E-58CF-4159-A225-98C4ED08D8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71C501-80DE-4F2A-B1F6-DB75D1AFA1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E578B7-E13C-41B7-B28E-D37EFB6F0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299887-B421-4279-8840-40329E0027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6EF301E-76BB-4206-90AD-9624458098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0BB3D9-00EF-411F-B167-83F6D7559E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8F01E9C-B0EB-40F8-BB70-9978D2AC1A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15D168-FEE2-4BC9-B4C3-342AE3E859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1229D4-EB91-4EFC-8DA6-FA137C7AEA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17D4F1-4EFC-4024-903F-66B1F13601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89BAFE-0A27-40CC-A8AD-C6CAEB2536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3856298fb14ef3" /><Relationship Type="http://schemas.openxmlformats.org/officeDocument/2006/relationships/slideLayout" Target="/ppt/slideLayouts/slideLayout1.xml" Id="R7de63a313fb44dcd" /><Relationship Type="http://schemas.openxmlformats.org/officeDocument/2006/relationships/slideLayout" Target="/ppt/slideLayouts/slideLayout2.xml" Id="R3b98ec53c129407b" /><Relationship Type="http://schemas.openxmlformats.org/officeDocument/2006/relationships/slideLayout" Target="/ppt/slideLayouts/slideLayout3.xml" Id="Rfdfb29c8d23b4e58" /><Relationship Type="http://schemas.openxmlformats.org/officeDocument/2006/relationships/slideLayout" Target="/ppt/slideLayouts/slideLayout4.xml" Id="R44ecfc53f4f64a34" /><Relationship Type="http://schemas.openxmlformats.org/officeDocument/2006/relationships/slideLayout" Target="/ppt/slideLayouts/slideLayout5.xml" Id="Rcd3f02ae791044ff" /><Relationship Type="http://schemas.openxmlformats.org/officeDocument/2006/relationships/slideLayout" Target="/ppt/slideLayouts/slideLayout6.xml" Id="R89526b29f5a74cbc" /><Relationship Type="http://schemas.openxmlformats.org/officeDocument/2006/relationships/slideLayout" Target="/ppt/slideLayouts/slideLayout7.xml" Id="Rf54ea4773d644144" /><Relationship Type="http://schemas.openxmlformats.org/officeDocument/2006/relationships/slideLayout" Target="/ppt/slideLayouts/slideLayout8.xml" Id="R73866badcf454742" /><Relationship Type="http://schemas.openxmlformats.org/officeDocument/2006/relationships/slideLayout" Target="/ppt/slideLayouts/slideLayout9.xml" Id="Rb647e1c6a3ee4475" /><Relationship Type="http://schemas.openxmlformats.org/officeDocument/2006/relationships/slideLayout" Target="/ppt/slideLayouts/slideLayout10.xml" Id="R6e9fc39988834d60" /><Relationship Type="http://schemas.openxmlformats.org/officeDocument/2006/relationships/slideLayout" Target="/ppt/slideLayouts/slideLayout11.xml" Id="Rdf5e6149b7d84d0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22A619-11F3-4444-8AC3-7F309A9A5E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34C8BF-B18A-4930-9DD4-AB26B16B0A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88E573-4FF0-43EE-9642-B0907180268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318BF3-8240-424E-B8B6-225B2CD457C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E6107AE-25C7-44C8-9EBD-CA3423056A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e63a313fb44dcd"/>
    <p:sldLayoutId xmlns:r="http://schemas.openxmlformats.org/officeDocument/2006/relationships" id="2147483650" r:id="R3b98ec53c129407b"/>
    <p:sldLayoutId xmlns:r="http://schemas.openxmlformats.org/officeDocument/2006/relationships" id="2147483651" r:id="Rfdfb29c8d23b4e58"/>
    <p:sldLayoutId xmlns:r="http://schemas.openxmlformats.org/officeDocument/2006/relationships" id="2147483652" r:id="R44ecfc53f4f64a34"/>
    <p:sldLayoutId xmlns:r="http://schemas.openxmlformats.org/officeDocument/2006/relationships" id="2147483653" r:id="Rcd3f02ae791044ff"/>
    <p:sldLayoutId xmlns:r="http://schemas.openxmlformats.org/officeDocument/2006/relationships" id="2147483654" r:id="R89526b29f5a74cbc"/>
    <p:sldLayoutId xmlns:r="http://schemas.openxmlformats.org/officeDocument/2006/relationships" id="2147483655" r:id="Rf54ea4773d644144"/>
    <p:sldLayoutId xmlns:r="http://schemas.openxmlformats.org/officeDocument/2006/relationships" id="2147483656" r:id="R73866badcf454742"/>
    <p:sldLayoutId xmlns:r="http://schemas.openxmlformats.org/officeDocument/2006/relationships" id="2147483657" r:id="Rb647e1c6a3ee4475"/>
    <p:sldLayoutId xmlns:r="http://schemas.openxmlformats.org/officeDocument/2006/relationships" id="2147483658" r:id="R6e9fc39988834d60"/>
    <p:sldLayoutId xmlns:r="http://schemas.openxmlformats.org/officeDocument/2006/relationships" id="2147483659" r:id="Rdf5e6149b7d84d0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ee1790e4524508" /><Relationship Type="http://schemas.openxmlformats.org/officeDocument/2006/relationships/notesSlide" Target="/ppt/notesSlides/notesSlide1.xml" Id="Reaaa7976c8494d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ccbe295ab04951" /><Relationship Type="http://schemas.openxmlformats.org/officeDocument/2006/relationships/notesSlide" Target="/ppt/notesSlides/notesSlide2.xml" Id="R384e8071576149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e3e5fa2fc34f2a" /><Relationship Type="http://schemas.openxmlformats.org/officeDocument/2006/relationships/notesSlide" Target="/ppt/notesSlides/notesSlide3.xml" Id="R94dd8fc46de34d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0f494568344e35" /><Relationship Type="http://schemas.openxmlformats.org/officeDocument/2006/relationships/notesSlide" Target="/ppt/notesSlides/notesSlide4.xml" Id="Ra0d7262e12e740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9c256df27b48f8" /><Relationship Type="http://schemas.openxmlformats.org/officeDocument/2006/relationships/notesSlide" Target="/ppt/notesSlides/notesSlide5.xml" Id="R6350ba60055744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4e498b0510425c" /><Relationship Type="http://schemas.openxmlformats.org/officeDocument/2006/relationships/notesSlide" Target="/ppt/notesSlides/notesSlide6.xml" Id="R34dd966a6bf449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664F66-6050-410C-8829-3B4B86A4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8A88F0-FFEE-4679-B121-D0D6FFEC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8AB0A0-107D-4EB2-BD55-8A09E568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1F3F4A-42E2-40CD-A19D-D657B25F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B8E0133-7DEC-418C-96BC-8BB4D657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597FA9-59CA-4EAA-892C-19AA5018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8D91328-E034-433A-978E-929590AB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2026.07.30-36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ADF142-38B9-42ED-BD0D-7697933C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2026-07-30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A281209-E800-4147-9EEB-04893978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3580BC-0C10-4D3F-88AC-5F5ED5D4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F95430-639E-4F0D-B7C0-37B89373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9331449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046846-3009-40C1-980B-FDA50B33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DB00B56-0483-4F24-B661-523E7072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25681-A7C9-4E28-8995-2CDAC8F6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2B1D24E-C4F2-4E5B-8C30-A72C0785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FEC5E4-3095-4B73-9E41-152A548C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902F898-66B6-46A2-B19C-71666514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F682F4-AF3F-4001-9D11-3C9E64F9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A23677-179F-41F5-A602-124EC37A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6E3E0AB-51E2-4B14-8DBE-74EF07D7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E3CB54D-D9AF-4D51-B5AB-AEF144A8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9433402-1B76-4406-90DC-43702F7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3615390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3B975BE-7DE8-45AA-95FD-2342B079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AA8DD8-4F53-4B84-90F1-BF3D4EA5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8391E41-6E6C-43A2-9AB8-F596197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DF536E5-A042-45AD-B6AC-4A90E07D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0284C6-523F-4A5B-A315-57258A49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E1FE3BC-B95E-4719-9A52-7B4093B7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41ED8E2-BC96-45BE-B56D-40DF8057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4A7100-3897-44DE-AA9B-44B99944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B7F8BA-2A01-4A11-82A5-1E6119F0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90137A-BF66-4FA4-936D-C60E9B28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F8D83F3-A706-49EF-B66B-A550976C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CC2A4F-C57F-47E4-8684-131F8006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0682516-3341-4D32-87D6-6734EF61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8900AB0-0EDF-4E35-839C-D9C9E4F1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94C7FB7-6922-467E-9A07-3D0B5BE0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4918B2E-9DE2-418E-910E-D3EE1C44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C7A7F45-B378-4AB7-BEBA-6FC7AC5F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41D2A6D-668E-4218-A549-74245035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0A2EF0-7812-4EF6-8DBB-666DD031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16671850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95F2C8-535A-446B-A227-627F01B5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305D05-7D18-454F-8F03-0902DF7D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FAA1091-645A-4B97-96E1-08F2665F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F83805-2608-48C4-9BFB-0AA5890E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4B38BD-2E90-4310-93A2-9581C042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F6FC75-C92E-4158-8ED3-7D9CA9DD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7A23CEA-6679-42E1-9C25-A8399F03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16D499-DCFF-44D8-95AF-F72B433B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EC78B23-1B83-4F61-BA93-CE8F6C17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42C7E38-E4EF-4382-BD07-A9224490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A5EFCDB-89CA-4769-953D-EA813AF9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A63D271-ECF6-4969-92C9-9F74B7F8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4AEE293-B5C8-4319-AD0A-7813FA62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9FE8856-7208-4283-BEF3-A7B7652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AC5F35-849D-42FD-A15D-F5582B83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E8B5606-1134-4C73-9129-7C3ACAB5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2359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7/10: virallinen täsmennys sulkee GST/HST/PST/QST-verot pois, sisältää hintaan upotetut lisäverot eikä muuta lukuja; D5/D7/D10 ovat avoimia. Saksan rajatussa vastauksessa pyydettiin käsittelemään vain maksutta saatavia aineistoja; maksullinen työ estettiin ilman erillistä lupaa. Ranska on vain tulliproxy. Euromonitor pysyy pausella; 0/6, EI PISTEYTETTY eikä ostoa tai maksua ole valtuutettu.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2822C0B-9CFC-4DE8-A08F-F4CBC65F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D38FF6F-95C9-4366-97E5-78F04A4C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7B7AFD6-17B7-4765-8A64-BB591813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152; 5 uutta maasuunnitelmaa, ei myyntiä. Belgia ≈83 333 litraa (9 kk; ei retail); Italia 84,31 milj. EUR PLI-veroa (ei retail). Kanada retail 1,219160 mrd CAD (≈822,6 milj. EUR; ECB 2024) ja toimitukset 1,160754 mrd CAD (≈783,2 milj. EUR; ECB 2024); FTC 2,763 mrd USD (≈2,336 mrd EUR;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17494245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FDF667-D7E7-4D7B-8E0F-3AE99A3A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BF297D-2EB1-4B57-B74E-58EAD968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1E45B97-C8CC-4A85-908B-3FF6C5EF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AE5869-2935-4392-B085-92932768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165F1F-83D7-4AC9-A767-D5835944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0ACD5D-D503-417C-8E95-DE4B3742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453844-0632-4193-9F5F-F22F9176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0574838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56FD71-6421-4DC3-88F5-1ED4536F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565515-05C7-4D65-89F2-C2907966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51089D-AF25-4226-8A17-0A589DD0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B8ED90-4795-4007-AE14-99CA78D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2026.07.30-36 · 2026-07-30 · 6 / 6</a:t>
            </a:r>
          </a:p>
        </p:txBody>
      </p:sp>
    </p:spTree>
    <p:extLst>
      <p:ext uri="{BB962C8B-B14F-4D97-AF65-F5344CB8AC3E}">
        <p14:creationId xmlns:p14="http://schemas.microsoft.com/office/powerpoint/2010/main" val="138235085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2026-07-30T09:50:55.1470000Z</dcterms:created>
  <dcterms:modified xsi:type="dcterms:W3CDTF">2026-07-30T09:50:55.1470000Z</dcterms:modified>
</coreProperties>
</file>