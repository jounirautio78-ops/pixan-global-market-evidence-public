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198b715d3dd4bcf" /><Relationship Type="http://schemas.openxmlformats.org/officeDocument/2006/relationships/extended-properties" Target="/docProps/app.xml" Id="R1ce8f13bd8da4bd1" /><Relationship Type="http://schemas.openxmlformats.org/officeDocument/2006/relationships/officeDocument" Target="/ppt/presentation.xml" Id="R63d97fbd8f0c46d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86ad4623c7e4741"/>
  </p:sldMasterIdLst>
  <p:notesMasterIdLst>
    <p:notesMasterId xmlns:r="http://schemas.openxmlformats.org/officeDocument/2006/relationships" r:id="Rfec92ceca9b04066"/>
  </p:notesMasterIdLst>
  <p:sldIdLst>
    <p:sldId xmlns:r="http://schemas.openxmlformats.org/officeDocument/2006/relationships" id="256" r:id="R57b88774b42d4c99"/>
    <p:sldId xmlns:r="http://schemas.openxmlformats.org/officeDocument/2006/relationships" id="257" r:id="R025b3771405d46ac"/>
    <p:sldId xmlns:r="http://schemas.openxmlformats.org/officeDocument/2006/relationships" id="258" r:id="Rc1a99fd2707642eb"/>
    <p:sldId xmlns:r="http://schemas.openxmlformats.org/officeDocument/2006/relationships" id="259" r:id="R50dc506979194a3b"/>
    <p:sldId xmlns:r="http://schemas.openxmlformats.org/officeDocument/2006/relationships" id="260" r:id="R1524f90d1987402e"/>
    <p:sldId xmlns:r="http://schemas.openxmlformats.org/officeDocument/2006/relationships" id="261" r:id="Rcc21154e789a4daa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4a5d0fc6b1a474a" /><Relationship Type="http://schemas.openxmlformats.org/officeDocument/2006/relationships/slideMaster" Target="/ppt/slideMasters/slideMaster1.xml" Id="Ra86ad4623c7e4741" /><Relationship Type="http://schemas.openxmlformats.org/officeDocument/2006/relationships/notesMaster" Target="/ppt/notesMasters/notesMaster1.xml" Id="Rfec92ceca9b04066" /><Relationship Type="http://schemas.openxmlformats.org/officeDocument/2006/relationships/presProps" Target="/ppt/presProps.xml" Id="R72dcd853ab624e17" /><Relationship Type="http://schemas.openxmlformats.org/officeDocument/2006/relationships/viewProps" Target="/ppt/viewProps.xml" Id="Ra1a307b827e84120" /><Relationship Type="http://schemas.openxmlformats.org/officeDocument/2006/relationships/tableStyles" Target="/ppt/tableStyles.xml" Id="Rebb98359bbce4128" /><Relationship Type="http://schemas.openxmlformats.org/officeDocument/2006/relationships/slide" Target="/ppt/slides/slide1.xml" Id="R57b88774b42d4c99" /><Relationship Type="http://schemas.openxmlformats.org/officeDocument/2006/relationships/slide" Target="/ppt/slides/slide2.xml" Id="R025b3771405d46ac" /><Relationship Type="http://schemas.openxmlformats.org/officeDocument/2006/relationships/slide" Target="/ppt/slides/slide3.xml" Id="Rc1a99fd2707642eb" /><Relationship Type="http://schemas.openxmlformats.org/officeDocument/2006/relationships/slide" Target="/ppt/slides/slide4.xml" Id="R50dc506979194a3b" /><Relationship Type="http://schemas.openxmlformats.org/officeDocument/2006/relationships/slide" Target="/ppt/slides/slide5.xml" Id="R1524f90d1987402e" /><Relationship Type="http://schemas.openxmlformats.org/officeDocument/2006/relationships/slide" Target="/ppt/slides/slide6.xml" Id="Rcc21154e789a4d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e52c2bab55c440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f759adebc8246f3" /><Relationship Type="http://schemas.openxmlformats.org/officeDocument/2006/relationships/notesMaster" Target="/ppt/notesMasters/notesMaster1.xml" Id="R0c0b19371d464d7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8786c1ce6a74a7e" /><Relationship Type="http://schemas.openxmlformats.org/officeDocument/2006/relationships/notesMaster" Target="/ppt/notesMasters/notesMaster1.xml" Id="Raab9a082c6fe47c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96511bd96fc4a1e" /><Relationship Type="http://schemas.openxmlformats.org/officeDocument/2006/relationships/notesMaster" Target="/ppt/notesMasters/notesMaster1.xml" Id="R1f84ca04b2c948d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eb176980520488e" /><Relationship Type="http://schemas.openxmlformats.org/officeDocument/2006/relationships/notesMaster" Target="/ppt/notesMasters/notesMaster1.xml" Id="Re131fc704d7a40c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f455228cd074d5f" /><Relationship Type="http://schemas.openxmlformats.org/officeDocument/2006/relationships/notesMaster" Target="/ppt/notesMasters/notesMaster1.xml" Id="R18f98c3ca2924a4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933cc07a4a44c65" /><Relationship Type="http://schemas.openxmlformats.org/officeDocument/2006/relationships/notesMaster" Target="/ppt/notesMasters/notesMaster1.xml" Id="R8d67e24af1234d0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e9bb2b432d446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ea33d36fdc41b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084ebc95c94da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2914be5e55442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b62dc8a5c8430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0a7deba9c2437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d0cbdaac42414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d207cd9fbc4cf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94947e9821456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77c7d3a7f1434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eadc56156e4ee6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47E46EB-07EB-473D-AA52-5B790DCA6E5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3800A42-5B39-4237-AAAC-D2BFBEF16F1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6B5136F-5A99-4BE7-BBD0-50A48A87C00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714335D-5DD1-4BDA-B30F-8456C823DD1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F0E4494-E031-4B41-9AF0-BC8E5F647F7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73D2C51-591B-4956-A314-E03C1E19BC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66C4D9B-353A-4454-A127-09A042E89E9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85364E7-4342-49A9-AD3C-94F61A54D8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5B30D96-4291-4A0C-91F3-46230957BDE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4DBE54A-C7C0-40C1-90A4-CDCE93CDB3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B33545C-5E6C-4044-A0AB-AF3AECBF3E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B05ECF0-C42D-4A27-BFD2-A0AF5DE0A3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413FB45-4514-44B1-8852-C35EA5C9F2E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19DE881-AEE0-4B3B-9B81-F57090DF44D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1DE6DD2-8F41-473C-AEFA-1F268FFBD4E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DE965-8721-4B4B-96DA-9A406181A6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697586A-3616-4AD7-A08E-937286E06A0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F1EE6BE-6DC5-4675-8EC9-166142E373E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7C2E6BB-B498-4378-9D22-1FC93E9B6F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D1A957-5317-483E-B11A-A34494100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E418BFD-4EC4-41F0-B6E4-9FAF7CB6E30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A55A1F6-9D43-43DE-A9C4-35E33CCD4B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0F72D5E-88F0-4651-99D9-53E07F0E1F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B3E3E63-BE9F-416F-B80B-B40577BCF7C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14971445-A9FF-4C47-BCFA-3E73357B22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A393559-A5AC-4038-A788-2B8547F6522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2DAB087-4029-4FF1-AD01-C37B4B28C73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7FDC8AA4-1205-42F8-AB27-936066D79E0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E0AF0009-9442-42DB-AFEA-86DD451B0D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26BC09E-EF89-4FE7-8699-E5669E19B11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0FF4A0AD-5A38-40EC-8C33-7434736E5A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82E70B3-AEB8-4D45-A854-6E9F02FB12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CDA3EA8-6F25-459A-81F2-E495A54AC9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608896F-99FE-40CC-9C8C-E269506864A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27AFE579-3CCF-410C-A3C4-1A4B170FDE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ABF740A2-97C3-468D-A24E-DD14F173E66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467EA71-C8A6-4E2F-9274-A216CBCB9C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2623A25-48A9-44CB-8348-A1E17971D16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7EC341A-8855-44E3-88BD-3EE1ED4B025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412998A-0D75-42BE-B5FE-3DD9ED1C22E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006F799-8577-4857-A013-4E7CC3D64C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F154BE7-FCD4-4922-8FA8-8BC4740207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D1A83EE-B1D7-47E7-A57E-1B6EA9F4C2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B15C224-37D9-4922-A1DF-47D31B0C1E94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B579529-0027-4731-A2FD-07F467A8200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80BF1C7-1875-453D-A3D7-6A38E856FA0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FD8BBE2-04CF-4592-B99E-3225E7DA25A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3DCE94B-A779-4936-A561-703CDDA883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3C4E1FB-41E5-4C70-BECD-83C79E4277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767239C-6475-4668-9C03-930F10C3B73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BE75F19-EAE7-4CCE-BCA0-686B24B7E7B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73F4A1D-6D6D-411D-9F22-DB3369001B7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C594C0-F79E-4BDA-898E-E9F4F8B01D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01042B39-FA8F-4755-8B2F-1E78090CDA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2116D62-1894-448F-B606-40EFA0849CD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AB9EF5A-2382-4E96-AFB4-32B2688183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7D7801B-5621-4FC6-9930-D208E29C285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C52877A-36B1-4565-B96D-2F6227D0761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9e41ab7c40c4353" /><Relationship Type="http://schemas.openxmlformats.org/officeDocument/2006/relationships/slideLayout" Target="/ppt/slideLayouts/slideLayout1.xml" Id="R968dbd620cb5423b" /><Relationship Type="http://schemas.openxmlformats.org/officeDocument/2006/relationships/slideLayout" Target="/ppt/slideLayouts/slideLayout2.xml" Id="R8bbd5451ac7d4490" /><Relationship Type="http://schemas.openxmlformats.org/officeDocument/2006/relationships/slideLayout" Target="/ppt/slideLayouts/slideLayout3.xml" Id="R79f154577f814f0d" /><Relationship Type="http://schemas.openxmlformats.org/officeDocument/2006/relationships/slideLayout" Target="/ppt/slideLayouts/slideLayout4.xml" Id="R7d131466689d433b" /><Relationship Type="http://schemas.openxmlformats.org/officeDocument/2006/relationships/slideLayout" Target="/ppt/slideLayouts/slideLayout5.xml" Id="R364a3a98c0a9496c" /><Relationship Type="http://schemas.openxmlformats.org/officeDocument/2006/relationships/slideLayout" Target="/ppt/slideLayouts/slideLayout6.xml" Id="R9b107e16e3a14489" /><Relationship Type="http://schemas.openxmlformats.org/officeDocument/2006/relationships/slideLayout" Target="/ppt/slideLayouts/slideLayout7.xml" Id="R8365d6f1512243ba" /><Relationship Type="http://schemas.openxmlformats.org/officeDocument/2006/relationships/slideLayout" Target="/ppt/slideLayouts/slideLayout8.xml" Id="Rb232700316c241ed" /><Relationship Type="http://schemas.openxmlformats.org/officeDocument/2006/relationships/slideLayout" Target="/ppt/slideLayouts/slideLayout9.xml" Id="R1153ad6d236441ad" /><Relationship Type="http://schemas.openxmlformats.org/officeDocument/2006/relationships/slideLayout" Target="/ppt/slideLayouts/slideLayout10.xml" Id="R9ae8c74c6f3449f3" /><Relationship Type="http://schemas.openxmlformats.org/officeDocument/2006/relationships/slideLayout" Target="/ppt/slideLayouts/slideLayout11.xml" Id="R7e3d925e300e426d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CB68002-6F8B-4FD1-93F8-40DDA60570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E089EC9-1619-4929-A2CF-79FBADED5B5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515FA1D-AF2A-47D1-8330-BA2CF3C6805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47FC09D-9998-4A8C-90C0-8DF05652FEE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D0D32E3-F6BA-4B8A-B4BC-D701920B093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68dbd620cb5423b"/>
    <p:sldLayoutId xmlns:r="http://schemas.openxmlformats.org/officeDocument/2006/relationships" id="2147483650" r:id="R8bbd5451ac7d4490"/>
    <p:sldLayoutId xmlns:r="http://schemas.openxmlformats.org/officeDocument/2006/relationships" id="2147483651" r:id="R79f154577f814f0d"/>
    <p:sldLayoutId xmlns:r="http://schemas.openxmlformats.org/officeDocument/2006/relationships" id="2147483652" r:id="R7d131466689d433b"/>
    <p:sldLayoutId xmlns:r="http://schemas.openxmlformats.org/officeDocument/2006/relationships" id="2147483653" r:id="R364a3a98c0a9496c"/>
    <p:sldLayoutId xmlns:r="http://schemas.openxmlformats.org/officeDocument/2006/relationships" id="2147483654" r:id="R9b107e16e3a14489"/>
    <p:sldLayoutId xmlns:r="http://schemas.openxmlformats.org/officeDocument/2006/relationships" id="2147483655" r:id="R8365d6f1512243ba"/>
    <p:sldLayoutId xmlns:r="http://schemas.openxmlformats.org/officeDocument/2006/relationships" id="2147483656" r:id="Rb232700316c241ed"/>
    <p:sldLayoutId xmlns:r="http://schemas.openxmlformats.org/officeDocument/2006/relationships" id="2147483657" r:id="R1153ad6d236441ad"/>
    <p:sldLayoutId xmlns:r="http://schemas.openxmlformats.org/officeDocument/2006/relationships" id="2147483658" r:id="R9ae8c74c6f3449f3"/>
    <p:sldLayoutId xmlns:r="http://schemas.openxmlformats.org/officeDocument/2006/relationships" id="2147483659" r:id="R7e3d925e300e426d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fa008f40d4b4617" /><Relationship Type="http://schemas.openxmlformats.org/officeDocument/2006/relationships/notesSlide" Target="/ppt/notesSlides/notesSlide1.xml" Id="R17f3709c40f843a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75c0683450641b0" /><Relationship Type="http://schemas.openxmlformats.org/officeDocument/2006/relationships/notesSlide" Target="/ppt/notesSlides/notesSlide2.xml" Id="Rf6f50d56696a46e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09c85b86191402d" /><Relationship Type="http://schemas.openxmlformats.org/officeDocument/2006/relationships/notesSlide" Target="/ppt/notesSlides/notesSlide3.xml" Id="R31c46d2757a34fa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c6e2767530c406b" /><Relationship Type="http://schemas.openxmlformats.org/officeDocument/2006/relationships/notesSlide" Target="/ppt/notesSlides/notesSlide4.xml" Id="R3d1bb7b38614427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9a40186263b418c" /><Relationship Type="http://schemas.openxmlformats.org/officeDocument/2006/relationships/notesSlide" Target="/ppt/notesSlides/notesSlide5.xml" Id="R26268d54a930445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66220c371f74ce5" /><Relationship Type="http://schemas.openxmlformats.org/officeDocument/2006/relationships/notesSlide" Target="/ppt/notesSlides/notesSlide6.xml" Id="Rb2b42291d8454d4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277A0F2-7FE2-4D4A-B405-6FFC81D0A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AB3E8D9-696C-42A0-A017-5E2C473B1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6658B06-D479-4B2A-A83F-871D812B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E645D7A-0BFD-4767-ADB6-1059E55AC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Suppea päätöksenteon tiivistelmä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27F6F16-F1C7-47FA-958E-093F95742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31B28CE-9E45-4D04-800D-5D3D1486E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CC801E6-507D-4DE5-AF9A-B6F55640B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2026.07.31-37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04A7130-6313-4E21-8DB2-55F26C770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2026-07-31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C836318-EC1B-4B43-AED5-52FD51A4B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31766CC-8FB2-45BF-95F1-D13A96A14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8F27FD1-45DD-40C6-918C-351622759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113347209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BF18FF7-AF89-4CC0-83D0-D03D00A9C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35C18CA-A0CF-42AD-B8CC-8C182A93E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Rahoitusteesi perustuu näyttöön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2637B60-2638-41B7-B52B-5FF5A97DF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71D72C9-1B89-475B-809A-69FB8298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5B58B5A-6AAE-464C-A83E-1332F3D95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2026.07.31-37 · 2026-07-31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37318CC-1781-412C-B7CE-238A26879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133087A-7430-4439-89A9-221684930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Patentilla on dokumentoitu tekninen ydin ja merkittävää virallista oikeusnäyttöä, mutta vakuusarvo ei ole vielä todistettu.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F5ECF23-4DD3-4CF3-B0FA-F03EE4214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EPO-rekisteri: patentti pysytetty muutettuna väitemenettelyn jälkeen; B2-patenttijulkaisu julkaistu. EP3032975B2 sisältää 9 vaatimusta.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Saksa: kaksi virallista ratkaisua; lopullisuus- ja aluerajat säilyvät.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Rahoituskelpoisuus syntyy, kun oikeudet, claim chartit, kassavirta ja riippumaton arvonmääritys sidotaan yhteen.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95B5BA3-4DA8-41A0-ACCA-06507F31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FE6746C-DA5B-4A94-8D92-006325491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Pankin lukutapa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7AB524A-0516-4CEA-829A-3AC10725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Nykyinen aineisto tukee jatkodiligenceä. Se ei vielä yksin tue tiettyä lainamäärää, osakearvoa tai patentin vakuusarvoa.</a:t>
            </a:r>
          </a:p>
        </p:txBody>
      </p:sp>
    </p:spTree>
    <p:extLst>
      <p:ext uri="{BB962C8B-B14F-4D97-AF65-F5344CB8AC3E}">
        <p14:creationId xmlns:p14="http://schemas.microsoft.com/office/powerpoint/2010/main" val="154382768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5BC33B4-1E8A-4C2E-A062-DA7594A94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 JA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F2D517C-807A-486A-B642-100A6706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Patenttihistoria antaa vahvan mutta rajatun ankkurin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1073A9F-1F43-4C99-BE0C-902FBB52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561842C-EF48-421E-8A16-6444AA48E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E43324F-F1A7-4E9D-825C-ABC36416E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2026.07.31-37 · 2026-07-31 · Lähteet: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32D62DB-4754-4DF8-AE0F-8E1F2441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A79B7C4-EA89-4ABF-80B8-1A0DC9B96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4DC3174-0A99-429E-8848-031021139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ABAE7C6-51D6-438B-8A68-E9B9B0AA3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vaatimusta EP3032975B2:ssa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2A978B9-45FF-4706-B037-4C947B209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2CB83F4-3629-461D-A793-350E1CAF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F237709-AF97-44B0-9FA4-F5E7CD9E0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D4AE0B7-81AA-474B-807D-DA929C7A0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6A8CDFF-7331-4B1A-ADE4-A8102FD70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EEC253E-989B-4F9E-AC20-EC5660916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ratkaisua: Saksa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6A911A7A-D159-487D-AB9A-B7255501B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Todistettu oikeusnäyttö on arvokasta vain maakohtaisen voimassaolo- ja tuotekytkennän kanssa.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D95D7754-CFAF-48F1-8E83-469CF4905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3BFE5E9-3E89-4EFC-B537-2E249E20F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FF386D5-FF48-41B5-AAD5-3D96A6201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Kirjattu haltija, prioriteetti ja EPO:n keskitetty lopputulos ovat vahvistettavissa. Koko perheen nykyinen kansallinen tila, rasitteet ja täytäntöönpano vaativat lisänäyttöä.</a:t>
            </a:r>
          </a:p>
        </p:txBody>
      </p:sp>
    </p:spTree>
    <p:extLst>
      <p:ext uri="{BB962C8B-B14F-4D97-AF65-F5344CB8AC3E}">
        <p14:creationId xmlns:p14="http://schemas.microsoft.com/office/powerpoint/2010/main" val="975560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04D04A2-13AB-4F51-952E-2F564CBA6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C6EBFF0-171F-4ED0-9C2E-FBF43651C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 markkina-arvo ei ole vielä tuettu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C32E16-518D-48C5-AB1A-1B9B830E3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280B1C9-5F99-4D27-A413-58BAD89D7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2F63187-1877-4CD1-932E-4D2BFD708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2026.07.31-37 · 2026-07-31 · Lähteet: World Bank; Statistics Canada; Health Canada; NZ Ministry of Health; Sejm; FHM; FTC; ADM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12244A1-FC23-4C88-A9D4-2FA4C4CFA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E9B50A5-B8F8-467A-B065-F5EE64D45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11D1467-8202-4A98-B32E-D01DA23F6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4EE95BB-C03C-4106-B7C8-68036AD3D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578 WB-havaintoa · 39 markkinamittaria + 36 Ruotsin FHM-lukua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03B6F6E6-EC5E-4145-86FC-CBCA3C087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E0C063F-625A-4430-A455-8C1CE9E4F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274,180 milj. NZD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9B9D966-6FBA-46D4-A7AD-CAA64A3C4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tunnistettu AIS/AVP-summa · ≈153,3 milj. EUR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1F4EF6DB-7268-49E1-B1AD-6B5EEB962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5B15A57-A4FC-4B29-858E-2F110694B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6CD8E1C-0CDB-4596-AF05-763F3633C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komission julkaisema vertailuarvo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16E8EF2-1E32-4C76-A251-7AF74E720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8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Kanada 7/10: D5/D7 hylätty, D8 läpäisty (GST/HST/PST/QST pois; lisäverot mukana), D10 avoin. Uuden-Seelannin 7.8. seuranta valmisteltu, ei lähetetty. Puolan verosilta koskee laajaa ryhmää. Euromonitor pausella 0/6, EI PISTEYTETTY; ei ostoa tai maksua.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F3F39AC5-AD2D-46B9-AA19-3016589FC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489DD3B-3EBD-4535-80AF-B79CC9D8B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A5ECC52-AC06-4753-A81C-2D265B540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7589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Menetelmäkontrolli 28 / 0 / 15 / 152. Kanada retail 1,219160 mrd CAD (≈822,6 milj. EUR; ECB 2024) ja toimitukset 1,160754 mrd CAD (≈783,2 milj. EUR; ECB 2024). Uusi-Seelanti 274,180 milj. NZD (≈153,3 milj. EUR; ECB 2024), 7/10. Puolan esiarviolla ei ole donor-pistemäärää: retail-arvo puuttuu. Donor 0/3.</a:t>
            </a:r>
          </a:p>
        </p:txBody>
      </p:sp>
    </p:spTree>
    <p:extLst>
      <p:ext uri="{BB962C8B-B14F-4D97-AF65-F5344CB8AC3E}">
        <p14:creationId xmlns:p14="http://schemas.microsoft.com/office/powerpoint/2010/main" val="73696816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5EB9869-BDB3-42F9-8733-FECA3FC02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 JA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7C31F02-996F-4B49-9B4A-0A6238158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Puutteet ovat rajattavissa konkreettiseksi työohjelmaksi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5E15D12-E42A-4675-9494-49A70E81E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A3F71AF-8BDE-4021-9DB8-64BECB1BC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4F65C4D-68FB-48E6-BCC6-B9061D66D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2026.07.31-37 · 2026-07-31 · Lähteet: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D18B9BD-B00E-44F6-B988-B8B6E9EBF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Puutuva 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Miksi ratkaiseva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Seuraava todiste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Koko perheen kansallinen tila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toteuttamiskelpoiset oikeudet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allekirjoittama maamatriisi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Tuote–vaatimusvertailut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Rajaa relevantin myynnin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Näytteet,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Kassavirta ja sopimukset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takaisinmaksun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laskut,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skenaariot ja downside-riskin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IVS-yhteensopiva arvio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12327BA-F6F0-41F2-9A1E-0152EA436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Pankkikelpoisuus paranee eniten, kun nämä neljä aukkoa suljetaan ennen arvokeskustelua.</a:t>
            </a:r>
          </a:p>
        </p:txBody>
      </p:sp>
    </p:spTree>
    <p:extLst>
      <p:ext uri="{BB962C8B-B14F-4D97-AF65-F5344CB8AC3E}">
        <p14:creationId xmlns:p14="http://schemas.microsoft.com/office/powerpoint/2010/main" val="131254623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B63AE4E-9F56-4DF4-9DC4-2E2F26C5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E5A84DD-8DE2-4539-B90C-F25411B6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Ehdollinen eteneminen: 90 päivän diligence ennen rahoituspäätöstä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4D568A3-8BA0-454D-9375-94DCDCFB5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0–30 päivää: omistus-, rasite-, maksu- ja oikeusmatriisi.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31–60 päivää: priorisoidut claim chartit, markkinamyynnin rajaus ja vastapuolidata.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61–90 päivää: riippumaton arvonmääritys, kassavirtaskenaariot ja rahoitusehdot.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Päätösportti: vain vahvistettuun oikeuteen ja takaisinmaksulähteeseen perustuva rakenne.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F4276FA-4F05-4597-BB10-3BB38BAEC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2026.07.31-37 · 2026-07-31 · 6 / 6</a:t>
            </a:r>
          </a:p>
        </p:txBody>
      </p:sp>
    </p:spTree>
    <p:extLst>
      <p:ext uri="{BB962C8B-B14F-4D97-AF65-F5344CB8AC3E}">
        <p14:creationId xmlns:p14="http://schemas.microsoft.com/office/powerpoint/2010/main" val="6811506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2026-07-31T08:53:13.0960000Z</dcterms:created>
  <dcterms:modified xsi:type="dcterms:W3CDTF">2026-07-31T08:53:13.0960000Z</dcterms:modified>
</coreProperties>
</file>