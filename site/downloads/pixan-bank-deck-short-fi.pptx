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kaksi virallista ratkaisua;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EPO Register; EP3032975B2;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ratkaisua: Saksa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tutkimusuniversumi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virallisilla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hyväksyttyä retail-arvon luovuttajaa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Kaupallinen 26,0–46,32 mrd USD haarukka on sanity check — ei atlaksen oma maailmanestimaatti.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Kanada: 1,16 mrd CAD toimitusarvo. Saksa: 1,518 milj. l verotettua nestettä vuonna 2025 (alustava). Mittareita ei summata keskenään.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2026.07.23-12 · 2026-07-22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