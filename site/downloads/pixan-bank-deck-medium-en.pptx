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7b78afa60640fb" /><Relationship Type="http://schemas.openxmlformats.org/officeDocument/2006/relationships/extended-properties" Target="/docProps/app.xml" Id="Rd12ec3d13c844df8" /><Relationship Type="http://schemas.openxmlformats.org/officeDocument/2006/relationships/officeDocument" Target="/ppt/presentation.xml" Id="Rbe1a546030304c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950e66db7641e3"/>
  </p:sldMasterIdLst>
  <p:notesMasterIdLst>
    <p:notesMasterId xmlns:r="http://schemas.openxmlformats.org/officeDocument/2006/relationships" r:id="R3c59e577b8534459"/>
  </p:notesMasterIdLst>
  <p:sldIdLst>
    <p:sldId xmlns:r="http://schemas.openxmlformats.org/officeDocument/2006/relationships" id="256" r:id="R6c25fff6dbd449e8"/>
    <p:sldId xmlns:r="http://schemas.openxmlformats.org/officeDocument/2006/relationships" id="257" r:id="Rc2f8e31eea644adb"/>
    <p:sldId xmlns:r="http://schemas.openxmlformats.org/officeDocument/2006/relationships" id="258" r:id="Rc4a265a4f5d347a0"/>
    <p:sldId xmlns:r="http://schemas.openxmlformats.org/officeDocument/2006/relationships" id="259" r:id="R630799ef19334ea6"/>
    <p:sldId xmlns:r="http://schemas.openxmlformats.org/officeDocument/2006/relationships" id="260" r:id="Rbd86723219b1433c"/>
    <p:sldId xmlns:r="http://schemas.openxmlformats.org/officeDocument/2006/relationships" id="261" r:id="Rf174d2d197ae4672"/>
    <p:sldId xmlns:r="http://schemas.openxmlformats.org/officeDocument/2006/relationships" id="262" r:id="R1bfd6b5142104633"/>
    <p:sldId xmlns:r="http://schemas.openxmlformats.org/officeDocument/2006/relationships" id="263" r:id="R25794c2777c54097"/>
    <p:sldId xmlns:r="http://schemas.openxmlformats.org/officeDocument/2006/relationships" id="264" r:id="R9a8dbe2eb7904c22"/>
    <p:sldId xmlns:r="http://schemas.openxmlformats.org/officeDocument/2006/relationships" id="265" r:id="R965b25e2bb00466e"/>
    <p:sldId xmlns:r="http://schemas.openxmlformats.org/officeDocument/2006/relationships" id="266" r:id="Rf86100370cd14802"/>
    <p:sldId xmlns:r="http://schemas.openxmlformats.org/officeDocument/2006/relationships" id="267" r:id="R5c90c1e07b064d66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8885f07034275" /><Relationship Type="http://schemas.openxmlformats.org/officeDocument/2006/relationships/slideMaster" Target="/ppt/slideMasters/slideMaster1.xml" Id="Re8950e66db7641e3" /><Relationship Type="http://schemas.openxmlformats.org/officeDocument/2006/relationships/notesMaster" Target="/ppt/notesMasters/notesMaster1.xml" Id="R3c59e577b8534459" /><Relationship Type="http://schemas.openxmlformats.org/officeDocument/2006/relationships/presProps" Target="/ppt/presProps.xml" Id="R6b58d5232e8c4ebc" /><Relationship Type="http://schemas.openxmlformats.org/officeDocument/2006/relationships/viewProps" Target="/ppt/viewProps.xml" Id="R12354809551a4531" /><Relationship Type="http://schemas.openxmlformats.org/officeDocument/2006/relationships/tableStyles" Target="/ppt/tableStyles.xml" Id="Rf1fb941e8466442f" /><Relationship Type="http://schemas.openxmlformats.org/officeDocument/2006/relationships/slide" Target="/ppt/slides/slide1.xml" Id="R6c25fff6dbd449e8" /><Relationship Type="http://schemas.openxmlformats.org/officeDocument/2006/relationships/slide" Target="/ppt/slides/slide2.xml" Id="Rc2f8e31eea644adb" /><Relationship Type="http://schemas.openxmlformats.org/officeDocument/2006/relationships/slide" Target="/ppt/slides/slide3.xml" Id="Rc4a265a4f5d347a0" /><Relationship Type="http://schemas.openxmlformats.org/officeDocument/2006/relationships/slide" Target="/ppt/slides/slide4.xml" Id="R630799ef19334ea6" /><Relationship Type="http://schemas.openxmlformats.org/officeDocument/2006/relationships/slide" Target="/ppt/slides/slide5.xml" Id="Rbd86723219b1433c" /><Relationship Type="http://schemas.openxmlformats.org/officeDocument/2006/relationships/slide" Target="/ppt/slides/slide6.xml" Id="Rf174d2d197ae4672" /><Relationship Type="http://schemas.openxmlformats.org/officeDocument/2006/relationships/slide" Target="/ppt/slides/slide7.xml" Id="R1bfd6b5142104633" /><Relationship Type="http://schemas.openxmlformats.org/officeDocument/2006/relationships/slide" Target="/ppt/slides/slide8.xml" Id="R25794c2777c54097" /><Relationship Type="http://schemas.openxmlformats.org/officeDocument/2006/relationships/slide" Target="/ppt/slides/slide9.xml" Id="R9a8dbe2eb7904c22" /><Relationship Type="http://schemas.openxmlformats.org/officeDocument/2006/relationships/slide" Target="/ppt/slides/slide10.xml" Id="R965b25e2bb00466e" /><Relationship Type="http://schemas.openxmlformats.org/officeDocument/2006/relationships/slide" Target="/ppt/slides/slide11.xml" Id="Rf86100370cd14802" /><Relationship Type="http://schemas.openxmlformats.org/officeDocument/2006/relationships/slide" Target="/ppt/slides/slide12.xml" Id="R5c90c1e07b064d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c14018d06e47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5c01734ce14a4e" /><Relationship Type="http://schemas.openxmlformats.org/officeDocument/2006/relationships/notesMaster" Target="/ppt/notesMasters/notesMaster1.xml" Id="Rc24df43f384944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f65140fd514dfc" /><Relationship Type="http://schemas.openxmlformats.org/officeDocument/2006/relationships/notesMaster" Target="/ppt/notesMasters/notesMaster1.xml" Id="R839eadbf96424e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eb9fc869614abc" /><Relationship Type="http://schemas.openxmlformats.org/officeDocument/2006/relationships/notesMaster" Target="/ppt/notesMasters/notesMaster1.xml" Id="Rbffc7fa6a86143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ebaf7e97604f2a" /><Relationship Type="http://schemas.openxmlformats.org/officeDocument/2006/relationships/notesMaster" Target="/ppt/notesMasters/notesMaster1.xml" Id="Rf3409238646440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a8c3bebace4e02" /><Relationship Type="http://schemas.openxmlformats.org/officeDocument/2006/relationships/notesMaster" Target="/ppt/notesMasters/notesMaster1.xml" Id="Rd3e56a018eb44e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199aef98e849f0" /><Relationship Type="http://schemas.openxmlformats.org/officeDocument/2006/relationships/notesMaster" Target="/ppt/notesMasters/notesMaster1.xml" Id="Rf89a4fa0ec1549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ff6bf3bdc124378" /><Relationship Type="http://schemas.openxmlformats.org/officeDocument/2006/relationships/notesMaster" Target="/ppt/notesMasters/notesMaster1.xml" Id="R7b5229931b3846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7d144b7ff34fc1" /><Relationship Type="http://schemas.openxmlformats.org/officeDocument/2006/relationships/notesMaster" Target="/ppt/notesMasters/notesMaster1.xml" Id="R63945860176141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1a9144eac04a99" /><Relationship Type="http://schemas.openxmlformats.org/officeDocument/2006/relationships/notesMaster" Target="/ppt/notesMasters/notesMaster1.xml" Id="R82218204fde445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21cb49b40d49cb" /><Relationship Type="http://schemas.openxmlformats.org/officeDocument/2006/relationships/notesMaster" Target="/ppt/notesMasters/notesMaster1.xml" Id="R10f738db9b8348c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edc62cd90b466d" /><Relationship Type="http://schemas.openxmlformats.org/officeDocument/2006/relationships/notesMaster" Target="/ppt/notesMasters/notesMaster1.xml" Id="R49ee0d999a9e49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90e3e6fd7f4991" /><Relationship Type="http://schemas.openxmlformats.org/officeDocument/2006/relationships/notesMaster" Target="/ppt/notesMasters/notesMaster1.xml" Id="R29e810a285da42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0be7f0abb243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2ea7e372440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517146e13461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6741ad19a14d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ffbe98415645a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63228064e4f9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753d2fe876433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f550c8895459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7fb22eb2843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5272b502340a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53d90a4ff49c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957C14-670F-46D7-8B87-4CC0467905D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68D6137-98A1-4F60-A251-11A3913CEB2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A8C5CA-449E-4AD2-B479-90B8523DB5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C10442-61B6-4C4F-A423-0F35D39C5C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FA686EA-B2AD-4BA6-BFC4-008F99C01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12945D-023D-40D4-861D-409F3B436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8E58CD-33D9-492F-897F-B12E65D386D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08CB6B6-2333-4352-9A5B-2634859A6A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962E5D-B87B-491B-84AF-77D029ABFC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32B57D-D15C-4EF1-8D45-E0BA68DFC3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F1D4B5E-A03F-4DF4-9783-4E79D0FF1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A78208E-3D0F-4EDD-B454-6DCF36A8A6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238160-51C0-496E-BDC4-5621B2AC87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AD14A-3E9E-4A27-8693-9648F7FA40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B3FB06-9A1D-40E3-803F-95F421CC31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E4DBC3-68A1-4B5B-9955-FF2B27AB4A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285B51C-1B1D-4CF2-8F9B-E0D8C58FA89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69BF90E-904C-4E2D-BF8B-B960B06D02D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671CCC6-98EC-4962-B378-3B09E4BA9B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C17C45A-4471-4C5E-A12F-330DD11442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66D411D-AA13-462B-BBB5-EA282E8E39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2D7526-6045-4DD2-B335-5FB301C08F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F82FEA-1894-49C0-8A9C-0193435177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98A736-BC10-4040-B166-D17DB46165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CD77CBD-A9E0-4A1D-BA0C-E7D588873C7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0C63289-9C45-47A2-9C9C-793B532D05E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21D6B36-5C1E-4CBE-A9A3-ED0F7F3958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53E5973-9D0A-4D38-9ADD-73A007743E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E26B628-0794-4797-B1CA-E4A83F699B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899AF0-EF0A-44BC-82E1-739EAB9856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D9F2F0D-0315-43DD-94E4-B2DEFF0280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F1D1C02-FBD5-464D-BDC3-11F781ECA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9057F8-9255-4A2A-ABFC-EB62F7E95F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96CC8AF-B9B8-4888-867C-302B74E27B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38D2251-93A0-41EF-B84F-2D911F4910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EC508B6-EE10-489E-A3DB-0ABF4E0833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EFEECF-230E-4B83-BE6B-AF46D23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04C5D9D-36F5-4685-929C-56B174132C7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ED24B24-AF6B-44AF-9C39-75524047EA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FC42EAF-5111-4E76-8682-EC5294B86A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8F05F0-183A-4819-A44B-0FF1DF65C2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49B3241-06C8-4118-9AFD-59CC346F4A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870695-6AC9-4FB4-85C6-CD28FFD43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5DF0524-4F07-482B-9CBE-3D9A65DCF1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340798-E07C-40EA-BE06-CE74300FF49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68C2C7A-C783-4114-BAFE-63B2C053A7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447A56-B292-47D7-9B8D-79E81C7E8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36E96CE-F3BF-4F0F-9396-4425FA59F0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EF2F70-EAB4-4A7C-8ABC-511B7742CA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CB2996A-B160-4431-A568-21FCDF3DE7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F37750-D69D-4640-BE19-E1D25C7868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4C2D51-EBA4-4607-B4A1-0C8DD52A98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AB5916-40A5-47DF-BBF1-9F0BBFF90B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857F54E-BDF5-4451-BB84-3B040F4FA8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489C2EA-776D-4256-A3C2-5E3296C15B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5A0AE2-4865-4186-8A4C-111EC4A10E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1E557-4A00-4330-AFA6-B500E9E63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F04E28-0707-484F-91CB-AC50550612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d98956b0e84ad8" /><Relationship Type="http://schemas.openxmlformats.org/officeDocument/2006/relationships/slideLayout" Target="/ppt/slideLayouts/slideLayout1.xml" Id="R2c9e1d3c1ca94bf2" /><Relationship Type="http://schemas.openxmlformats.org/officeDocument/2006/relationships/slideLayout" Target="/ppt/slideLayouts/slideLayout2.xml" Id="R8f21fc178e4e486e" /><Relationship Type="http://schemas.openxmlformats.org/officeDocument/2006/relationships/slideLayout" Target="/ppt/slideLayouts/slideLayout3.xml" Id="Rb4a0ea070fd34842" /><Relationship Type="http://schemas.openxmlformats.org/officeDocument/2006/relationships/slideLayout" Target="/ppt/slideLayouts/slideLayout4.xml" Id="Re9dbcfe5a3be4eda" /><Relationship Type="http://schemas.openxmlformats.org/officeDocument/2006/relationships/slideLayout" Target="/ppt/slideLayouts/slideLayout5.xml" Id="Ra5a797ed88ed4c7d" /><Relationship Type="http://schemas.openxmlformats.org/officeDocument/2006/relationships/slideLayout" Target="/ppt/slideLayouts/slideLayout6.xml" Id="Re49b11345d1e4a53" /><Relationship Type="http://schemas.openxmlformats.org/officeDocument/2006/relationships/slideLayout" Target="/ppt/slideLayouts/slideLayout7.xml" Id="Ra07d9e840b3b4075" /><Relationship Type="http://schemas.openxmlformats.org/officeDocument/2006/relationships/slideLayout" Target="/ppt/slideLayouts/slideLayout8.xml" Id="R2e95faa8429e4e25" /><Relationship Type="http://schemas.openxmlformats.org/officeDocument/2006/relationships/slideLayout" Target="/ppt/slideLayouts/slideLayout9.xml" Id="Ra1252d046973425a" /><Relationship Type="http://schemas.openxmlformats.org/officeDocument/2006/relationships/slideLayout" Target="/ppt/slideLayouts/slideLayout10.xml" Id="R2d5427bc35134676" /><Relationship Type="http://schemas.openxmlformats.org/officeDocument/2006/relationships/slideLayout" Target="/ppt/slideLayouts/slideLayout11.xml" Id="R0b283c502908482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83F3319-40FD-4A28-9042-3A104DA67D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F0451B0-8B82-4A90-9EAA-2D436D0875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4CB029A-F10B-41B9-8AA4-683B9EBB169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862877-1D46-4840-AEAE-5DE1C21DE06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1F8C90-7554-4616-9E94-8C14E028837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9e1d3c1ca94bf2"/>
    <p:sldLayoutId xmlns:r="http://schemas.openxmlformats.org/officeDocument/2006/relationships" id="2147483650" r:id="R8f21fc178e4e486e"/>
    <p:sldLayoutId xmlns:r="http://schemas.openxmlformats.org/officeDocument/2006/relationships" id="2147483651" r:id="Rb4a0ea070fd34842"/>
    <p:sldLayoutId xmlns:r="http://schemas.openxmlformats.org/officeDocument/2006/relationships" id="2147483652" r:id="Re9dbcfe5a3be4eda"/>
    <p:sldLayoutId xmlns:r="http://schemas.openxmlformats.org/officeDocument/2006/relationships" id="2147483653" r:id="Ra5a797ed88ed4c7d"/>
    <p:sldLayoutId xmlns:r="http://schemas.openxmlformats.org/officeDocument/2006/relationships" id="2147483654" r:id="Re49b11345d1e4a53"/>
    <p:sldLayoutId xmlns:r="http://schemas.openxmlformats.org/officeDocument/2006/relationships" id="2147483655" r:id="Ra07d9e840b3b4075"/>
    <p:sldLayoutId xmlns:r="http://schemas.openxmlformats.org/officeDocument/2006/relationships" id="2147483656" r:id="R2e95faa8429e4e25"/>
    <p:sldLayoutId xmlns:r="http://schemas.openxmlformats.org/officeDocument/2006/relationships" id="2147483657" r:id="Ra1252d046973425a"/>
    <p:sldLayoutId xmlns:r="http://schemas.openxmlformats.org/officeDocument/2006/relationships" id="2147483658" r:id="R2d5427bc35134676"/>
    <p:sldLayoutId xmlns:r="http://schemas.openxmlformats.org/officeDocument/2006/relationships" id="2147483659" r:id="R0b283c502908482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3e1c08064142ae" /><Relationship Type="http://schemas.openxmlformats.org/officeDocument/2006/relationships/notesSlide" Target="/ppt/notesSlides/notesSlide1.xml" Id="R9eaa810ce00247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430e7dc21a4d2e" /><Relationship Type="http://schemas.openxmlformats.org/officeDocument/2006/relationships/notesSlide" Target="/ppt/notesSlides/notesSlide2.xml" Id="Rc487db24354142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82c35da1ce4499" /><Relationship Type="http://schemas.openxmlformats.org/officeDocument/2006/relationships/notesSlide" Target="/ppt/notesSlides/notesSlide3.xml" Id="R26fddad087034f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642b7e03744ca3" /><Relationship Type="http://schemas.openxmlformats.org/officeDocument/2006/relationships/notesSlide" Target="/ppt/notesSlides/notesSlide4.xml" Id="R9e2f3efa162e4b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64bc3641114fe2" /><Relationship Type="http://schemas.openxmlformats.org/officeDocument/2006/relationships/notesSlide" Target="/ppt/notesSlides/notesSlide5.xml" Id="R277a80304c414f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43ca684bf84d3d" /><Relationship Type="http://schemas.openxmlformats.org/officeDocument/2006/relationships/notesSlide" Target="/ppt/notesSlides/notesSlide6.xml" Id="Re1b44c6c31b44b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69625a13554ad5" /><Relationship Type="http://schemas.openxmlformats.org/officeDocument/2006/relationships/notesSlide" Target="/ppt/notesSlides/notesSlide7.xml" Id="Re894d3698b7d4e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5bb20e6d2d4c35" /><Relationship Type="http://schemas.openxmlformats.org/officeDocument/2006/relationships/notesSlide" Target="/ppt/notesSlides/notesSlide8.xml" Id="R188b464ad6464d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e8cdba0567414a" /><Relationship Type="http://schemas.openxmlformats.org/officeDocument/2006/relationships/notesSlide" Target="/ppt/notesSlides/notesSlide9.xml" Id="R2e4f93d84dc749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65f27df1af4e71" /><Relationship Type="http://schemas.openxmlformats.org/officeDocument/2006/relationships/notesSlide" Target="/ppt/notesSlides/notesSlide10.xml" Id="R7d2f2bd8fae242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0f1d4fca9c45c4" /><Relationship Type="http://schemas.openxmlformats.org/officeDocument/2006/relationships/notesSlide" Target="/ppt/notesSlides/notesSlide11.xml" Id="R4f7c98cacb5f46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f90ea7e3624ca1" /><Relationship Type="http://schemas.openxmlformats.org/officeDocument/2006/relationships/notesSlide" Target="/ppt/notesSlides/notesSlide12.xml" Id="R494fabc800ff4d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10B872-6DA3-4786-ACBD-61D6D5F3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7EA2C1D-79BB-4AE6-B4B6-F73D94C6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B86FA09-1686-465A-9244-4BA5A362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21CAB8B-12B0-4384-B3BA-DD997CF6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4AC0778-903B-4EA7-B889-5E02C71F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9AC3E29-03B4-4079-9037-0CB418AE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1523C46-0477-4230-996D-FFF323CC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CEC84C-1016-43E2-8803-DC7F6173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A90246-F9C8-4C1B-80B3-B978E373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45B86AF-B776-4B1A-8412-37147C4B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97C0F0-B18B-4644-A33E-AC00C934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88AA286-53C5-4C53-A233-37D0B051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4429851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705661-F757-4B98-BF2E-D36AAAD1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54198D-EE00-46F7-A692-881FB095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2DBC8C-D099-48A5-9CC9-3D8BCBC9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22E50ED-70C1-46DE-BAFB-846ECDCD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3CF508-90E0-4A59-87C2-68AA8499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C73A3D8-2991-483D-AB90-AF602201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85B75E3-AA9C-4CB0-811D-56FB446E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5F0765D-A44D-43A2-9C51-FE3B1715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4968CF8-A101-4E63-98AD-2296F603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FED347F-BA79-46A8-BC37-982B062AE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D85C838-D418-452E-AF6D-F3B4FE6F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3401667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25EF60-E642-4755-BD38-B68BF7A1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FACF81-B0B0-451C-870B-699708AE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9571D69-A964-4B46-B745-BB53C8B0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C6D6B91-01C0-476E-985C-0F65F151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8CB0C7-EAF1-4926-B313-C4BBCA47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431875-536D-4AD6-BA89-48B42258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88C0FF3-A601-4D4B-BD79-3A3D49D9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4BD65A7-F5F7-4DF2-8F24-A8E535B2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04B1B01-3B8B-4EE8-B6A1-4A5C9815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1EC5CF-171B-45A5-A003-DC389C1A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AA6203-14C9-4237-96F9-CB83343B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14337960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2487A3D-E058-4E3D-9165-EF2C9FAB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CCA2FD-0F56-4924-B6CE-8C0943B0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2B329DC-9ADA-44FF-9C3E-C7B8B755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9C61659-3651-4DD9-B0B0-72DB84DC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55B7E9-6B07-4D67-9707-750BCD22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FCDC9B4-CDB8-4536-931C-0D84AA42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20A7CDA-E8BE-4829-BE60-A174FE1F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177C048-0944-49A8-A955-8EA5B0DB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E2280F9-D657-487B-85C2-41BEDD20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98D8A2F-6618-4973-9938-05A14245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927CE73-B2EF-4441-9911-FA377679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4351D14-EFC6-4A85-93F6-CDD7F123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82DB478-998A-4B77-9368-B038AC64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111212-76C9-4181-B104-0EC847A4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9140BB6-2827-4FBC-B6EB-066A5C0E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DB3AF9F-CFC4-423D-AB57-1BA55BB0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CBF7DDC-ECAF-428D-9C6A-C381D7F6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B2C0172-C0EB-42BC-8870-AC09C0D8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074759A-3CEC-4618-BBCC-89706CD0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8362467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AC7267-08B0-4A81-89F1-5426D7C1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AE19E42-9C32-4449-BC57-99EE0ADE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D5F37D6-0FAE-459A-81DF-665B74F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D7CB4B-1234-40FE-96DD-9BE6B3B1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E1F7B41-ECB7-46A1-B330-C67D6FC1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68302E5-62E4-4636-922A-1B74601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64F2E72-E11B-4BC8-BAB2-BD3FE59A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31A9C9-BB1F-47EE-BA52-32E8DB21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A9A60FF-3BFD-47E2-8506-2F1F2F8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5F2789B-7395-42A4-A5F9-7A3484AB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393ECF9-BF82-4022-9089-28DDE0AA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08855226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46B059B-A376-4819-8EB7-F61B6E3A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50D58D-7738-487A-87BD-621373DA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EEC6D59-FCC6-45CF-B217-2F7AFD02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F841CF-7470-43E9-AAF9-3293188B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0A6F2BE-ACE6-4F8C-964C-8626B7A7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60817C-FC7C-47FB-8D41-8B7CFB60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1B5C81F-CF1A-406F-9B66-98CBAA84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F1331A-9D6A-4CC7-B765-83B4D4E7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A4A68DB-D0C9-4F1A-87B4-BF2893CD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A0F89FB-2B3C-4B23-B41D-F073C1DB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D7415-F714-4FEE-BA97-88E8D83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527558-70D0-495F-98EA-AC326FD3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F9C8B04-BF3A-4415-ADBA-C7317DED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45A1DF-9876-4691-AD9A-9021C5B6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6D695C5-2596-4EF1-AA7C-EFB53A6B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782440-9927-4166-BA04-44C13E2C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B37BCDC-1BCA-4648-883E-78F72D6B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98898A8-1F18-4ADB-8723-28B1B510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8AEF547-9C2C-46FA-9BB7-86F89051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58516457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B466B6-7E3B-418F-88A3-84E506D9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794156-DCA9-4312-A51A-B79DC63D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BB9F33-4CBA-4B83-90C8-805D144D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A1E794-162D-4935-944E-AF380214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063D1D-065B-4EFF-8333-C64B51F9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525BEC-EFB0-40DD-8E8C-8DCB2E5B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32D389-6EF4-4E4E-B151-869F9DDB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F683E69-60D4-42C6-9E24-68ABEDFD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2A0B7C5-0190-4464-A8C3-A960E2B9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B7B2870-1C5C-4E18-BA86-1C6C5F99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BBF761-D95B-47FD-BE65-A1CCC610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20200937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F8E051E-4BEE-4CD5-82E6-0907EF29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06E2D3-6BB6-4177-A79A-F643D574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6F69209-BB69-497F-AA10-BEA72BED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1C76DA-3CD4-4A33-9841-0A5D4C76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02C089-F4D9-4D25-BF13-0C1A6B04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7CAF89-85EB-4649-A834-63B087C2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D5D81A-CFC4-493F-8EF5-4DBD3336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42530061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E860D33-E4D2-401F-858C-4D2AF4AC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E3F5AF-9E61-4E03-B006-E83ED4F4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9B37EE-7F62-4E9B-A099-41FCA258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52430C-DDD0-4A55-931D-187FC94E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5DB16F-0D5D-4A35-B70E-1A718407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DD166F-1497-4F7E-828B-EBADA247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2436EC-130A-4903-9D2D-5F69B547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74357340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09E5AD-1496-4F96-B74F-FF6E780E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7B1F6C-5C42-42B9-A42C-BB623BBC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E5EC13-15DE-43AB-B771-842ABB3B3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F8F97B-30E6-48EE-B072-ECC42CC4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26921C3-0BC7-4716-BC50-6BC6F2B8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A03179-815E-4541-AE6A-FA848112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0EDDD5A-99E5-4A52-AF37-136408B5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3FFA1A-51A3-4A4B-96DD-FA35FB16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FF1DB7-92F7-46D5-B27E-652DA719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47BFEC9-B265-417A-80DE-199E60E7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B677B38-664F-4496-833D-FB1FDE8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ED49A3C-7687-4CAF-A7C1-9731F771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3554E65-03F7-4B4F-B534-242A2378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9FB2D86-38C6-4BB5-B678-0EEA2D88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92D6012-0292-4574-8AD1-C953C9C7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07C8412-1495-4922-B5C4-802598E8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6CFA00C-DCF2-43A7-BB1A-9A00EF92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75065F2-620B-4DA6-B448-68A0DF07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5053BC7-FBA3-4BC4-AEF3-B521C08F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7843F21-F097-49F0-8E98-2CF51828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7435DA5-3607-4A14-B816-4B8DFA6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B9DB356-362B-4A36-8B13-2DBDF8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4D2218B-839F-4A42-B294-DB7FF3BA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40553185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3FDAE3-FF84-4472-99FF-4F013A47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F6273D-C101-40D3-8E10-32821C8A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1FD703-322C-486B-970F-528DF6D6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9BE9DF-D2F2-409F-BA31-619E0341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80420AB-0E7C-4111-81CA-8CFBF25B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2026.07.23-12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373F09-0E67-4734-BF00-EF72B271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0818CB-7AD3-45DA-B91E-F46E48D5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5083488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CCB2C4-F0A0-489E-BD75-4BEB267D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DE7D88-8C89-420E-BC33-A6FDD811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45F4A7-A5FD-4852-AA30-2A132941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E8022E9-3194-40B3-A4E1-D9AEE496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2026.07.23-12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6A43D6-A06C-48D9-90B5-8163B7A2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79516000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2026-07-23T15:09:37.8700000Z</dcterms:created>
  <dcterms:modified xsi:type="dcterms:W3CDTF">2026-07-23T15:09:37.8700000Z</dcterms:modified>
</coreProperties>
</file>