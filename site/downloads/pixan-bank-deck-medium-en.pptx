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6ab7fc2c074733" /><Relationship Type="http://schemas.openxmlformats.org/officeDocument/2006/relationships/extended-properties" Target="/docProps/app.xml" Id="R16c2c53a8ad94b47" /><Relationship Type="http://schemas.openxmlformats.org/officeDocument/2006/relationships/officeDocument" Target="/ppt/presentation.xml" Id="R02111f34a1c943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26251a27db4f11"/>
  </p:sldMasterIdLst>
  <p:notesMasterIdLst>
    <p:notesMasterId xmlns:r="http://schemas.openxmlformats.org/officeDocument/2006/relationships" r:id="Rba86299c7fa94b0d"/>
  </p:notesMasterIdLst>
  <p:sldIdLst>
    <p:sldId xmlns:r="http://schemas.openxmlformats.org/officeDocument/2006/relationships" id="256" r:id="R436cf42aa2bc46f2"/>
    <p:sldId xmlns:r="http://schemas.openxmlformats.org/officeDocument/2006/relationships" id="257" r:id="R29422b23a91a45ef"/>
    <p:sldId xmlns:r="http://schemas.openxmlformats.org/officeDocument/2006/relationships" id="258" r:id="Re45f1c4c2ff44156"/>
    <p:sldId xmlns:r="http://schemas.openxmlformats.org/officeDocument/2006/relationships" id="259" r:id="Rad3725b86d3243fd"/>
    <p:sldId xmlns:r="http://schemas.openxmlformats.org/officeDocument/2006/relationships" id="260" r:id="R984a7f5960e14c23"/>
    <p:sldId xmlns:r="http://schemas.openxmlformats.org/officeDocument/2006/relationships" id="261" r:id="R76fee3072efa4ebf"/>
    <p:sldId xmlns:r="http://schemas.openxmlformats.org/officeDocument/2006/relationships" id="262" r:id="R21a00206b9e14782"/>
    <p:sldId xmlns:r="http://schemas.openxmlformats.org/officeDocument/2006/relationships" id="263" r:id="R56c8ff23dcca4e3b"/>
    <p:sldId xmlns:r="http://schemas.openxmlformats.org/officeDocument/2006/relationships" id="264" r:id="R16603375221a4981"/>
    <p:sldId xmlns:r="http://schemas.openxmlformats.org/officeDocument/2006/relationships" id="265" r:id="R3b23bc1fcd0e402b"/>
    <p:sldId xmlns:r="http://schemas.openxmlformats.org/officeDocument/2006/relationships" id="266" r:id="R926323f4bee843bc"/>
    <p:sldId xmlns:r="http://schemas.openxmlformats.org/officeDocument/2006/relationships" id="267" r:id="Rd4377e795e184c48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ff2546bfd84772" /><Relationship Type="http://schemas.openxmlformats.org/officeDocument/2006/relationships/slideMaster" Target="/ppt/slideMasters/slideMaster1.xml" Id="R7526251a27db4f11" /><Relationship Type="http://schemas.openxmlformats.org/officeDocument/2006/relationships/notesMaster" Target="/ppt/notesMasters/notesMaster1.xml" Id="Rba86299c7fa94b0d" /><Relationship Type="http://schemas.openxmlformats.org/officeDocument/2006/relationships/presProps" Target="/ppt/presProps.xml" Id="R4d210330c0594f77" /><Relationship Type="http://schemas.openxmlformats.org/officeDocument/2006/relationships/viewProps" Target="/ppt/viewProps.xml" Id="R1554639c9e9e4384" /><Relationship Type="http://schemas.openxmlformats.org/officeDocument/2006/relationships/tableStyles" Target="/ppt/tableStyles.xml" Id="R4510f1d154ee423d" /><Relationship Type="http://schemas.openxmlformats.org/officeDocument/2006/relationships/slide" Target="/ppt/slides/slide1.xml" Id="R436cf42aa2bc46f2" /><Relationship Type="http://schemas.openxmlformats.org/officeDocument/2006/relationships/slide" Target="/ppt/slides/slide2.xml" Id="R29422b23a91a45ef" /><Relationship Type="http://schemas.openxmlformats.org/officeDocument/2006/relationships/slide" Target="/ppt/slides/slide3.xml" Id="Re45f1c4c2ff44156" /><Relationship Type="http://schemas.openxmlformats.org/officeDocument/2006/relationships/slide" Target="/ppt/slides/slide4.xml" Id="Rad3725b86d3243fd" /><Relationship Type="http://schemas.openxmlformats.org/officeDocument/2006/relationships/slide" Target="/ppt/slides/slide5.xml" Id="R984a7f5960e14c23" /><Relationship Type="http://schemas.openxmlformats.org/officeDocument/2006/relationships/slide" Target="/ppt/slides/slide6.xml" Id="R76fee3072efa4ebf" /><Relationship Type="http://schemas.openxmlformats.org/officeDocument/2006/relationships/slide" Target="/ppt/slides/slide7.xml" Id="R21a00206b9e14782" /><Relationship Type="http://schemas.openxmlformats.org/officeDocument/2006/relationships/slide" Target="/ppt/slides/slide8.xml" Id="R56c8ff23dcca4e3b" /><Relationship Type="http://schemas.openxmlformats.org/officeDocument/2006/relationships/slide" Target="/ppt/slides/slide9.xml" Id="R16603375221a4981" /><Relationship Type="http://schemas.openxmlformats.org/officeDocument/2006/relationships/slide" Target="/ppt/slides/slide10.xml" Id="R3b23bc1fcd0e402b" /><Relationship Type="http://schemas.openxmlformats.org/officeDocument/2006/relationships/slide" Target="/ppt/slides/slide11.xml" Id="R926323f4bee843bc" /><Relationship Type="http://schemas.openxmlformats.org/officeDocument/2006/relationships/slide" Target="/ppt/slides/slide12.xml" Id="Rd4377e795e184c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a772a51f2e45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5d19e1bffe4995" /><Relationship Type="http://schemas.openxmlformats.org/officeDocument/2006/relationships/notesMaster" Target="/ppt/notesMasters/notesMaster1.xml" Id="Rd0649e5ba8d94f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af55a21a7d4a20" /><Relationship Type="http://schemas.openxmlformats.org/officeDocument/2006/relationships/notesMaster" Target="/ppt/notesMasters/notesMaster1.xml" Id="Re2f56a91b35146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9b1b3f345646dc" /><Relationship Type="http://schemas.openxmlformats.org/officeDocument/2006/relationships/notesMaster" Target="/ppt/notesMasters/notesMaster1.xml" Id="Rbced23cf2eb54c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6652325e6f47ca" /><Relationship Type="http://schemas.openxmlformats.org/officeDocument/2006/relationships/notesMaster" Target="/ppt/notesMasters/notesMaster1.xml" Id="Rc8bce35bab2b48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c0f5f18c414877" /><Relationship Type="http://schemas.openxmlformats.org/officeDocument/2006/relationships/notesMaster" Target="/ppt/notesMasters/notesMaster1.xml" Id="R4757362e79b54a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656512fa054a47" /><Relationship Type="http://schemas.openxmlformats.org/officeDocument/2006/relationships/notesMaster" Target="/ppt/notesMasters/notesMaster1.xml" Id="R1bf767b068f344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2eaad0afb84c2a" /><Relationship Type="http://schemas.openxmlformats.org/officeDocument/2006/relationships/notesMaster" Target="/ppt/notesMasters/notesMaster1.xml" Id="R593896b001c944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d7bc862b7d475f" /><Relationship Type="http://schemas.openxmlformats.org/officeDocument/2006/relationships/notesMaster" Target="/ppt/notesMasters/notesMaster1.xml" Id="Rce71a2ab0b5a4d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5aed788d3f4f83" /><Relationship Type="http://schemas.openxmlformats.org/officeDocument/2006/relationships/notesMaster" Target="/ppt/notesMasters/notesMaster1.xml" Id="Rc300d10732954b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0988495c1f4010" /><Relationship Type="http://schemas.openxmlformats.org/officeDocument/2006/relationships/notesMaster" Target="/ppt/notesMasters/notesMaster1.xml" Id="R5a01bc6b9d0b4b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4997728c3e48cd" /><Relationship Type="http://schemas.openxmlformats.org/officeDocument/2006/relationships/notesMaster" Target="/ppt/notesMasters/notesMaster1.xml" Id="Rfa3be904ce284d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b6b2130c624ce2" /><Relationship Type="http://schemas.openxmlformats.org/officeDocument/2006/relationships/notesMaster" Target="/ppt/notesMasters/notesMaster1.xml" Id="R2cb12ce803e543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0b13d2a4e4f3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067e0bce774c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84cdd3a7864c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00ba1c7ce443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5be7ff816945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007cf6b68547f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9e9a73a73c45a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26eda2b1c440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6892735de24ff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f0b7080139491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51104aa4d8482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BBFE7C-DBFA-470B-BB5E-365F06FA20F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F5F6946-4A14-4457-AEC8-423F984369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8D10F0-FD90-4D7C-8CBE-72CE793202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2BF74F-AD15-4FBE-BA9D-72428C00D5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996F79-7E29-48E3-B575-CEAFE14870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6D6B12-972F-4BF8-8986-537761FE90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711D23-046A-4393-A053-01E58F16CA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56A6D75-3147-44D6-9A35-F6100BA00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BA0E1E-00BF-45E5-A2FF-5E81F13CFC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7A503E-8156-425A-8032-5A84E62757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AF9A4E-73C5-4533-ABF7-DBD4C086E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559FC3-7A89-4ADD-9E6E-1974A0CF0A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BDEBBB-507F-4F32-B2EC-A9937B1F6D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A3805-8E7C-41CF-9919-6A015C97B7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D852A1-38CD-407B-9D80-C261691D06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BE63F5-11DC-4640-B8F3-2F4AB3775C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23A5-6E4F-4F4D-8759-519968AD86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5A32B0-C75C-40C4-800A-FCE07AC165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FB8BB0-2565-4B95-9229-F625542F0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68F1B1E-4AE4-41ED-935C-0323328908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ADCC5F-615D-405F-8CD5-C0584CA6F4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C4B6BD-A440-43B1-8869-D1E9A21DD3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52EDBEE-2592-4A22-BBF0-063F6A1D4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1D6DC3-5B4B-4157-9FB4-600A5AFA54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88A2D52-7098-4F32-B6B0-01A3D03D8A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B5D52EF-03CD-41AC-99A4-2F9C85529D4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32AA920-5003-4D7C-A44F-42F58F0265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6C8AAC-3B78-4CE8-91FE-3D0006DD45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E2600CD-856B-434D-ABBE-BFE6253E6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61D64F-B30D-4BA0-A21F-1CC15B7F74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2E158F-8BA7-4BF5-9F01-BBA401138B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65CC351-BB6A-45F4-9A61-AD47C3839F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5A4345A-30BF-4970-9DEF-8E73C73C6E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47E472B-D08E-4ED1-83FD-0672785E65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A3AC2B7-ABDD-4A54-9756-0C35EF52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F0F556-8B4C-4CD0-B4B9-CC03FD7750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80994E-4B99-409B-BBA2-37831CF053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854A9BB-C4A6-4486-8F3D-87FE7CCD30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2DADCC-DD06-4F54-9C47-33FEFADC5F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A4B98CF-CD53-47AC-B5F3-068434BCF3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7E2E31-69CC-4875-A695-E5633FB3CE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C8719C-E6E6-4BF4-A250-A02C0EA985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6FCF95-962D-48C7-87EA-7D09553CC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CE24CF6-E45D-4408-B992-D31A3B65653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3D3B57-72C4-456C-953F-500AB22D5D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81BAA7-DE87-479F-825C-02FFE2EFE8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341CB6-0185-4D11-8CA4-7921238619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D3F275-CF17-485B-B116-393F6D5710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EB391-6631-4CB3-8591-930E5C0A74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905449-0E7E-415D-9EBD-6EE1FE3E2D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5573B2-5444-40DD-84D7-B71F77C446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3900B-1CE5-4C71-A57F-D1E4442987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17155A-3263-4612-9FE6-C0458CE318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CAAE2FE-FA3E-4456-B901-6A0B25C1B1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FA47AE-7046-42BB-945F-C0729FB62D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BC7815-0188-4C93-9AC6-CBC8CA9791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4D1E8F-9B03-43FA-B3F4-23D5D31732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88F74F-C99F-4B1A-80EE-18F4A51DBE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b641b726a4425e" /><Relationship Type="http://schemas.openxmlformats.org/officeDocument/2006/relationships/slideLayout" Target="/ppt/slideLayouts/slideLayout1.xml" Id="R36a67585548742c2" /><Relationship Type="http://schemas.openxmlformats.org/officeDocument/2006/relationships/slideLayout" Target="/ppt/slideLayouts/slideLayout2.xml" Id="R4e76c1fd9b6e45d7" /><Relationship Type="http://schemas.openxmlformats.org/officeDocument/2006/relationships/slideLayout" Target="/ppt/slideLayouts/slideLayout3.xml" Id="Rc03bf58751224094" /><Relationship Type="http://schemas.openxmlformats.org/officeDocument/2006/relationships/slideLayout" Target="/ppt/slideLayouts/slideLayout4.xml" Id="R86fa4aa19d5f47cd" /><Relationship Type="http://schemas.openxmlformats.org/officeDocument/2006/relationships/slideLayout" Target="/ppt/slideLayouts/slideLayout5.xml" Id="Rb05b88ace2024790" /><Relationship Type="http://schemas.openxmlformats.org/officeDocument/2006/relationships/slideLayout" Target="/ppt/slideLayouts/slideLayout6.xml" Id="R6b9c8eb0b1ae44f3" /><Relationship Type="http://schemas.openxmlformats.org/officeDocument/2006/relationships/slideLayout" Target="/ppt/slideLayouts/slideLayout7.xml" Id="R3f289171080e4723" /><Relationship Type="http://schemas.openxmlformats.org/officeDocument/2006/relationships/slideLayout" Target="/ppt/slideLayouts/slideLayout8.xml" Id="R2ed6887c35144d5a" /><Relationship Type="http://schemas.openxmlformats.org/officeDocument/2006/relationships/slideLayout" Target="/ppt/slideLayouts/slideLayout9.xml" Id="R804b2b083d484efa" /><Relationship Type="http://schemas.openxmlformats.org/officeDocument/2006/relationships/slideLayout" Target="/ppt/slideLayouts/slideLayout10.xml" Id="R1d9ee90dd88d4571" /><Relationship Type="http://schemas.openxmlformats.org/officeDocument/2006/relationships/slideLayout" Target="/ppt/slideLayouts/slideLayout11.xml" Id="R6b52bc519f6d4fc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4465F11-837C-4EF2-8147-2C3F41FA98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DEF6D8-EA80-48DB-9CC0-EB20AEA553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5BB857-9D3C-4D42-82E2-ECA9C6FEAC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F0F6EB-056B-49A6-848B-C6D7F00F923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E769C4-7CCA-48D6-BA11-49DBD762DB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a67585548742c2"/>
    <p:sldLayoutId xmlns:r="http://schemas.openxmlformats.org/officeDocument/2006/relationships" id="2147483650" r:id="R4e76c1fd9b6e45d7"/>
    <p:sldLayoutId xmlns:r="http://schemas.openxmlformats.org/officeDocument/2006/relationships" id="2147483651" r:id="Rc03bf58751224094"/>
    <p:sldLayoutId xmlns:r="http://schemas.openxmlformats.org/officeDocument/2006/relationships" id="2147483652" r:id="R86fa4aa19d5f47cd"/>
    <p:sldLayoutId xmlns:r="http://schemas.openxmlformats.org/officeDocument/2006/relationships" id="2147483653" r:id="Rb05b88ace2024790"/>
    <p:sldLayoutId xmlns:r="http://schemas.openxmlformats.org/officeDocument/2006/relationships" id="2147483654" r:id="R6b9c8eb0b1ae44f3"/>
    <p:sldLayoutId xmlns:r="http://schemas.openxmlformats.org/officeDocument/2006/relationships" id="2147483655" r:id="R3f289171080e4723"/>
    <p:sldLayoutId xmlns:r="http://schemas.openxmlformats.org/officeDocument/2006/relationships" id="2147483656" r:id="R2ed6887c35144d5a"/>
    <p:sldLayoutId xmlns:r="http://schemas.openxmlformats.org/officeDocument/2006/relationships" id="2147483657" r:id="R804b2b083d484efa"/>
    <p:sldLayoutId xmlns:r="http://schemas.openxmlformats.org/officeDocument/2006/relationships" id="2147483658" r:id="R1d9ee90dd88d4571"/>
    <p:sldLayoutId xmlns:r="http://schemas.openxmlformats.org/officeDocument/2006/relationships" id="2147483659" r:id="R6b52bc519f6d4fc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908915a01f48f0" /><Relationship Type="http://schemas.openxmlformats.org/officeDocument/2006/relationships/notesSlide" Target="/ppt/notesSlides/notesSlide1.xml" Id="R494c8444538947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5435c3119b4d3e" /><Relationship Type="http://schemas.openxmlformats.org/officeDocument/2006/relationships/notesSlide" Target="/ppt/notesSlides/notesSlide2.xml" Id="Rf402370834f948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e765e357344a9b" /><Relationship Type="http://schemas.openxmlformats.org/officeDocument/2006/relationships/notesSlide" Target="/ppt/notesSlides/notesSlide3.xml" Id="R21887ed9c0a54c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abc550fadb4de0" /><Relationship Type="http://schemas.openxmlformats.org/officeDocument/2006/relationships/notesSlide" Target="/ppt/notesSlides/notesSlide4.xml" Id="Rfa8eaf0e76fb47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91dcf6f93441d4" /><Relationship Type="http://schemas.openxmlformats.org/officeDocument/2006/relationships/notesSlide" Target="/ppt/notesSlides/notesSlide5.xml" Id="Re2de6a1ccafb41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617bdafb354d7c" /><Relationship Type="http://schemas.openxmlformats.org/officeDocument/2006/relationships/notesSlide" Target="/ppt/notesSlides/notesSlide6.xml" Id="Rba1005b37e2847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ecd88776194500" /><Relationship Type="http://schemas.openxmlformats.org/officeDocument/2006/relationships/notesSlide" Target="/ppt/notesSlides/notesSlide7.xml" Id="R72819569db0b46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79540504824bfd" /><Relationship Type="http://schemas.openxmlformats.org/officeDocument/2006/relationships/notesSlide" Target="/ppt/notesSlides/notesSlide8.xml" Id="R00f1fc86811c47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381a0a46014bd6" /><Relationship Type="http://schemas.openxmlformats.org/officeDocument/2006/relationships/notesSlide" Target="/ppt/notesSlides/notesSlide9.xml" Id="Re682c8932d2347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00b375eed942ff" /><Relationship Type="http://schemas.openxmlformats.org/officeDocument/2006/relationships/notesSlide" Target="/ppt/notesSlides/notesSlide10.xml" Id="Rea7be80f6d9042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1e430543794e49" /><Relationship Type="http://schemas.openxmlformats.org/officeDocument/2006/relationships/notesSlide" Target="/ppt/notesSlides/notesSlide11.xml" Id="R40fae5c617ca47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f63987887d40d6" /><Relationship Type="http://schemas.openxmlformats.org/officeDocument/2006/relationships/notesSlide" Target="/ppt/notesSlides/notesSlide12.xml" Id="R1fdeed7a2be744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33313A9-8C61-45BD-A679-81A5BB82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D0CAC7-D42A-4246-BD02-044D22E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9A632E-D226-46D2-B3A3-DBEEE2F1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C3EA56-09CA-48D4-8497-54E82494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F2F06F-53FB-4A11-AA68-2C1D0EE3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D8DDBF-45CF-4A11-B058-E149E71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83C5A7C-D122-4FFC-A8CE-92735401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670456-9B08-4FC5-884E-EF27703C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4A8B76-B969-4DD0-BFC7-70DE3BC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338F63-93E3-4228-81BA-103F79FB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D0B23B-E8AB-49F7-ADFB-2D129F32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5ADC1E-83AB-4973-9F4E-0084D93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1548848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67A43E-5A61-491E-89A4-753A16D9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26E3E5-75BD-4DD2-AAA0-DED6F9F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86994F-1EEB-4B68-9969-99FB432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7CDB6-7735-42F9-A1D0-817A3B2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BD1525-2F1B-4225-9FD8-6D968A5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DF2B85-B855-4478-9777-5D005B5B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178739E-44DA-4924-9E48-8A32183C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15C51C-7765-436D-A60A-E71A7618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684253C-0552-499A-A904-E40E100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F361F45-7044-4CA8-A2DD-E5AA7FB7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110566-59EE-4419-8CC9-25ED6B71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0704931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001C6E-900B-407F-B474-12587BB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E185EB-68DA-4228-963A-0E73452F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E0E469-99AA-42DF-A082-9C8F87C2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5881EC-33F1-42E4-AEAE-AC281787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E42AD2-D7DB-4630-B582-64068804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E80CE9-20A2-4D49-9730-3A60CDFD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D01F8C-12D3-45B0-8CBC-5C8FF45F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018251-8853-4CE8-8A3C-DB974269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2055E6-0E50-4C10-9EB9-5EB1F237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BE42DFF-5C0C-4660-B833-37F5640F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3ABABF5-3C6B-4E87-8AB9-E2F6FCCF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5675071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9C23C0-7384-4161-8D4F-D3206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827838-98CE-46C8-9F31-BD2A44AE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D582B1-0B6A-4405-B9BE-305F80CE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75F675-CA63-4F0A-B17D-D9943C22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68C2CE-72F9-4D1A-81C0-61FE8EA2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ADAD7E-DC12-464D-AE6A-E89317C8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5BC6E2A-4A73-44A5-BBBE-618DFAD3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4858EA-D907-4C6B-B67F-8CE9CA44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6D662C-13EC-498B-AEFF-9CAE5F30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9F19166-6EF5-4FD3-B134-CADD53D0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04F7C9-F172-450C-AF2D-9FD065B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01F8E9-F47A-4F00-88EE-510BD2A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680A569-4346-4811-BF89-1748228D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F7F3D94-2E17-46E0-B9C3-A009FA02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10154F-74F7-4112-A39E-2D74E8C8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922B05-90B2-4C83-9D3F-B5EE7AFF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714CCF9-9132-4FA8-B021-59112934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C69826C-7708-4581-9DE8-4B8BE8E8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7DFBA14-95A8-492A-BDC4-9B73F52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6609213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6CE26A-56CA-4EB4-8FD1-607AAD93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B497AC-5EE1-449A-9336-ECBC46EF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4EA1D-2021-43A6-95AE-D0AC405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9D81A9-585B-46FB-9551-5DA9306E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B6F8DEA-9F9F-46FD-B354-B2F66437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D7AFEC-BD93-47E2-8585-058C0E68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497F52-738B-4F3E-ABB0-AD31C634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47237E-66E2-496B-A084-DF75CDF8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CFE299-1B49-451E-BDA9-3786264E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D639C6-5B05-48B2-8521-8F8ECB34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0BB94E-84B6-426C-B603-37079C55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7293504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251B6E-567D-464D-91EC-CC818B6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D37280-31C4-41C2-A347-794C51E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remains a range — not a single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FC4DED-36EE-48BC-BEA4-500B5549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EEFD81-A7EB-4EFE-8181-96A68C28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043428-E3C8-4EA4-9A0C-9A5A6E66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E1CEFF-C6D6-46B5-9510-E58A5775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37E6A4-9872-4AB5-8D87-FC008E8E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4EE265-DF59-492F-9AAE-402D335F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AC71B1-5CA8-4768-BEC5-0F1CEC59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56B7B6E-BC7B-4706-A68E-C512AB58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4B19AF-803E-49D7-848C-66012A20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859EE5-340B-45E2-9968-FFE97DB7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66804AA-5D23-41DF-BDE1-B712D6F5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F79686D-7671-47F3-B8DE-7B71F04C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10994E7-CBAB-4480-8582-459A2016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6C23826-0A80-455D-862D-348E01F1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77E487-9ACC-49B2-9EFF-15A73824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431A1FC-6A70-4B68-BDFF-A9334ADD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77332C2-C4F0-4277-B4D2-378810A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1216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NZ 2024: NZD 533.7–731.2m (≈EUR 298.5–408.9m; ECB 2024) is a supported model. FTC 2021: USD 2.763bn (≈EUR 2.336bn; ECB 2021) is manufacturer reporting. EU and commercial figures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3421308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2DD201-BB1E-4AA6-903D-8069E34C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8841C0-BBDA-4209-8916-80FA0873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E53A31A-0979-4EBF-B14E-C0C5E2C0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B60502-C357-403B-B3CF-BC6F7DDB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71EBB3-58D7-4092-931D-0A2156A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046C0D-CC03-490F-8C6C-7AB0512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845A80-8FA2-4B09-9ACE-64D253F1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1FBA63-92E2-4304-91E0-52E80D5A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F484F-7EB1-428A-B319-71894844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21F958-89D8-4238-B488-9E51DC19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709E45-9F06-4BC6-8A3D-CE1FBC8D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0860881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28F889-76C9-43DF-A985-4905321F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AE82B-51A4-494E-808F-A0159961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B4AE7F-7264-47F3-9393-F646E404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F03936-FCFD-478F-A7C0-2E1A801C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EC4B82-B246-41AC-8373-916177F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77794C-6899-45C2-B9D2-36A8136F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D34ABC-F449-40F8-8D99-8FDD874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0527087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E39133-FA70-481D-A709-D7F650C5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F4194-8D94-43AA-89AB-49709177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59D0FD-DC0D-40B8-88D7-82B40342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064590-C23E-4985-B9AF-A42F8620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BBE4B1-0270-420B-A628-E30AE04B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23BA76-D55A-43C1-B179-1C5D241E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routes from 7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F3F397-0DB9-4D36-9B7E-438558D9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41003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D5A351-87D5-4FC0-8C4E-AF27DA02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DF16A6-6735-461A-8CF2-DD6D7861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4F9F99-B660-497D-89AB-585E2B0A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8F04C8-0DC6-4B31-9B6D-1314443C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E5B3EE-F0EB-4001-982E-0E5DE9F6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436EB6-8026-4C4B-A7FD-A4A63D8F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62F44C-6DEB-4925-BEE2-AFD1F870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A66CC8-6216-404C-80A6-F2870100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46A864-467E-4542-82EB-4FD9ED80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7B3E55-4840-45AF-A469-B69553D0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B6CFC91-F9AC-4295-A6BE-3ED4C3D0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02EDA-CF60-4E81-847C-60FE9801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AD15083-27F4-476A-9FA4-1C0F7C41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99C5490-1317-48C7-B946-7467C1DA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B3FDE2C-B09D-4AFA-94FA-16DB5A29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8C1ED0-982F-4BDE-84E5-9DFAC1D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887F29E-C434-415B-8879-3BF38E73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BCFA66-0DA3-483B-84C5-1FC53575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306ECA0-90E7-4A46-873E-26BAC25C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6F88424-872A-45FD-82BB-250164F2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FCA070D-90EA-462B-A7EB-04DAFE72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CED04BC-19DF-4720-AEF6-3FD9869D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2454E64-C7FE-478A-9870-9CF14CF6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32652215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C9FF91-E197-46A2-ADD7-E9610F3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7D8C65-E0B4-49B2-99A8-AA09061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B1C45C-EA35-45B3-A6F3-668A1E6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E10D64-8E9D-4DBC-A986-1AFC86E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9303A9-DDC6-423D-80DA-AA3A9C83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359D59-9144-49B7-9007-E086CCCC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retail-value donors; 5 candidates remain outside the D1–D10 gate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94190B-4748-4B21-B94A-47358E00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167385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935346-65F8-40EF-96B5-5BCD4F00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745E78-C693-454C-8CCD-F4F95F61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56030F-8591-467A-8E4B-451B1B7B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BEFC98-2B6A-44AA-833B-A57B36CA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2026.07.24-18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CA37-63A1-4AFB-B100-8257B2DB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61269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2026-07-24T09:17:45.5040000Z</dcterms:created>
  <dcterms:modified xsi:type="dcterms:W3CDTF">2026-07-24T09:17:45.5040000Z</dcterms:modified>
</coreProperties>
</file>