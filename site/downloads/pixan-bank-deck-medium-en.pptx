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cd339afc8594473" /><Relationship Type="http://schemas.openxmlformats.org/officeDocument/2006/relationships/extended-properties" Target="/docProps/app.xml" Id="Rcf109fe5b33345a3" /><Relationship Type="http://schemas.openxmlformats.org/officeDocument/2006/relationships/officeDocument" Target="/ppt/presentation.xml" Id="Rab4fc4d228e04f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72a078aae6475b"/>
  </p:sldMasterIdLst>
  <p:notesMasterIdLst>
    <p:notesMasterId xmlns:r="http://schemas.openxmlformats.org/officeDocument/2006/relationships" r:id="R9906e3eafea844e7"/>
  </p:notesMasterIdLst>
  <p:sldIdLst>
    <p:sldId xmlns:r="http://schemas.openxmlformats.org/officeDocument/2006/relationships" id="256" r:id="Rdae40e627dcb4b72"/>
    <p:sldId xmlns:r="http://schemas.openxmlformats.org/officeDocument/2006/relationships" id="257" r:id="R8028ea888cc0431f"/>
    <p:sldId xmlns:r="http://schemas.openxmlformats.org/officeDocument/2006/relationships" id="258" r:id="R96dbb29a4d9b491a"/>
    <p:sldId xmlns:r="http://schemas.openxmlformats.org/officeDocument/2006/relationships" id="259" r:id="R838ee3d0112e4a84"/>
    <p:sldId xmlns:r="http://schemas.openxmlformats.org/officeDocument/2006/relationships" id="260" r:id="R3032441c9c2b4bb6"/>
    <p:sldId xmlns:r="http://schemas.openxmlformats.org/officeDocument/2006/relationships" id="261" r:id="Re26793f90ab248ae"/>
    <p:sldId xmlns:r="http://schemas.openxmlformats.org/officeDocument/2006/relationships" id="262" r:id="Rdc53cb24ac2a4878"/>
    <p:sldId xmlns:r="http://schemas.openxmlformats.org/officeDocument/2006/relationships" id="263" r:id="R58962bee56764dcf"/>
    <p:sldId xmlns:r="http://schemas.openxmlformats.org/officeDocument/2006/relationships" id="264" r:id="Rdbc8267e539748a7"/>
    <p:sldId xmlns:r="http://schemas.openxmlformats.org/officeDocument/2006/relationships" id="265" r:id="R263da803369244fd"/>
    <p:sldId xmlns:r="http://schemas.openxmlformats.org/officeDocument/2006/relationships" id="266" r:id="Rde138ce8a78d45d8"/>
    <p:sldId xmlns:r="http://schemas.openxmlformats.org/officeDocument/2006/relationships" id="267" r:id="R03bcebeefe9f4052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fb5c6fca6e4694" /><Relationship Type="http://schemas.openxmlformats.org/officeDocument/2006/relationships/slideMaster" Target="/ppt/slideMasters/slideMaster1.xml" Id="R8872a078aae6475b" /><Relationship Type="http://schemas.openxmlformats.org/officeDocument/2006/relationships/notesMaster" Target="/ppt/notesMasters/notesMaster1.xml" Id="R9906e3eafea844e7" /><Relationship Type="http://schemas.openxmlformats.org/officeDocument/2006/relationships/presProps" Target="/ppt/presProps.xml" Id="Rf02181f0794c4b2f" /><Relationship Type="http://schemas.openxmlformats.org/officeDocument/2006/relationships/viewProps" Target="/ppt/viewProps.xml" Id="R0b731a1cf7b74b95" /><Relationship Type="http://schemas.openxmlformats.org/officeDocument/2006/relationships/tableStyles" Target="/ppt/tableStyles.xml" Id="R0ab01e2042ed4664" /><Relationship Type="http://schemas.openxmlformats.org/officeDocument/2006/relationships/slide" Target="/ppt/slides/slide1.xml" Id="Rdae40e627dcb4b72" /><Relationship Type="http://schemas.openxmlformats.org/officeDocument/2006/relationships/slide" Target="/ppt/slides/slide2.xml" Id="R8028ea888cc0431f" /><Relationship Type="http://schemas.openxmlformats.org/officeDocument/2006/relationships/slide" Target="/ppt/slides/slide3.xml" Id="R96dbb29a4d9b491a" /><Relationship Type="http://schemas.openxmlformats.org/officeDocument/2006/relationships/slide" Target="/ppt/slides/slide4.xml" Id="R838ee3d0112e4a84" /><Relationship Type="http://schemas.openxmlformats.org/officeDocument/2006/relationships/slide" Target="/ppt/slides/slide5.xml" Id="R3032441c9c2b4bb6" /><Relationship Type="http://schemas.openxmlformats.org/officeDocument/2006/relationships/slide" Target="/ppt/slides/slide6.xml" Id="Re26793f90ab248ae" /><Relationship Type="http://schemas.openxmlformats.org/officeDocument/2006/relationships/slide" Target="/ppt/slides/slide7.xml" Id="Rdc53cb24ac2a4878" /><Relationship Type="http://schemas.openxmlformats.org/officeDocument/2006/relationships/slide" Target="/ppt/slides/slide8.xml" Id="R58962bee56764dcf" /><Relationship Type="http://schemas.openxmlformats.org/officeDocument/2006/relationships/slide" Target="/ppt/slides/slide9.xml" Id="Rdbc8267e539748a7" /><Relationship Type="http://schemas.openxmlformats.org/officeDocument/2006/relationships/slide" Target="/ppt/slides/slide10.xml" Id="R263da803369244fd" /><Relationship Type="http://schemas.openxmlformats.org/officeDocument/2006/relationships/slide" Target="/ppt/slides/slide11.xml" Id="Rde138ce8a78d45d8" /><Relationship Type="http://schemas.openxmlformats.org/officeDocument/2006/relationships/slide" Target="/ppt/slides/slide12.xml" Id="R03bcebeefe9f40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a3cdec71d5450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da0c1af9304655" /><Relationship Type="http://schemas.openxmlformats.org/officeDocument/2006/relationships/notesMaster" Target="/ppt/notesMasters/notesMaster1.xml" Id="Rcc0812405a5848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1ab6c9eaa04057" /><Relationship Type="http://schemas.openxmlformats.org/officeDocument/2006/relationships/notesMaster" Target="/ppt/notesMasters/notesMaster1.xml" Id="R475c513b63d048c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c413cf6d3f44fa6" /><Relationship Type="http://schemas.openxmlformats.org/officeDocument/2006/relationships/notesMaster" Target="/ppt/notesMasters/notesMaster1.xml" Id="Rdf25448ff0e341e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6517149152f4dcf" /><Relationship Type="http://schemas.openxmlformats.org/officeDocument/2006/relationships/notesMaster" Target="/ppt/notesMasters/notesMaster1.xml" Id="R273716c99e614b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47051cf2ef40d9" /><Relationship Type="http://schemas.openxmlformats.org/officeDocument/2006/relationships/notesMaster" Target="/ppt/notesMasters/notesMaster1.xml" Id="Rab98cec15c6e4e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c35e1cccfc4086" /><Relationship Type="http://schemas.openxmlformats.org/officeDocument/2006/relationships/notesMaster" Target="/ppt/notesMasters/notesMaster1.xml" Id="Rd2c68c8dd37f45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ff5428f81ae44ab" /><Relationship Type="http://schemas.openxmlformats.org/officeDocument/2006/relationships/notesMaster" Target="/ppt/notesMasters/notesMaster1.xml" Id="Rbcb68334231c46e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33eda1a0c6149a8" /><Relationship Type="http://schemas.openxmlformats.org/officeDocument/2006/relationships/notesMaster" Target="/ppt/notesMasters/notesMaster1.xml" Id="R783af0190ea94dd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91427cc0694eb8" /><Relationship Type="http://schemas.openxmlformats.org/officeDocument/2006/relationships/notesMaster" Target="/ppt/notesMasters/notesMaster1.xml" Id="Rfac72ee99efd4ba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bd12f782f7447ff" /><Relationship Type="http://schemas.openxmlformats.org/officeDocument/2006/relationships/notesMaster" Target="/ppt/notesMasters/notesMaster1.xml" Id="Rb2a6b075b7ba442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ffd3fe265848f9" /><Relationship Type="http://schemas.openxmlformats.org/officeDocument/2006/relationships/notesMaster" Target="/ppt/notesMasters/notesMaster1.xml" Id="R2c83cc61c99340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64939bf90643cf" /><Relationship Type="http://schemas.openxmlformats.org/officeDocument/2006/relationships/notesMaster" Target="/ppt/notesMasters/notesMaster1.xml" Id="R58914f59d7db4b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64c932d48440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9441bfd4df499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1a6167b155483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d43dc08dac4fd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68a5e44b5d46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fcb516a5a14057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678c6532e34fa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d3e3a854b047c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f39c7319104db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4dc213426c4ec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51deab99a14c5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490DDE1-634D-4BFE-ACB2-18A8CAAFDC3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95C0DFC-B17A-45D9-A5E7-490527A2CE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CFE3173-59A6-4BDA-92AC-9EFD3135E7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AA5D2A1-5377-44C3-8BAD-2908AAD7EE2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AC15AB9-49F6-4E7E-BF2A-7131C845E3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ADDCC78-8A5C-4772-A4E6-DD4FDF5DCB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3A97F67-E429-4580-BCD5-000403A3736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0B0C90D-030F-455C-9DA8-419D63D0F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0242C0-B67C-4D0B-B0B9-7E15C0A4D9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49018B-A45F-4BA3-859A-A571F3018F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AFF59A-2E4E-42A5-9506-2862EFF443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3601EF-7DEF-4B00-9716-585E85C41D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F468635-3AF1-4168-BA93-5742EA7A12D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C12112-B2F9-4696-B25A-723C14C15D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E33A3AC-88A9-4C5D-BE53-2153936886B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72B8943-0F37-4313-865E-ABD2D19B82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1377A7C-7BE5-483B-9C6F-B2CF70D67AF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B2E5AE2-2D8F-4E5D-AEA5-35E72489F96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A4E7261-FC06-43DE-A301-E27FDB27E9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208F93-C165-4AE8-8254-85ACC1234A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FD7CE85-A6A5-486D-BA17-DFBA19E75F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79727C-7030-422A-8DF1-383DFF526D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3745078-E4DE-466F-B2F7-6211A43F0DA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3EDEBB9-9204-469D-9E50-ED1A9018547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7ADD1BA-D505-45BF-BC23-032F8CB8E3E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ADBC6AD-5690-4921-86B9-DE5E752D955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D79DB571-E11F-43BD-ACB7-CDBD54A207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0D79937-9D7A-4F69-93C3-0BBBE812BA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081EBD8-AFCD-4C8D-B559-39CAF78099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3FA65A-6157-4E7E-8BB6-7254D70F4C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1B0B8AE-A77F-4DF1-9053-AF6897F673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7C07E76F-E0A1-40B8-B690-1F42D79B98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E3A39EC-E1E1-4E6D-9EE8-013D6A0670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D340CB40-A44E-42F6-A896-3F9053E7194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E5AA2A8-3DDB-46DA-BBDC-D4B2CBCF00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44B2CDA-6926-415E-A84B-648962EDD6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6E53B29-383B-494C-ADE8-4EF7D409A7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E70AE0-1EC2-4B0B-B353-FE3E6BD4FBF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5789093-9FF1-4C57-927E-F8C3AA0B2D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816FB5-46E8-46A4-8EC7-D134CA0A3DF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090C6D8-8935-498F-9710-691E3CED3F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E37F279-EA8B-46D8-9B2B-F3579B9F25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B70F6CF-2359-42F6-B0F8-86E474A637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67A0BA-0B90-4EDE-A65A-7A50A506C84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2014CE4-AF00-4F7D-9FD9-EB414BF0960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9A782B6-D89E-44A8-9670-45BE9C971B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B660529-AFB9-4332-92A1-7BAFA3064DA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779D24-9D3A-41FE-867F-09D648BE3E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A70C24F-4522-40CD-B320-901F0FBB2A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B928B-565E-481D-B1B4-35EC758AE7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2D405DF-69DD-4A83-BFC6-D628BEFB46B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4EF3587-E40E-4493-895D-2926133281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A145117-FBF2-496F-8E7C-0E2A1EC5E0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5E421B21-A706-4EC2-A006-E6A1F87CAC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D5673B6-DF07-4769-862E-14BE92D23E2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BEAC75-5DE4-4F36-8431-1377DA284AE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D7FAA92-BF05-48FF-B49D-046DE82E0B9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8AE522-2434-485B-BF92-6967BC1791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32b709a4254e35" /><Relationship Type="http://schemas.openxmlformats.org/officeDocument/2006/relationships/slideLayout" Target="/ppt/slideLayouts/slideLayout1.xml" Id="Rb97f598ddda14e36" /><Relationship Type="http://schemas.openxmlformats.org/officeDocument/2006/relationships/slideLayout" Target="/ppt/slideLayouts/slideLayout2.xml" Id="R9aa6838e3b214905" /><Relationship Type="http://schemas.openxmlformats.org/officeDocument/2006/relationships/slideLayout" Target="/ppt/slideLayouts/slideLayout3.xml" Id="R757e1e8d5de144de" /><Relationship Type="http://schemas.openxmlformats.org/officeDocument/2006/relationships/slideLayout" Target="/ppt/slideLayouts/slideLayout4.xml" Id="R9017ee44000d4501" /><Relationship Type="http://schemas.openxmlformats.org/officeDocument/2006/relationships/slideLayout" Target="/ppt/slideLayouts/slideLayout5.xml" Id="R6a44c15d9aa042c8" /><Relationship Type="http://schemas.openxmlformats.org/officeDocument/2006/relationships/slideLayout" Target="/ppt/slideLayouts/slideLayout6.xml" Id="R4a03000df729458f" /><Relationship Type="http://schemas.openxmlformats.org/officeDocument/2006/relationships/slideLayout" Target="/ppt/slideLayouts/slideLayout7.xml" Id="Refc51bd0aae14f7a" /><Relationship Type="http://schemas.openxmlformats.org/officeDocument/2006/relationships/slideLayout" Target="/ppt/slideLayouts/slideLayout8.xml" Id="R53af6b452429480b" /><Relationship Type="http://schemas.openxmlformats.org/officeDocument/2006/relationships/slideLayout" Target="/ppt/slideLayouts/slideLayout9.xml" Id="R6729639de2fe4094" /><Relationship Type="http://schemas.openxmlformats.org/officeDocument/2006/relationships/slideLayout" Target="/ppt/slideLayouts/slideLayout10.xml" Id="R7626a200fe25443e" /><Relationship Type="http://schemas.openxmlformats.org/officeDocument/2006/relationships/slideLayout" Target="/ppt/slideLayouts/slideLayout11.xml" Id="R880e9ed49297441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26A4C47-161B-4DB6-94E0-5415A172588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823DAF-7EF3-4E7C-A5C6-B0977797775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2A1EF51-BB44-4359-A958-984134C0D3A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1A30E0-3D5B-497D-8131-F28E05A35FE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3730456-6B97-4669-84CD-6509C476522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7f598ddda14e36"/>
    <p:sldLayoutId xmlns:r="http://schemas.openxmlformats.org/officeDocument/2006/relationships" id="2147483650" r:id="R9aa6838e3b214905"/>
    <p:sldLayoutId xmlns:r="http://schemas.openxmlformats.org/officeDocument/2006/relationships" id="2147483651" r:id="R757e1e8d5de144de"/>
    <p:sldLayoutId xmlns:r="http://schemas.openxmlformats.org/officeDocument/2006/relationships" id="2147483652" r:id="R9017ee44000d4501"/>
    <p:sldLayoutId xmlns:r="http://schemas.openxmlformats.org/officeDocument/2006/relationships" id="2147483653" r:id="R6a44c15d9aa042c8"/>
    <p:sldLayoutId xmlns:r="http://schemas.openxmlformats.org/officeDocument/2006/relationships" id="2147483654" r:id="R4a03000df729458f"/>
    <p:sldLayoutId xmlns:r="http://schemas.openxmlformats.org/officeDocument/2006/relationships" id="2147483655" r:id="Refc51bd0aae14f7a"/>
    <p:sldLayoutId xmlns:r="http://schemas.openxmlformats.org/officeDocument/2006/relationships" id="2147483656" r:id="R53af6b452429480b"/>
    <p:sldLayoutId xmlns:r="http://schemas.openxmlformats.org/officeDocument/2006/relationships" id="2147483657" r:id="R6729639de2fe4094"/>
    <p:sldLayoutId xmlns:r="http://schemas.openxmlformats.org/officeDocument/2006/relationships" id="2147483658" r:id="R7626a200fe25443e"/>
    <p:sldLayoutId xmlns:r="http://schemas.openxmlformats.org/officeDocument/2006/relationships" id="2147483659" r:id="R880e9ed492974410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d336f358e4474e" /><Relationship Type="http://schemas.openxmlformats.org/officeDocument/2006/relationships/notesSlide" Target="/ppt/notesSlides/notesSlide1.xml" Id="R29b821846a634a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35c10152524ce1" /><Relationship Type="http://schemas.openxmlformats.org/officeDocument/2006/relationships/notesSlide" Target="/ppt/notesSlides/notesSlide2.xml" Id="R5067535e8ef144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1c6c26ff8f47f5" /><Relationship Type="http://schemas.openxmlformats.org/officeDocument/2006/relationships/notesSlide" Target="/ppt/notesSlides/notesSlide3.xml" Id="R41e50462035b4d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93a67cc2f548bf" /><Relationship Type="http://schemas.openxmlformats.org/officeDocument/2006/relationships/notesSlide" Target="/ppt/notesSlides/notesSlide4.xml" Id="R6e4aa213a3e5469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11e0720b80641db" /><Relationship Type="http://schemas.openxmlformats.org/officeDocument/2006/relationships/notesSlide" Target="/ppt/notesSlides/notesSlide5.xml" Id="Ra0e1e46dfdc74f0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8cd8d454daa445e" /><Relationship Type="http://schemas.openxmlformats.org/officeDocument/2006/relationships/notesSlide" Target="/ppt/notesSlides/notesSlide6.xml" Id="R94765bfdb3a64f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5d485b538447d9" /><Relationship Type="http://schemas.openxmlformats.org/officeDocument/2006/relationships/notesSlide" Target="/ppt/notesSlides/notesSlide7.xml" Id="Rf778fce58d984fe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0d6094d36b47a2" /><Relationship Type="http://schemas.openxmlformats.org/officeDocument/2006/relationships/notesSlide" Target="/ppt/notesSlides/notesSlide8.xml" Id="R64be7d18a68c4d6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1f367a0519414d" /><Relationship Type="http://schemas.openxmlformats.org/officeDocument/2006/relationships/notesSlide" Target="/ppt/notesSlides/notesSlide9.xml" Id="Ra8568f1f26934e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b8995a40164e11" /><Relationship Type="http://schemas.openxmlformats.org/officeDocument/2006/relationships/notesSlide" Target="/ppt/notesSlides/notesSlide10.xml" Id="R27ee3c8a7df14b2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df40132f3a49d7" /><Relationship Type="http://schemas.openxmlformats.org/officeDocument/2006/relationships/notesSlide" Target="/ppt/notesSlides/notesSlide11.xml" Id="Rac74b099a071487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418a927c8044c4" /><Relationship Type="http://schemas.openxmlformats.org/officeDocument/2006/relationships/notesSlide" Target="/ppt/notesSlides/notesSlide12.xml" Id="R995c2f01e6ea41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62D8198-D8DB-4474-A5C1-3DF6F44D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FA1AA0-32C2-4D3F-87C4-CBE4839C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F4D3F4B-5645-4EB1-9A1E-FBB28376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6730E36-569C-48E2-8544-7BF4CFA8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68158E07-89DB-4DE7-86D4-4932CB228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75DBE5A-9DCB-4792-A345-4214E65A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A979EB6-B654-4BB1-A52D-5A47E80C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9DAF9D7-D7C6-4108-914C-49CAE06F6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4FE5C2B-6C80-40EB-A1B0-40D8F9F5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C159203-EB2C-4A46-915C-D2AED7B1E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4CC5207-358F-42BA-A6AF-671CB3F6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CD166D1-6CD5-4B78-9064-AA5C282DE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156465515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B0487CB-155F-47CC-B5F8-93D3436C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D1B37CA-3A0C-4CC0-A8B9-D793692D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25CA9AA-9AD5-425B-9EC2-6BD1962B8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F023F9F-9EA7-4BCD-8D63-B236A4609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52A79ED-AC89-43F7-B405-95F0A1E8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CA0E67B-01F2-45CA-99B4-98E88748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2C818B2-FEE0-44D9-AC5E-D8030019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9F79D12-07BB-4A20-9B94-FE8D1196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46AD862-27E9-403B-B8F5-F98A9812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08D359B-CA93-406B-AE55-B2BA4055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3C01602-3557-411D-80E4-7B7E82896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6992958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64333E2-A12B-4C06-A5B5-329BF9E3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5BB24FC-0233-4FEB-B486-00EB9B22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AFEC4C4-A7EC-461E-993C-E5DB8006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6F06C93-DFD8-41C4-8EDC-FF4AC826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BC6DFC1-4C8E-4258-B423-552FECEBD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3897421-7398-433E-944A-9330C650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53F35F6-4272-4F0D-A60F-CD0F06CD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66219BC-F34A-4D3E-9F5D-6236A3F10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F719F46-2CFA-41F0-B4C1-6C8313E26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3A7D36A-55B9-4A60-89D5-3FD35E1A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145ED39-A891-4204-8AAB-5F7A6443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17029616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A94DABC-200A-47BC-809A-7253F3BF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73CBF8-292A-4BAE-8575-0A3FC826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62F88D9-F4EE-49C3-A1EC-B1D18905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A310CE4-5C85-4289-B739-05CFA381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DB6D613-9F00-4C9B-91ED-3B0F8EDF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B31023-3C07-4B51-97E8-FEEE7C0C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6F90FFA-A0F5-4F87-A82D-2C1DC62B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B364910-BBFD-41C7-9D22-A5685DEA3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25166CA-F069-4CFF-8B9B-04F329AB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FE4274D-65E9-4332-89F5-63ADD72C5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FF9401D-4670-4C3C-BC91-BF337C56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933A338-02DB-4908-85A2-F440F4C3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C768663-5B9E-4B01-B393-F4AF1A279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70A9670-9748-4367-B063-F56AF61DB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6F6CFE8-4DB7-4EA0-9AEE-452728E9C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09FDED3C-8D25-4B3A-86E5-434D8A8A7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8D2665E-7DF5-4B44-BDB0-3895BBD6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181E294-63BF-4714-AD4C-3E350B4A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B41909E-9E07-4489-8640-E0A550F53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87274963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33DAA06-AC6D-414B-91C0-398F31BE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45BEB42-3A77-425A-A7A9-508927A46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FF4816-9B9C-498B-894D-07DF6A21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46E653-990C-4DA1-BA2D-79352C515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06E7A5-2836-4A10-A81D-C3EBCF70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3357E9C-03AB-4709-98BC-227FF47C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C4F8C7C-19A8-4424-B9D9-FF4810E5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67F2B17-DE81-4664-9C8A-902999623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AAFE00F-863D-4EB3-A6A8-2361FBA3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51DB12B-3A2D-4448-BFB0-0BCE5FFF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8CC60ED-8F0E-4A88-9114-7DE4C9B9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13610285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A2D9188-AC37-49AB-9BED-AAB521DBC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D809C50-F3E4-4859-A119-4F3E7FB35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20D7629-F0B6-4815-9A09-1F23E0D3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2FF92FD-34F1-4719-A8F4-6AE573E2B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B110E9-2114-4A37-9E43-22FA31C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65C3FA7-6D2E-460D-944C-65B4131A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51B201C-7596-4F50-97DD-365C8AA22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800125-E119-44CC-8A25-7AAE86B0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285CC05-DF62-4F49-849B-E4A6BCEA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393042C-422D-46DF-96BB-AEF7EFD48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7D3BEDE-A735-40D1-B2B8-F8A38A9A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72D2D7-1117-4D76-BF35-F2E421EF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AFD61D0-3197-4B13-9B26-C2FEFA345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276609-CE2F-4FAE-ADDE-99F5C279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A5F2A49-EFD7-410E-801B-E89C56CB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C1BF362-6C10-4C91-A48B-BC6BB9F2D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8DCBB40-37F0-4E38-AE9E-90D0B0008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6B4E986-D083-42DB-ABFD-7C73C9383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B8D7A5A-37AC-4E52-81BE-FA0FD62C4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10772004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333AF83-097A-4514-89A9-724C4FCBA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F0CAD53-0E86-464D-A2DC-3DBAB8D7E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CD092D5-5A18-46B7-9115-F499246DA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BF714A9-2F13-4918-86CF-45B40167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257CB4-908A-45F4-8DEF-AE1CEA50E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8B92C77-E06B-42C0-8DCC-D6B217455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E81E153-365C-411B-9F90-DC1762AE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2B37342-D3AA-454E-ACC8-AD805C0F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8213792-13B5-4AA4-AEF4-B2D85F12E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34E6A5-4807-45C5-AFF1-A5E4FE6C2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FB25343-6A52-4C2B-B757-25F3C5E37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10145538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AC8152B-3105-4812-A556-ABE10AC4B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1346E62-A451-4818-BD1F-4D2EE158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D567E0-A90C-4C0A-99EE-C2DDBB4D4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D098A03-3B5E-4E4C-AD70-1C453D7B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9FF924F-3113-4A1C-A985-D41848A1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5A620A2-55CC-4464-B689-B1C275A20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00FAA96-CA23-41FE-9B1C-4467B45C8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87685199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A6152D2-E258-4E8A-909F-8740A4508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973F7BB-0722-49DE-8D6A-CCD5B4B5E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FE1CAE3-AA84-46D0-9E8B-A5EC4B7F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F7AA65-D8F6-44A7-9ECE-66538CCE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369AD5-7231-4754-B32B-5C40372A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CE6921-2D26-4056-8E83-AC2F4238D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840E20F-3DFB-4998-8184-E893DA787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47970999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A99D455-4F11-4E89-B609-DB43BC12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C025A2C-FDF3-4242-BDD8-BE4E6792B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7EF8A5-4A3D-4ADB-9C54-9186C909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E3271-43BE-4F9C-9A36-F89D17B04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603A9F1-6A62-478E-B3BE-E6C59BE3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5F824AB-B30B-4610-8177-815AEBAC8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2BD0B32-A3C7-461A-8406-151153C4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0D080F8-72F6-47BD-B925-3A9319968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7FC646E-D160-4DE7-9065-9AFE8807E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FCAE4D-6663-4FB5-BFD4-1AEBD13DF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5D33F8A8-C897-4BB0-A6AD-13807C2F4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B2CB6EF-3F80-401C-8388-8BB18B0C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8D9F77E-7793-42A2-B677-9E91DFF7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B16DC79-DC32-4551-BAE9-061C484C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FEA61BF-A004-4BAC-A941-7193A1DFE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8B0EFEA-9D0E-49AF-AD8A-B2F350BD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BC20487-8C8A-4E6D-A1ED-4A5490FB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761F76A-67CE-44CB-94FE-E09190737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6DA0DF6-0BF1-4243-85D7-5D5946B4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D34C59D-1371-4D7D-916C-0DC46F44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CF5C0B36-3753-4F53-8E62-569C3BE0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8347914-0FE6-404A-B224-22A757EE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1C538345-09F7-423F-943B-CF56516C0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33900790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1DE902-703B-4F69-98B2-52093EDBE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3DA8A09-677D-4456-9237-97502BC8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EEB8978-8B12-411A-B407-2879653C0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07809A9-C016-4890-96C7-51D5FE36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3BBAAB2-F288-475C-A57E-0D6A3CE5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2026.07.23-14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8638B8D-0725-4315-A5BA-2EDB3CBD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C973054-C124-473C-BAEF-FC3A0483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903190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8EF2BA0-4B00-46BA-83BB-93EF4329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6A18E3C-D535-40BC-85AF-C28303FA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65B3208-2770-4CC5-A979-20FF7E061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44AC219-1DB2-44BA-8BA8-67628CDFC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2026.07.23-14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3E566A-2930-45D2-9B4D-820FB68C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52152977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2026-07-23T17:33:27.0800000Z</dcterms:created>
  <dcterms:modified xsi:type="dcterms:W3CDTF">2026-07-23T17:33:27.0800000Z</dcterms:modified>
</coreProperties>
</file>