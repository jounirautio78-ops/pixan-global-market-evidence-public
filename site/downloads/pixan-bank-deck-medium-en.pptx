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75cc9777034a15" /><Relationship Type="http://schemas.openxmlformats.org/officeDocument/2006/relationships/extended-properties" Target="/docProps/app.xml" Id="R4d8fa3db6cbe446b" /><Relationship Type="http://schemas.openxmlformats.org/officeDocument/2006/relationships/officeDocument" Target="/ppt/presentation.xml" Id="R6b83c6b7bcff48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3fc52388da496f"/>
  </p:sldMasterIdLst>
  <p:notesMasterIdLst>
    <p:notesMasterId xmlns:r="http://schemas.openxmlformats.org/officeDocument/2006/relationships" r:id="Rea091cef66784f5a"/>
  </p:notesMasterIdLst>
  <p:sldIdLst>
    <p:sldId xmlns:r="http://schemas.openxmlformats.org/officeDocument/2006/relationships" id="256" r:id="R95f0e03bb15d426b"/>
    <p:sldId xmlns:r="http://schemas.openxmlformats.org/officeDocument/2006/relationships" id="257" r:id="Ree0d9a31afcf4f24"/>
    <p:sldId xmlns:r="http://schemas.openxmlformats.org/officeDocument/2006/relationships" id="258" r:id="R3697a1ec9f5341c5"/>
    <p:sldId xmlns:r="http://schemas.openxmlformats.org/officeDocument/2006/relationships" id="259" r:id="R89cddf2b16fc48c1"/>
    <p:sldId xmlns:r="http://schemas.openxmlformats.org/officeDocument/2006/relationships" id="260" r:id="R83601565effe41b7"/>
    <p:sldId xmlns:r="http://schemas.openxmlformats.org/officeDocument/2006/relationships" id="261" r:id="Rc08e5bdc27384d68"/>
    <p:sldId xmlns:r="http://schemas.openxmlformats.org/officeDocument/2006/relationships" id="262" r:id="R9281cc3e194345e1"/>
    <p:sldId xmlns:r="http://schemas.openxmlformats.org/officeDocument/2006/relationships" id="263" r:id="R6b0a5f34c04e4f6f"/>
    <p:sldId xmlns:r="http://schemas.openxmlformats.org/officeDocument/2006/relationships" id="264" r:id="R6f46a338131a4198"/>
    <p:sldId xmlns:r="http://schemas.openxmlformats.org/officeDocument/2006/relationships" id="265" r:id="Race96e5372f24cda"/>
    <p:sldId xmlns:r="http://schemas.openxmlformats.org/officeDocument/2006/relationships" id="266" r:id="Rc994ce7164f64054"/>
    <p:sldId xmlns:r="http://schemas.openxmlformats.org/officeDocument/2006/relationships" id="267" r:id="R7ff67c28b6814f06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2e1eed169547af" /><Relationship Type="http://schemas.openxmlformats.org/officeDocument/2006/relationships/slideMaster" Target="/ppt/slideMasters/slideMaster1.xml" Id="R0c3fc52388da496f" /><Relationship Type="http://schemas.openxmlformats.org/officeDocument/2006/relationships/notesMaster" Target="/ppt/notesMasters/notesMaster1.xml" Id="Rea091cef66784f5a" /><Relationship Type="http://schemas.openxmlformats.org/officeDocument/2006/relationships/presProps" Target="/ppt/presProps.xml" Id="Rd00a9b6248ed4e89" /><Relationship Type="http://schemas.openxmlformats.org/officeDocument/2006/relationships/viewProps" Target="/ppt/viewProps.xml" Id="R8da9ad3988014933" /><Relationship Type="http://schemas.openxmlformats.org/officeDocument/2006/relationships/tableStyles" Target="/ppt/tableStyles.xml" Id="R8871d0cc280f4d8e" /><Relationship Type="http://schemas.openxmlformats.org/officeDocument/2006/relationships/slide" Target="/ppt/slides/slide1.xml" Id="R95f0e03bb15d426b" /><Relationship Type="http://schemas.openxmlformats.org/officeDocument/2006/relationships/slide" Target="/ppt/slides/slide2.xml" Id="Ree0d9a31afcf4f24" /><Relationship Type="http://schemas.openxmlformats.org/officeDocument/2006/relationships/slide" Target="/ppt/slides/slide3.xml" Id="R3697a1ec9f5341c5" /><Relationship Type="http://schemas.openxmlformats.org/officeDocument/2006/relationships/slide" Target="/ppt/slides/slide4.xml" Id="R89cddf2b16fc48c1" /><Relationship Type="http://schemas.openxmlformats.org/officeDocument/2006/relationships/slide" Target="/ppt/slides/slide5.xml" Id="R83601565effe41b7" /><Relationship Type="http://schemas.openxmlformats.org/officeDocument/2006/relationships/slide" Target="/ppt/slides/slide6.xml" Id="Rc08e5bdc27384d68" /><Relationship Type="http://schemas.openxmlformats.org/officeDocument/2006/relationships/slide" Target="/ppt/slides/slide7.xml" Id="R9281cc3e194345e1" /><Relationship Type="http://schemas.openxmlformats.org/officeDocument/2006/relationships/slide" Target="/ppt/slides/slide8.xml" Id="R6b0a5f34c04e4f6f" /><Relationship Type="http://schemas.openxmlformats.org/officeDocument/2006/relationships/slide" Target="/ppt/slides/slide9.xml" Id="R6f46a338131a4198" /><Relationship Type="http://schemas.openxmlformats.org/officeDocument/2006/relationships/slide" Target="/ppt/slides/slide10.xml" Id="Race96e5372f24cda" /><Relationship Type="http://schemas.openxmlformats.org/officeDocument/2006/relationships/slide" Target="/ppt/slides/slide11.xml" Id="Rc994ce7164f64054" /><Relationship Type="http://schemas.openxmlformats.org/officeDocument/2006/relationships/slide" Target="/ppt/slides/slide12.xml" Id="R7ff67c28b6814f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0995cb9f3f49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ea8515ba1241f0" /><Relationship Type="http://schemas.openxmlformats.org/officeDocument/2006/relationships/notesMaster" Target="/ppt/notesMasters/notesMaster1.xml" Id="Rdc7e4957865d46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2617bb75904e6f" /><Relationship Type="http://schemas.openxmlformats.org/officeDocument/2006/relationships/notesMaster" Target="/ppt/notesMasters/notesMaster1.xml" Id="R2e01b846c6d347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77f8435538495a" /><Relationship Type="http://schemas.openxmlformats.org/officeDocument/2006/relationships/notesMaster" Target="/ppt/notesMasters/notesMaster1.xml" Id="R75f1157130684a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677a423e8e4564" /><Relationship Type="http://schemas.openxmlformats.org/officeDocument/2006/relationships/notesMaster" Target="/ppt/notesMasters/notesMaster1.xml" Id="Reb37583cf42742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ef7a321dc045f9" /><Relationship Type="http://schemas.openxmlformats.org/officeDocument/2006/relationships/notesMaster" Target="/ppt/notesMasters/notesMaster1.xml" Id="R077d334f876941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38c16f5bc14205" /><Relationship Type="http://schemas.openxmlformats.org/officeDocument/2006/relationships/notesMaster" Target="/ppt/notesMasters/notesMaster1.xml" Id="R72cc84959b544d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7716250ee54938" /><Relationship Type="http://schemas.openxmlformats.org/officeDocument/2006/relationships/notesMaster" Target="/ppt/notesMasters/notesMaster1.xml" Id="R79107d8e9bfd40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8f502c07c84ccf" /><Relationship Type="http://schemas.openxmlformats.org/officeDocument/2006/relationships/notesMaster" Target="/ppt/notesMasters/notesMaster1.xml" Id="R0a1196ca3c8548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9dac25467d470a" /><Relationship Type="http://schemas.openxmlformats.org/officeDocument/2006/relationships/notesMaster" Target="/ppt/notesMasters/notesMaster1.xml" Id="R906a993da70343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f16fa86c3434541" /><Relationship Type="http://schemas.openxmlformats.org/officeDocument/2006/relationships/notesMaster" Target="/ppt/notesMasters/notesMaster1.xml" Id="R6e9fe282611e46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715e9f20bac4600" /><Relationship Type="http://schemas.openxmlformats.org/officeDocument/2006/relationships/notesMaster" Target="/ppt/notesMasters/notesMaster1.xml" Id="Rcc4273f9037248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a787006855f41ae" /><Relationship Type="http://schemas.openxmlformats.org/officeDocument/2006/relationships/notesMaster" Target="/ppt/notesMasters/notesMaster1.xml" Id="R539d782e573a4f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99538ca91947e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00d75063ad4b1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ee3d6c4e7b4b9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d6936de5c7448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1ab23e58bb4ba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fe403a425a443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ed9a82882c478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2da3d8052c49d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dd93da02c04ab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824d5ce60946a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73e8b10fd7464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200344-7976-4505-B370-B2392486186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14F0157-8C5E-4589-8D0F-0F9A397B8F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7F4E1E-213E-48D4-82FB-99FE77F065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DFF8711-7E57-44A8-B5FA-9762DC45EF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9134DFD-6D53-406D-B0B3-94EC9DE902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38F168-0C5F-4C7B-A73E-D8AF629D20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E9D45C1-2D20-4D58-844D-7AD891A32D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4DFF6D-3798-4DF2-BDFB-99F398497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F635981-D52D-443E-84EF-6E7185B16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1F2A4D-3560-4C70-B100-9B2E4966D8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F0DCD6-56A6-4BDC-94AC-3FEC990A09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775DBE-B354-4AE4-B3EE-D3A244A4A2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24D23AC-DD41-47FA-A905-F9228685AB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475250-5260-45B7-B9FF-FBAB9EDA1E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0C787D-C91E-402A-BB7C-DEC731D3BC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E3FE53-3F58-4F0F-9022-717C09B745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81B161F-0BE8-4ECD-B55A-59E286BA47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4BA41CC-DBCA-48CB-8BB2-8C4F4FFFA77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21CD5F8-21EE-4C08-84E4-EFC64524A87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5E5D71-038F-4F8B-BBE6-55D9F6B82A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A1DE19-CEAE-49F6-9156-1F0E0BF82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1F424F-5D98-4233-BCB3-A34CF18605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F56872E-8839-4208-A52D-88B2321D96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1A392D6-4DFE-45F1-AC03-F1A026152F6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C6269A4-CC76-4DB9-B472-5252B690786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090DB99-E6B3-44B0-B609-BE1215758B6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A007B62-4521-4464-9BBC-9297DB6BF6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0B63CB1-082D-42CB-85EA-903F68FA49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51B6D17-124C-4990-AC1D-58A58FBF5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407E7B-55B7-47A1-A8F8-22A383E72A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99C6E25-8DB7-4DC6-B677-1B7E6646A8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BDED7558-145D-41F1-BFDF-D4E1EFCAA8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30CD743-6EBC-4696-B062-5D2A576F41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9C1A41D-DC69-4153-A5B9-675D7DC660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782BCFD-43F3-4B11-BF50-B553B835DB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5FDBD63-DA9E-42CE-B394-B0F2CEAFFA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E194CF-2404-4F24-BAFC-D54EEE2B4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B79358A-547F-4A3D-86A0-44B39912B67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970957B-2604-4D7F-89B4-9C05B5D8D3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77306C0-67EF-404B-8F34-B32F6C42B6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969834-BF3E-497A-BFBC-05C4728CA0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F55E12C-4007-42D0-9610-8AFC3C572D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EC06BD5-D8D0-4E76-B14E-BAE3596909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ABD5380-2526-45F3-AAD6-B5ECDB14850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178A4E9-6166-40F5-8D0F-B6DCF0D12E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7CDC893-E68E-427F-8C4E-6BEC798DD1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DB08065-5791-4A5B-A7D7-F35553B8C3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7515B-B8FA-4057-B04E-32C3422F3B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6B7F87F-8A28-4CEA-8669-ECC19E3236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6B15C42-C4DA-4CFC-AE90-B5E6E24CBF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408456-C55F-415A-A193-2F73A579C2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2B50B7A-C594-4AEE-8EA3-2856FF2033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9E605F-D1B6-4915-91A7-5023376FC1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5A515F5-C6FE-4692-886E-A241EC5084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960F8D7-82A5-4F67-9A5A-5E91784EAE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14E0513-A4D7-4952-BA32-8554374513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97B6A9-91C7-4307-8AA4-48787E6441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E01878-EA1E-4C07-8CA4-89D431BD6B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b2a40fd74e434d" /><Relationship Type="http://schemas.openxmlformats.org/officeDocument/2006/relationships/slideLayout" Target="/ppt/slideLayouts/slideLayout1.xml" Id="Rebbbc7fce43a4d1c" /><Relationship Type="http://schemas.openxmlformats.org/officeDocument/2006/relationships/slideLayout" Target="/ppt/slideLayouts/slideLayout2.xml" Id="Re46c5e864cf04551" /><Relationship Type="http://schemas.openxmlformats.org/officeDocument/2006/relationships/slideLayout" Target="/ppt/slideLayouts/slideLayout3.xml" Id="R3fbda93aa9e54c53" /><Relationship Type="http://schemas.openxmlformats.org/officeDocument/2006/relationships/slideLayout" Target="/ppt/slideLayouts/slideLayout4.xml" Id="R5fd2be7953604822" /><Relationship Type="http://schemas.openxmlformats.org/officeDocument/2006/relationships/slideLayout" Target="/ppt/slideLayouts/slideLayout5.xml" Id="Rd35183cb10164b2c" /><Relationship Type="http://schemas.openxmlformats.org/officeDocument/2006/relationships/slideLayout" Target="/ppt/slideLayouts/slideLayout6.xml" Id="Rb48125d411dd44e6" /><Relationship Type="http://schemas.openxmlformats.org/officeDocument/2006/relationships/slideLayout" Target="/ppt/slideLayouts/slideLayout7.xml" Id="R93905f76e634440f" /><Relationship Type="http://schemas.openxmlformats.org/officeDocument/2006/relationships/slideLayout" Target="/ppt/slideLayouts/slideLayout8.xml" Id="R98efac9ddbcf40be" /><Relationship Type="http://schemas.openxmlformats.org/officeDocument/2006/relationships/slideLayout" Target="/ppt/slideLayouts/slideLayout9.xml" Id="R9b10fcb0c80a4418" /><Relationship Type="http://schemas.openxmlformats.org/officeDocument/2006/relationships/slideLayout" Target="/ppt/slideLayouts/slideLayout10.xml" Id="Ra18c1f9f842a425d" /><Relationship Type="http://schemas.openxmlformats.org/officeDocument/2006/relationships/slideLayout" Target="/ppt/slideLayouts/slideLayout11.xml" Id="Ra2087aeb05934f6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FB54C53-E602-4434-9D36-CC2E518616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FD5AF25-70D8-458D-A242-CF4D737679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B28B1D-2DDA-40C1-922F-62FFE45422A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A6124A3-3BFF-4E81-BE8D-144186E8C75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F7A0B-1639-4D98-AE0B-EADCE4E2E3C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bbc7fce43a4d1c"/>
    <p:sldLayoutId xmlns:r="http://schemas.openxmlformats.org/officeDocument/2006/relationships" id="2147483650" r:id="Re46c5e864cf04551"/>
    <p:sldLayoutId xmlns:r="http://schemas.openxmlformats.org/officeDocument/2006/relationships" id="2147483651" r:id="R3fbda93aa9e54c53"/>
    <p:sldLayoutId xmlns:r="http://schemas.openxmlformats.org/officeDocument/2006/relationships" id="2147483652" r:id="R5fd2be7953604822"/>
    <p:sldLayoutId xmlns:r="http://schemas.openxmlformats.org/officeDocument/2006/relationships" id="2147483653" r:id="Rd35183cb10164b2c"/>
    <p:sldLayoutId xmlns:r="http://schemas.openxmlformats.org/officeDocument/2006/relationships" id="2147483654" r:id="Rb48125d411dd44e6"/>
    <p:sldLayoutId xmlns:r="http://schemas.openxmlformats.org/officeDocument/2006/relationships" id="2147483655" r:id="R93905f76e634440f"/>
    <p:sldLayoutId xmlns:r="http://schemas.openxmlformats.org/officeDocument/2006/relationships" id="2147483656" r:id="R98efac9ddbcf40be"/>
    <p:sldLayoutId xmlns:r="http://schemas.openxmlformats.org/officeDocument/2006/relationships" id="2147483657" r:id="R9b10fcb0c80a4418"/>
    <p:sldLayoutId xmlns:r="http://schemas.openxmlformats.org/officeDocument/2006/relationships" id="2147483658" r:id="Ra18c1f9f842a425d"/>
    <p:sldLayoutId xmlns:r="http://schemas.openxmlformats.org/officeDocument/2006/relationships" id="2147483659" r:id="Ra2087aeb05934f6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ce6768bbd541af" /><Relationship Type="http://schemas.openxmlformats.org/officeDocument/2006/relationships/notesSlide" Target="/ppt/notesSlides/notesSlide1.xml" Id="Ra4c8d5708c4040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b225d4dc6246c2" /><Relationship Type="http://schemas.openxmlformats.org/officeDocument/2006/relationships/notesSlide" Target="/ppt/notesSlides/notesSlide2.xml" Id="Rd409759575bf4a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3580e0467c4ec9" /><Relationship Type="http://schemas.openxmlformats.org/officeDocument/2006/relationships/notesSlide" Target="/ppt/notesSlides/notesSlide3.xml" Id="R1774e5c2e63047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35385e266f498f" /><Relationship Type="http://schemas.openxmlformats.org/officeDocument/2006/relationships/notesSlide" Target="/ppt/notesSlides/notesSlide4.xml" Id="R2959531d8f7f41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9f57c274dd4495" /><Relationship Type="http://schemas.openxmlformats.org/officeDocument/2006/relationships/notesSlide" Target="/ppt/notesSlides/notesSlide5.xml" Id="Rfdf8c496f1954e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f59fd2e15c4a24" /><Relationship Type="http://schemas.openxmlformats.org/officeDocument/2006/relationships/notesSlide" Target="/ppt/notesSlides/notesSlide6.xml" Id="Ra640389d409d4b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808c193f544ea6" /><Relationship Type="http://schemas.openxmlformats.org/officeDocument/2006/relationships/notesSlide" Target="/ppt/notesSlides/notesSlide7.xml" Id="R5d079bb8fe224c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60ae54293e643c4" /><Relationship Type="http://schemas.openxmlformats.org/officeDocument/2006/relationships/notesSlide" Target="/ppt/notesSlides/notesSlide8.xml" Id="R84f98c4f853740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e9d8f0deac4491" /><Relationship Type="http://schemas.openxmlformats.org/officeDocument/2006/relationships/notesSlide" Target="/ppt/notesSlides/notesSlide9.xml" Id="R9c9a9a9c729643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86b32c0a384165" /><Relationship Type="http://schemas.openxmlformats.org/officeDocument/2006/relationships/notesSlide" Target="/ppt/notesSlides/notesSlide10.xml" Id="Rff37ac9e28e948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735b7d3cab41e3" /><Relationship Type="http://schemas.openxmlformats.org/officeDocument/2006/relationships/notesSlide" Target="/ppt/notesSlides/notesSlide11.xml" Id="R6c20c383146c40e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def27473f5440e" /><Relationship Type="http://schemas.openxmlformats.org/officeDocument/2006/relationships/notesSlide" Target="/ppt/notesSlides/notesSlide12.xml" Id="R117ad4553fa44c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416BA84-F1D4-4B36-BD04-27CDA9B8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5BEAA-40AC-40E2-B23A-A0802A88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05C4878-2BE9-4BC4-9B3F-DE6B3CF6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5C3034D-5861-45A7-AAEC-B682E1EC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FE73922-554A-42F7-A58D-937A46DB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853AE13-557D-4753-B3F3-244091A8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76D89C7-ABFE-492F-B3D4-BD1FF20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2026.07.22-8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94A7E97-4C6B-411D-B5E2-073E6BC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AFD3323-6FC8-4846-903F-CB583DA3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D340B5A-0B75-4113-BD39-343BC926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ABBE741-8650-45AE-A0C0-E1762C17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7284389-7FDA-4276-A2D0-6C23BD61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102163036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08FE9C4-B76D-46BF-9809-D1D9EF76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E94564F-EAA9-41D3-BE0E-85C00D1B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353E6D-4829-44FD-8AD1-9E976AB2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8EDE96-42B2-4AE9-B732-3D91BCE3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92CB096-27D9-46F3-BEB0-7E465E73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4609923-B59A-45CC-BBC8-1D5C1EA4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B0923B6-833F-491D-86D2-A5109418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05FF16-E0B9-4D2A-B52B-A60034B3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159806A-3478-442A-ACB9-B56725E1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6202756-5D19-4072-B974-BF4EF539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EBE1D95-6E92-463F-80D9-0ED36EF4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13018492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55BFDE9-A41E-458F-98B8-F993217E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B30F2EA-3C95-45A4-8B50-E6AF2121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9BA07C3-A756-4DF8-851C-DA233F9F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2B112EE-FC90-46B0-8E7E-E16F3AA4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C74737-9147-4754-AC62-9B554677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9804AB0-0940-4372-B343-DA4F3FCF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B6660C8-8A2D-4155-BFF8-A4AB313E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B65B450-BEA4-4956-B22D-5003E4C6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F828121-29DD-4EE3-B184-8A8B5790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D3B28E6-37F9-409D-A122-B968F8F0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998504D-9BA3-4AF4-AE6F-4E7C2D34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154006101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B57721-741A-43D7-B8C4-04AF1B04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42FFD4-63BD-471F-8D2F-0F449816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B7313AD-CBCA-4B9D-ACBD-056B2F90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2A3577-944F-4E21-8363-46092331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3849C60-A17C-430A-877F-18DF6E45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676B2D-D917-44D2-B496-3D84146F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AD4106-9419-4EA7-A63F-66C720FB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B0D7857-08E2-4D1A-9967-432AC4C9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0FF8F70-8445-4C96-8254-F13B990D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4F18D8D-38CB-4907-B84F-67CD528D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2BDCE74-5A6C-4AAD-A8C4-68AFA13B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5262039-C8C1-4524-9246-4AE8AEFA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82B12FF-2E59-451C-B229-7376989D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51D1A66-0F82-45A7-9648-B9BC2ABC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1210D73-D131-472A-BE7D-77D59600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978D52A-3109-4292-9049-7F199912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577A4E6-0CF9-4B89-8805-233FDA3D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7EA9E13-81F6-4BAA-A686-A7FC6DC6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A6C71B8-1F98-43B3-955C-0C95C204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0259669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DF4281E-C41A-467C-B317-9FC6306B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1279C52-FF7C-4D4E-9197-3B8A2B1F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5F34CA-14BD-47CE-914D-DF440342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4032EF7-B12A-4E02-90CC-945368E2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8F4BBD3-4481-4224-9091-9C774321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76ABA9-035F-4AFE-95E9-D4B4A3F4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0249E53-28AB-4F8B-BD95-8011068D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238CB37-1FAA-40EC-9245-DC7422E0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E4BA2D3-0C07-4981-B8F7-E796D7E4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A8ED014-586D-407A-983D-EAF9D6DC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5A10F7-3E3F-4804-96F9-4BD8EA16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150507915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942DB7-B9CF-40FD-A378-C300806A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C880418-4622-4D76-9D7B-A575926E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is currently a range and a set of observations — not one number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5A63B72-C38C-4128-89BD-32DBF52B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00A252-C03F-41F4-804C-D128AD3B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EF29C6C-3333-4824-A0AD-EC6DD994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Market-values;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77B5AAD-CC41-4AFC-B658-954A53C1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B21CECE-78A9-47C1-A43B-6B69A6D3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A18227E-F0B0-4424-8DDA-10BF1B3A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EC2F01F-4846-4403-B8E6-8D802BE5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country research rows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005FAD3-D71F-4DB7-920F-A593ECD2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3031DD3-AB46-42CF-95E9-25A7872B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F29B91A-C989-44D0-B657-B365BF85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B6B387D-4C33-43D1-849D-BACD00E2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4B6124F-FE95-434D-B0E3-A6251993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26.0–46.32bn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DFD684C-4DC0-4C22-9679-C7D14B93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commercial global 2025 range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8D6720C-7465-40FC-8E24-A8E9A104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Germany: the liquid model has low confidence and a range of EUR 667.92–1,654.62 million; it must not be presented as observed sales.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21C60DA-CE3E-47F8-88C3-1AA9DD1E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2B9EFA5-63C4-4A69-A5E4-BFC46241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C76CF5A-4EA5-4932-B173-5F2DF6E4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There are 0 accepted official national consumer-retail values. Atlas does not publish its own global estimate before the methodological gates are met.</a:t>
            </a:r>
          </a:p>
        </p:txBody>
      </p:sp>
    </p:spTree>
    <p:extLst>
      <p:ext uri="{BB962C8B-B14F-4D97-AF65-F5344CB8AC3E}">
        <p14:creationId xmlns:p14="http://schemas.microsoft.com/office/powerpoint/2010/main" val="15795454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F29ED2-558C-45AD-852D-120E7230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B4E743-D5C9-48F6-B8F2-97EBDC20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5BF4B10-D3FB-4E15-8B0C-D7644D17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2AC016F-4115-40E5-A939-E34C5768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AA6A12-A122-411D-B8DC-F910433B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A8AFB3-44A1-422E-9D23-BF6D9366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A92CAFA-6D4C-40FB-96E3-F7CBFD60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7781AB3-7A2C-474B-8C65-B53CB6C3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704303B-E3D8-439F-9AB3-821D840F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DE1AAC6-90CF-4C3F-87F7-ED61A53D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491848-07EF-43FD-881A-D76BCEF1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134701508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AE7775F-0874-4991-9C92-5A3F825B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42C3BFB-6599-4C48-BF86-9E3F63D3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FC86A3-26C4-4FC6-91DE-F3C465F1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B62D77F-298D-4567-AC8D-5F7CF716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C9CA5A4-4E26-43C2-BF12-DEF2F83F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EFDBA88-39BE-4DC7-AE34-94687226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5C4B25A-8D06-40C6-A66F-011CC89A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133795238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59C0C1E-ED13-4B59-8FD5-2E9AA7CD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6018B6-25D1-4031-8B69-26E48E5F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70DAC1-BC43-44E0-AA59-4E769C60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0F841CA-ABD5-42A7-8965-BC949531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11D5133-0B06-4044-B239-A2931DBE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114FFC-7668-4D73-9F67-07514B79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figures from 5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21350DD-3B70-46C3-8FFB-C33847B5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176165425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109C86-8EC6-4355-AD04-C928EF8F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3170A8-143F-410C-83BC-B67E7AB4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877D445-1675-417A-937B-E52D6E56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14891D-B103-47B2-9A39-B7966155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54609B8-8BF6-4306-B501-91753C76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257587B-714A-43FE-ABBA-84A94952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A9323D-F434-4D68-98B7-CB5B75A1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3F421D-ABD4-4C6D-A2EF-635349E4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E502387-D89C-40C1-8FD6-B33AF4C4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77A0967-E2EB-4560-9325-3FBCD3E0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2835C03-346D-49F5-A871-83EF4DFF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15AF7E2-F094-412B-A839-18FEECF5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1CE36-5225-4336-84C3-512C7E50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4500646-3F32-4253-A5D1-9012FA6C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24640AB-54B2-4880-8BE0-E530564E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D8D2FA2-9CB4-4F38-8C80-68779A12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45106C2-732A-4E4B-BB2C-27108982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F2AD5EC-3372-4357-A110-D6AC3D42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C415AFA-597F-40BB-91D1-0782A930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28FA5A6-AB1E-48A8-AB6A-413942FD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93DE7AA-00C5-44C6-9C30-D940C743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B803DBD-4897-4618-948B-A828BDFF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AFD106F-7345-4BE8-9087-F5F33B59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83659063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0B80EA-555F-49E8-85F8-5846A6BB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9BCB8E-1F93-4A15-A4C2-5A920154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1721E74-CF86-4B97-B6E9-9D27FB67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777791D-9044-4600-B072-FF89B259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6BD54E-80BE-43A6-A46F-9417D934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4E21E96-7DAA-49DD-8481-30AC2479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 retail-value donors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1478B49-4840-4DC1-83DA-924DA299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17999686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B95CD5-F7F2-4D60-B6F4-B265A93C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980DF3C-0508-4DB7-ADF2-04EBB3E1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EC8D81F-65F6-4B6B-B99C-71C6C574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25B3123-E9B7-4526-BB3C-999BC192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2026.07.22-8 · 2026-07-22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54450B-1935-4DA1-ABAA-DCE3D323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167808473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2026-07-22T18:51:58.4050000Z</dcterms:created>
  <dcterms:modified xsi:type="dcterms:W3CDTF">2026-07-22T18:51:58.4050000Z</dcterms:modified>
</coreProperties>
</file>