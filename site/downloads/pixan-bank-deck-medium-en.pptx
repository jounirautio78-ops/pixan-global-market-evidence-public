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b0d2c12e7e46bc" /><Relationship Type="http://schemas.openxmlformats.org/officeDocument/2006/relationships/extended-properties" Target="/docProps/app.xml" Id="R8d3ced7b67f34c20" /><Relationship Type="http://schemas.openxmlformats.org/officeDocument/2006/relationships/officeDocument" Target="/ppt/presentation.xml" Id="Rde09dd8f3fe648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0ea3ef70684201"/>
  </p:sldMasterIdLst>
  <p:notesMasterIdLst>
    <p:notesMasterId xmlns:r="http://schemas.openxmlformats.org/officeDocument/2006/relationships" r:id="Rcbde520b7dbf41f6"/>
  </p:notesMasterIdLst>
  <p:sldIdLst>
    <p:sldId xmlns:r="http://schemas.openxmlformats.org/officeDocument/2006/relationships" id="256" r:id="Rd27d8e1fa45f413d"/>
    <p:sldId xmlns:r="http://schemas.openxmlformats.org/officeDocument/2006/relationships" id="257" r:id="Re4511d65aeea4b31"/>
    <p:sldId xmlns:r="http://schemas.openxmlformats.org/officeDocument/2006/relationships" id="258" r:id="Ra0fb34e1034c46a1"/>
    <p:sldId xmlns:r="http://schemas.openxmlformats.org/officeDocument/2006/relationships" id="259" r:id="R747d7aa8feef4702"/>
    <p:sldId xmlns:r="http://schemas.openxmlformats.org/officeDocument/2006/relationships" id="260" r:id="R78747f5de97a4899"/>
    <p:sldId xmlns:r="http://schemas.openxmlformats.org/officeDocument/2006/relationships" id="261" r:id="Ref76cfd06afa4beb"/>
    <p:sldId xmlns:r="http://schemas.openxmlformats.org/officeDocument/2006/relationships" id="262" r:id="R7c3a3613304b4412"/>
    <p:sldId xmlns:r="http://schemas.openxmlformats.org/officeDocument/2006/relationships" id="263" r:id="R0a51a747e12845ac"/>
    <p:sldId xmlns:r="http://schemas.openxmlformats.org/officeDocument/2006/relationships" id="264" r:id="Ra7df97079dd94334"/>
    <p:sldId xmlns:r="http://schemas.openxmlformats.org/officeDocument/2006/relationships" id="265" r:id="R701cbe5626e14245"/>
    <p:sldId xmlns:r="http://schemas.openxmlformats.org/officeDocument/2006/relationships" id="266" r:id="R1137636998544cdd"/>
    <p:sldId xmlns:r="http://schemas.openxmlformats.org/officeDocument/2006/relationships" id="267" r:id="R217c440fe5464433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d96c31a5624485" /><Relationship Type="http://schemas.openxmlformats.org/officeDocument/2006/relationships/slideMaster" Target="/ppt/slideMasters/slideMaster1.xml" Id="R170ea3ef70684201" /><Relationship Type="http://schemas.openxmlformats.org/officeDocument/2006/relationships/notesMaster" Target="/ppt/notesMasters/notesMaster1.xml" Id="Rcbde520b7dbf41f6" /><Relationship Type="http://schemas.openxmlformats.org/officeDocument/2006/relationships/presProps" Target="/ppt/presProps.xml" Id="R87687d9eba8a4e80" /><Relationship Type="http://schemas.openxmlformats.org/officeDocument/2006/relationships/viewProps" Target="/ppt/viewProps.xml" Id="Ra3feefe3a7c341d4" /><Relationship Type="http://schemas.openxmlformats.org/officeDocument/2006/relationships/tableStyles" Target="/ppt/tableStyles.xml" Id="R532eaab9b847473a" /><Relationship Type="http://schemas.openxmlformats.org/officeDocument/2006/relationships/slide" Target="/ppt/slides/slide1.xml" Id="Rd27d8e1fa45f413d" /><Relationship Type="http://schemas.openxmlformats.org/officeDocument/2006/relationships/slide" Target="/ppt/slides/slide2.xml" Id="Re4511d65aeea4b31" /><Relationship Type="http://schemas.openxmlformats.org/officeDocument/2006/relationships/slide" Target="/ppt/slides/slide3.xml" Id="Ra0fb34e1034c46a1" /><Relationship Type="http://schemas.openxmlformats.org/officeDocument/2006/relationships/slide" Target="/ppt/slides/slide4.xml" Id="R747d7aa8feef4702" /><Relationship Type="http://schemas.openxmlformats.org/officeDocument/2006/relationships/slide" Target="/ppt/slides/slide5.xml" Id="R78747f5de97a4899" /><Relationship Type="http://schemas.openxmlformats.org/officeDocument/2006/relationships/slide" Target="/ppt/slides/slide6.xml" Id="Ref76cfd06afa4beb" /><Relationship Type="http://schemas.openxmlformats.org/officeDocument/2006/relationships/slide" Target="/ppt/slides/slide7.xml" Id="R7c3a3613304b4412" /><Relationship Type="http://schemas.openxmlformats.org/officeDocument/2006/relationships/slide" Target="/ppt/slides/slide8.xml" Id="R0a51a747e12845ac" /><Relationship Type="http://schemas.openxmlformats.org/officeDocument/2006/relationships/slide" Target="/ppt/slides/slide9.xml" Id="Ra7df97079dd94334" /><Relationship Type="http://schemas.openxmlformats.org/officeDocument/2006/relationships/slide" Target="/ppt/slides/slide10.xml" Id="R701cbe5626e14245" /><Relationship Type="http://schemas.openxmlformats.org/officeDocument/2006/relationships/slide" Target="/ppt/slides/slide11.xml" Id="R1137636998544cdd" /><Relationship Type="http://schemas.openxmlformats.org/officeDocument/2006/relationships/slide" Target="/ppt/slides/slide12.xml" Id="R217c440fe54644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f8d04d16614b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7e885bd55948d5" /><Relationship Type="http://schemas.openxmlformats.org/officeDocument/2006/relationships/notesMaster" Target="/ppt/notesMasters/notesMaster1.xml" Id="R18f00b49bd094d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ca1439a23544e6" /><Relationship Type="http://schemas.openxmlformats.org/officeDocument/2006/relationships/notesMaster" Target="/ppt/notesMasters/notesMaster1.xml" Id="Ra72845b437954f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ddea286563467f" /><Relationship Type="http://schemas.openxmlformats.org/officeDocument/2006/relationships/notesMaster" Target="/ppt/notesMasters/notesMaster1.xml" Id="R8ad9a0a593af45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7abe879840438b" /><Relationship Type="http://schemas.openxmlformats.org/officeDocument/2006/relationships/notesMaster" Target="/ppt/notesMasters/notesMaster1.xml" Id="Ree48f8b4d30849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a1aae87d7604d18" /><Relationship Type="http://schemas.openxmlformats.org/officeDocument/2006/relationships/notesMaster" Target="/ppt/notesMasters/notesMaster1.xml" Id="R344aa1ae57db43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57c5073910442b" /><Relationship Type="http://schemas.openxmlformats.org/officeDocument/2006/relationships/notesMaster" Target="/ppt/notesMasters/notesMaster1.xml" Id="Rfe401bf954df41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7edb64ff904606" /><Relationship Type="http://schemas.openxmlformats.org/officeDocument/2006/relationships/notesMaster" Target="/ppt/notesMasters/notesMaster1.xml" Id="Rd54788b3e99643c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08c639c47547b4" /><Relationship Type="http://schemas.openxmlformats.org/officeDocument/2006/relationships/notesMaster" Target="/ppt/notesMasters/notesMaster1.xml" Id="R427fcc68b8ca41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15c8266d764056" /><Relationship Type="http://schemas.openxmlformats.org/officeDocument/2006/relationships/notesMaster" Target="/ppt/notesMasters/notesMaster1.xml" Id="R0c70a0a3f87d40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ee5ee68005443e" /><Relationship Type="http://schemas.openxmlformats.org/officeDocument/2006/relationships/notesMaster" Target="/ppt/notesMasters/notesMaster1.xml" Id="R11ab382a698840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1c497513e54158" /><Relationship Type="http://schemas.openxmlformats.org/officeDocument/2006/relationships/notesMaster" Target="/ppt/notesMasters/notesMaster1.xml" Id="Rdf45ccf7528548d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7f441a36a048a1" /><Relationship Type="http://schemas.openxmlformats.org/officeDocument/2006/relationships/notesMaster" Target="/ppt/notesMasters/notesMaster1.xml" Id="R7478ebd957ce4c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02ba0652b547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f7cfab867c40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58b158b6243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1b5d1589204ff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d9420a190482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fa1404b83442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309677a920440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e5fbea9a8461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20878bc91476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d9d6e4a104b2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410dde27da495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6263AD-E3B4-46D7-877A-982F3B88319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ACC7FBF-4DE3-41D6-B8FD-E1B81E795B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BE6738D-CA81-4F57-9AFE-C2B7D7AB48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DF5AC3-F31B-4FCC-8F1C-D30D7A1DD4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09C113-4725-4129-8244-3C4A216556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09C5F2-66C6-411C-91F2-B41A52AB82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EA4DF16-EFD6-4C8F-8061-6BDBCAC6C8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09749E-6D1B-41E7-BEBA-2AD88FD506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28EEAE-0D0F-4CE7-8187-B7BA8A6342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0D0045-3E98-4247-A1FE-1C54CE1F27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CC0FFE-F954-4EF1-865F-72E499983A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50A4D8-ECC6-4B9D-8DC0-0D2CD78EB1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6B6AEF-0ED7-4DDD-9F08-FC0FB897C5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48AA4-F33E-4599-832E-A534A6629C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0C9921B-931F-40E7-A43E-E39497FC0E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FEBAC4-3FF8-4DEE-9C0B-BEC5D69E20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E0DE634-0D1D-415D-AC8B-5D8AF517599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DFFE361-1F38-4B12-A4CB-85BC2C4EE1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FEA74F7-EAD9-48F0-BBB8-84B3531F5D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06BB793-3969-4362-952D-5D8097BB28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C77A0DE-17FB-4149-B85A-27DCEEBC96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892953-7DD9-4F92-AEAC-232671B198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3E7897-22CA-41FA-A823-1BA6C2E824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0B9E777-687F-4496-BA6E-40CB2C74A4F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6ABE719-A3E6-4205-AE0F-BEA4E8E3E61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47DB147-27E3-4FEF-A8D7-1B906690F9B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DC74563-E3DD-4B57-994D-E5B147BD27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7CAE3F-047F-40DB-8B22-5009530F1E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E89C373-5D9F-4069-AE25-DDF8A164AF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0FCFA1-0BC3-409F-ADAE-1284ED303C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77738E4-88C7-4D57-8B1D-DC4491CC414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57DF375-91C1-4F42-8031-3C9E2C26F8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262FB1F-D0F2-4D33-885D-0C03903C67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BB3EB146-9B25-4C9E-B414-5723FDAAB6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5C86DF-BF4E-46DA-BA73-C0CFEEDB51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E77E01F-525D-4717-962D-49904D3C36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2394BC-1BAE-4DAA-AF44-EE9FB67F9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6C5967C-2992-4399-8DCE-796ACC003F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111206-CAFA-4206-83E4-4E619EE7E4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B4EA0FD-7467-4675-8020-0051A56C85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E99FBF6-A54D-4EBA-905E-4E81F11B88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233937E-F063-4387-AAC5-D2FC23FADF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783B5-68A6-434F-B2A4-605881DC5B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5EBB54A-FB4B-41BE-983C-202B74F3B20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2F9880B-AB49-4F00-A02A-2E0ADBB0CA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E91476B-2B95-48D4-BE20-10224C4B98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EA51C61-94EC-4F87-8BAD-850F4CC933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F2D1B9C-3C68-4C56-A54A-A4FDF22263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D9DA22-1BDE-403C-A126-C6EC162236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4ADDBF-30AF-468E-9B13-071F7A5603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8A8DD3-627C-41D2-B0D6-1E6E8068C6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D12219D-43E6-4004-B8B2-E8D14CC576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7139771-A56C-46D7-BC0C-E96AE4CF85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D285871-973B-449B-9AD9-2522A1479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223D60-A42E-4F74-B705-02435E0977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1E0CBA-84A2-4796-BFFF-34DB05228A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1466AD-267B-40BF-A5D9-326CF14094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D7B6D8-DCD6-4E36-837B-2CFD15D572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3f508308554357" /><Relationship Type="http://schemas.openxmlformats.org/officeDocument/2006/relationships/slideLayout" Target="/ppt/slideLayouts/slideLayout1.xml" Id="Re59925fa353c4c44" /><Relationship Type="http://schemas.openxmlformats.org/officeDocument/2006/relationships/slideLayout" Target="/ppt/slideLayouts/slideLayout2.xml" Id="Rb3468bf2d03541fc" /><Relationship Type="http://schemas.openxmlformats.org/officeDocument/2006/relationships/slideLayout" Target="/ppt/slideLayouts/slideLayout3.xml" Id="R246e0b2f42354266" /><Relationship Type="http://schemas.openxmlformats.org/officeDocument/2006/relationships/slideLayout" Target="/ppt/slideLayouts/slideLayout4.xml" Id="Rd7f82dd04ecc486f" /><Relationship Type="http://schemas.openxmlformats.org/officeDocument/2006/relationships/slideLayout" Target="/ppt/slideLayouts/slideLayout5.xml" Id="Rf494981a8c9d41a7" /><Relationship Type="http://schemas.openxmlformats.org/officeDocument/2006/relationships/slideLayout" Target="/ppt/slideLayouts/slideLayout6.xml" Id="R03b19798db5b4647" /><Relationship Type="http://schemas.openxmlformats.org/officeDocument/2006/relationships/slideLayout" Target="/ppt/slideLayouts/slideLayout7.xml" Id="R0825125513104f80" /><Relationship Type="http://schemas.openxmlformats.org/officeDocument/2006/relationships/slideLayout" Target="/ppt/slideLayouts/slideLayout8.xml" Id="Rc91a830bd3a3440b" /><Relationship Type="http://schemas.openxmlformats.org/officeDocument/2006/relationships/slideLayout" Target="/ppt/slideLayouts/slideLayout9.xml" Id="R1232f4c040a1439f" /><Relationship Type="http://schemas.openxmlformats.org/officeDocument/2006/relationships/slideLayout" Target="/ppt/slideLayouts/slideLayout10.xml" Id="R559380bb6931498a" /><Relationship Type="http://schemas.openxmlformats.org/officeDocument/2006/relationships/slideLayout" Target="/ppt/slideLayouts/slideLayout11.xml" Id="R9b72b3cebda64ff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1E68BD2-F289-41EF-AE2F-A9723A7053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CF8C628-D8E9-4A41-8A71-3DC425F575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AC77D11-3CA5-4205-A849-460894210B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6B95F20-A07F-4961-8EBB-AE61E70CF1A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721ED7-8A72-4390-AB82-A3371BD0314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925fa353c4c44"/>
    <p:sldLayoutId xmlns:r="http://schemas.openxmlformats.org/officeDocument/2006/relationships" id="2147483650" r:id="Rb3468bf2d03541fc"/>
    <p:sldLayoutId xmlns:r="http://schemas.openxmlformats.org/officeDocument/2006/relationships" id="2147483651" r:id="R246e0b2f42354266"/>
    <p:sldLayoutId xmlns:r="http://schemas.openxmlformats.org/officeDocument/2006/relationships" id="2147483652" r:id="Rd7f82dd04ecc486f"/>
    <p:sldLayoutId xmlns:r="http://schemas.openxmlformats.org/officeDocument/2006/relationships" id="2147483653" r:id="Rf494981a8c9d41a7"/>
    <p:sldLayoutId xmlns:r="http://schemas.openxmlformats.org/officeDocument/2006/relationships" id="2147483654" r:id="R03b19798db5b4647"/>
    <p:sldLayoutId xmlns:r="http://schemas.openxmlformats.org/officeDocument/2006/relationships" id="2147483655" r:id="R0825125513104f80"/>
    <p:sldLayoutId xmlns:r="http://schemas.openxmlformats.org/officeDocument/2006/relationships" id="2147483656" r:id="Rc91a830bd3a3440b"/>
    <p:sldLayoutId xmlns:r="http://schemas.openxmlformats.org/officeDocument/2006/relationships" id="2147483657" r:id="R1232f4c040a1439f"/>
    <p:sldLayoutId xmlns:r="http://schemas.openxmlformats.org/officeDocument/2006/relationships" id="2147483658" r:id="R559380bb6931498a"/>
    <p:sldLayoutId xmlns:r="http://schemas.openxmlformats.org/officeDocument/2006/relationships" id="2147483659" r:id="R9b72b3cebda64ff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eef6666ac540f1" /><Relationship Type="http://schemas.openxmlformats.org/officeDocument/2006/relationships/notesSlide" Target="/ppt/notesSlides/notesSlide1.xml" Id="R1c968da57b2c42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dba58e95234e72" /><Relationship Type="http://schemas.openxmlformats.org/officeDocument/2006/relationships/notesSlide" Target="/ppt/notesSlides/notesSlide2.xml" Id="Rb711f35d42564a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6f08ba8f9443b8" /><Relationship Type="http://schemas.openxmlformats.org/officeDocument/2006/relationships/notesSlide" Target="/ppt/notesSlides/notesSlide3.xml" Id="R93fcd55cc4d444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2c4718b05d4cb6" /><Relationship Type="http://schemas.openxmlformats.org/officeDocument/2006/relationships/notesSlide" Target="/ppt/notesSlides/notesSlide4.xml" Id="R9df01a2cb15542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83fbf184dc4bc9" /><Relationship Type="http://schemas.openxmlformats.org/officeDocument/2006/relationships/notesSlide" Target="/ppt/notesSlides/notesSlide5.xml" Id="R14069944c88648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6ff8b66b5e14daa" /><Relationship Type="http://schemas.openxmlformats.org/officeDocument/2006/relationships/notesSlide" Target="/ppt/notesSlides/notesSlide6.xml" Id="R6c2e9bd73e4d40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0424b2ecdc4522" /><Relationship Type="http://schemas.openxmlformats.org/officeDocument/2006/relationships/notesSlide" Target="/ppt/notesSlides/notesSlide7.xml" Id="R6c90fcf96fd640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02f6fbace44a64" /><Relationship Type="http://schemas.openxmlformats.org/officeDocument/2006/relationships/notesSlide" Target="/ppt/notesSlides/notesSlide8.xml" Id="Rfa6841a8de374b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96d1e7916b429c" /><Relationship Type="http://schemas.openxmlformats.org/officeDocument/2006/relationships/notesSlide" Target="/ppt/notesSlides/notesSlide9.xml" Id="Rde7101c72b3141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2aa026c45941b2" /><Relationship Type="http://schemas.openxmlformats.org/officeDocument/2006/relationships/notesSlide" Target="/ppt/notesSlides/notesSlide10.xml" Id="R04107d6bd15f4c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fad48c38a34395" /><Relationship Type="http://schemas.openxmlformats.org/officeDocument/2006/relationships/notesSlide" Target="/ppt/notesSlides/notesSlide11.xml" Id="Rd641ae31d6e945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896dc21be34c4c" /><Relationship Type="http://schemas.openxmlformats.org/officeDocument/2006/relationships/notesSlide" Target="/ppt/notesSlides/notesSlide12.xml" Id="R6c1ecb6c221941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991B3E1-D381-411C-8F2A-13786B1F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F28E44-3346-4ACC-8A7E-D20FA315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996D626-DEE3-486F-B6BB-55D11E33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6AF5362-0C22-480E-8FA8-7D8FC745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67C47C0-DC35-4D82-9D36-7065A7E9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278FC5-0E7C-4C8B-81FD-B58993D1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67FE591-48DE-4EF6-A027-5E513614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4DFB51F-7E2E-44B3-82C0-CAB5A77C6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DED812A-99A6-4684-AF17-065238F4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3056DE4-AFBF-4A0E-BC28-60337EC1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3EB4C8-0CFC-4E08-8F77-6CF4182F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AC3D7D8-24C0-4126-8513-C925BE9E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4251922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0DBEC2-B52A-415A-A664-CC2035C4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E3858B-5868-4BF6-937E-7FBB0999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27943EF-9B82-4368-B079-B3A1CD14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3BD28F-4278-4FC8-B03A-A8CE987E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10A031C-830E-4CB2-9D1A-5BA65393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CC3E464-5F81-47EC-8369-08A95855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30A053C-6B0A-4E2B-B3A1-7ED8BB35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1194C6-06F1-4A98-A2C8-9C81EA08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6D6A6E0-5B6E-4E34-A67E-1B838A56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BDFDEE7-A958-4703-B1E4-12454AFF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E8DD63-CFF8-485C-BA96-FD2729F2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55435813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7B55E0-2015-4FC3-8770-CB5CC85B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295CAAC-67D2-4B21-9263-647B338F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411B7A-445A-4DC2-9525-C6AAF430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31464EB-56DE-4EFC-A8BF-D13AE002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E5B475-1F9D-4D7A-B541-E8457701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0D2151E-70D9-4FFB-A9B1-5D53CC6A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FEACF2-8E2A-4DE9-A476-F7F2CF9C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C89A85-1D46-4598-A62D-5DE0FE1E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3D0F84-AA2D-473B-BCBF-C7AE3317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A538F12-7648-44E7-A9F7-9D2C07E4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1B080C4-FB0A-42AC-8417-94BE3EF3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17892027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0A08AE-45AF-416D-87AB-6A18F5C9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4C1124-814B-4F12-936C-E5482EA6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F50618F-3D27-489D-A495-9879CA3C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83C519-C14F-4454-AA2E-A5F05AE0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19F55E-B98F-47E2-ABFF-113FBAEC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2CD43DC-7A0B-4A79-A97A-86BD119D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CB6FDB1-5954-4736-B2E8-F585B945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39D145-5B23-4564-8C70-CE08AAD2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39AFDD3-CCD0-43A9-8F9A-481DFD3E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91949E9-7B8B-4F44-8827-B4A198B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8F080D4-3A49-44A0-8118-CDC36869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FC13604-A034-4DB0-BA3A-8D992B15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0FA99ED-1DE8-42EA-8229-A7F42454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A372B84-BB24-48E2-A4EE-39CC7AAA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E580CB3-88B2-4182-A880-553D3810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659978-3090-43A4-A8B9-CD34C945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1903AD4-80E7-4148-9437-7C319E12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3EC3F1-33D4-40CD-9782-555E084F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0EB94BA-4AF6-4AD4-8184-1554CEE2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1167963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EF34962-8DF4-4763-B87D-B9DB5D59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772956-B450-469C-B7F4-4B465341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92CEC40-8934-4C31-B960-B4F54E0E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7CD359-A02A-4C0A-A4CC-50A9C92D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A930AF8-FB15-48BA-BCC8-284481CD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98817E-6F47-4639-BB11-AD48EF74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F7E041C-C7A0-4C4B-A3F8-6DC53227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1A0E647-8C1C-49E4-B245-1B11ACD5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3869E67-4110-4344-847A-C20B3E90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3DB6C0-769C-45F8-9D24-AD3C240D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32347B9-6C79-487C-9CF5-22D37687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0329554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B75CBEB-39E1-4480-916F-E9640042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165EFE7-42A5-4098-A1D0-2F140B41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73982D3-BFB3-40E0-AF68-0A2EA170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2C5A43-A7FF-44DC-825B-C4E07B4F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AD2395B-2782-46B6-A6C0-30C75BE0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CFC535-A6D8-4ABF-B71B-7ADCBA84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E3BA729-4615-4F0D-AE16-5D5185B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9AFCFA-BA00-4C70-98FA-EECB8EF0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12DE89-4C50-496B-B110-0B3DBA04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8CF87DC-579A-496F-A808-1D3CFEFD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9872F64-7448-4CFC-92FE-7DE4BC6F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5DC56F6-09A5-49E6-A2DB-0FCB21DA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756AD2B-0114-45E2-91E5-0BF89409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F65BCB2-A0C5-4AB6-88C8-72682E1F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EEB218D-D4C4-407F-9E50-D5C83F44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676DB7A-FB68-4EF5-9C0B-27DFE1AD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376F999-8767-4F7F-906B-4292156B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126942-8D9C-449D-B58D-286AAC19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8AB02D8-696A-4850-B066-7646C1CD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71557879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C7550A-8542-41CC-8FBA-E529CC0C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33764A2-582F-4E04-AD99-4F7E4DD0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5780169-EB79-4F2C-BF69-07AD813C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91A70FB-04CA-4F09-A211-5D4E153F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4DF6528-A362-45D0-B02E-4D6212B9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95E206-7002-4C68-AC12-430C69A6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E150CE5-47CA-4BF3-A9B9-5B13C220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66880D-2F4F-4694-97C4-5ECC482C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114455E-590D-4126-B355-61A8446D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9D2693-F275-4BA5-BD28-65ECD16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A81DE4F-774F-403F-AF39-A6EDB924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60965646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F00A7F1-9F9E-4DEE-9CC7-FEDEB27D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CF5143-A092-465E-92B2-12BCEC1D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226DB1-DBEF-48DA-A4BF-87F82558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81C7C5-EE05-4CE1-9E79-690F7630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F89525-4EA5-44E5-8433-2117D7F5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6D99C54-3529-45E2-875E-4190EACD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985358E-BFAC-42DF-B4BD-169715B5B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39446125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064CEB-4F67-45E1-9160-799BB9D5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76542A-03FD-498D-B368-72509507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15F480-1243-4079-ADC4-8193534D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B0FEEA-926F-4EE8-8186-71578450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A343A8-5120-4982-87D6-E35B0FA4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18468D7-5449-4B90-AC26-F2B3018FF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4A44E05-CC9E-4B98-9DEA-D60C4A0B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59000815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7C9587F-153F-4E31-996D-3ABD4708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593444-62DC-49CD-A4E1-C1D8C944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991F35-855A-4D8A-AE43-F5574B81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7804263-F263-49A8-855D-5E82FEFC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EF40F8-3C20-40F3-9EA4-8F859A42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76D3F50-7045-4676-A03C-08887468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0BE56D0-D656-446F-A604-8FBC4E4F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71D21C-33D7-4283-BFE9-D2FE265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2F23215-0C29-48EC-AC4F-5D259301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73EFCD-6404-4C1F-8880-AE37DED7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62DB6AF2-F874-49D6-9FCE-93790817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4921F09-A516-441E-B95D-0B2E58A2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ABE7177-2512-44A2-B79D-F9584283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F0C0877-BFBD-41B1-BE88-F595778C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5B96893-353F-4A3A-AD59-3711893E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45EDD3-6CC4-41A1-A287-4026D0C5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82AC18-FCFF-46C4-A539-456468B8F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7E33646-6658-459F-81A6-5FC9750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269A23B-2FE4-41B2-A951-5A687F22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445784C-4314-4035-9B91-C4463B36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79E7265-6651-4DA7-AE0B-F8543F9B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B7EBEA3-FB91-4BDA-B24F-C5A47B09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D027271-2807-4AFE-BA1D-495A788E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205629895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139FB4-62E2-4911-9276-D5DB05CB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5C73B2-040B-4F98-AD9E-D92C5C48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1FD158-A3E9-4487-A279-708AB70A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0F50A4-2A53-4A44-8B00-CB2E60D2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3D62C8D-F504-4AC8-9496-CD247D38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2026.07.23-11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21D506-C595-43BD-AC44-AC266877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A034052-323D-4A7D-A701-EDFBCB83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8530318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6D69B22-E31A-4DDE-A872-EF67789E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9D7DE7-0417-47F7-B980-DDAC06C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59322-37EF-4169-A47B-C166829B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21698CD-818C-4CF0-BB91-8B17C8B7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2026.07.23-11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B241750-1E4B-4FB0-B4C8-5F0C1D7C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9670574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2026-07-23T11:20:43.9030000Z</dcterms:created>
  <dcterms:modified xsi:type="dcterms:W3CDTF">2026-07-23T11:20:43.9030000Z</dcterms:modified>
</coreProperties>
</file>