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a42e2aa9614bd6" /><Relationship Type="http://schemas.openxmlformats.org/officeDocument/2006/relationships/extended-properties" Target="/docProps/app.xml" Id="R43172760ea9c4009" /><Relationship Type="http://schemas.openxmlformats.org/officeDocument/2006/relationships/officeDocument" Target="/ppt/presentation.xml" Id="Re30a447d39c84b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c22177e08f48bc"/>
  </p:sldMasterIdLst>
  <p:notesMasterIdLst>
    <p:notesMasterId xmlns:r="http://schemas.openxmlformats.org/officeDocument/2006/relationships" r:id="R86f34a8d90124004"/>
  </p:notesMasterIdLst>
  <p:sldIdLst>
    <p:sldId xmlns:r="http://schemas.openxmlformats.org/officeDocument/2006/relationships" id="256" r:id="R623e9d5ab52d48b8"/>
    <p:sldId xmlns:r="http://schemas.openxmlformats.org/officeDocument/2006/relationships" id="257" r:id="R05a354372bad4426"/>
    <p:sldId xmlns:r="http://schemas.openxmlformats.org/officeDocument/2006/relationships" id="258" r:id="Rcb509b8b691847da"/>
    <p:sldId xmlns:r="http://schemas.openxmlformats.org/officeDocument/2006/relationships" id="259" r:id="R52b8d7f0a1ac4e0b"/>
    <p:sldId xmlns:r="http://schemas.openxmlformats.org/officeDocument/2006/relationships" id="260" r:id="R860b3e254d324723"/>
    <p:sldId xmlns:r="http://schemas.openxmlformats.org/officeDocument/2006/relationships" id="261" r:id="R5ea2561a4b1e4fd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09bb089f614a6b" /><Relationship Type="http://schemas.openxmlformats.org/officeDocument/2006/relationships/slideMaster" Target="/ppt/slideMasters/slideMaster1.xml" Id="Rb0c22177e08f48bc" /><Relationship Type="http://schemas.openxmlformats.org/officeDocument/2006/relationships/notesMaster" Target="/ppt/notesMasters/notesMaster1.xml" Id="R86f34a8d90124004" /><Relationship Type="http://schemas.openxmlformats.org/officeDocument/2006/relationships/presProps" Target="/ppt/presProps.xml" Id="R99506f22593e41a9" /><Relationship Type="http://schemas.openxmlformats.org/officeDocument/2006/relationships/viewProps" Target="/ppt/viewProps.xml" Id="Rbb1d0662624345bf" /><Relationship Type="http://schemas.openxmlformats.org/officeDocument/2006/relationships/tableStyles" Target="/ppt/tableStyles.xml" Id="R0c08e757dbc24f46" /><Relationship Type="http://schemas.openxmlformats.org/officeDocument/2006/relationships/slide" Target="/ppt/slides/slide1.xml" Id="R623e9d5ab52d48b8" /><Relationship Type="http://schemas.openxmlformats.org/officeDocument/2006/relationships/slide" Target="/ppt/slides/slide2.xml" Id="R05a354372bad4426" /><Relationship Type="http://schemas.openxmlformats.org/officeDocument/2006/relationships/slide" Target="/ppt/slides/slide3.xml" Id="Rcb509b8b691847da" /><Relationship Type="http://schemas.openxmlformats.org/officeDocument/2006/relationships/slide" Target="/ppt/slides/slide4.xml" Id="R52b8d7f0a1ac4e0b" /><Relationship Type="http://schemas.openxmlformats.org/officeDocument/2006/relationships/slide" Target="/ppt/slides/slide5.xml" Id="R860b3e254d324723" /><Relationship Type="http://schemas.openxmlformats.org/officeDocument/2006/relationships/slide" Target="/ppt/slides/slide6.xml" Id="R5ea2561a4b1e4f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52eb39e45846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47b137be2f44e8" /><Relationship Type="http://schemas.openxmlformats.org/officeDocument/2006/relationships/notesMaster" Target="/ppt/notesMasters/notesMaster1.xml" Id="R03324e2dab2b41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93266a96f24ea7" /><Relationship Type="http://schemas.openxmlformats.org/officeDocument/2006/relationships/notesMaster" Target="/ppt/notesMasters/notesMaster1.xml" Id="Rf67fa48f1cbb49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aa866647264d5e" /><Relationship Type="http://schemas.openxmlformats.org/officeDocument/2006/relationships/notesMaster" Target="/ppt/notesMasters/notesMaster1.xml" Id="R45df9aa511c640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f97ed1a4f74dca" /><Relationship Type="http://schemas.openxmlformats.org/officeDocument/2006/relationships/notesMaster" Target="/ppt/notesMasters/notesMaster1.xml" Id="Ree6fb6843c1640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07d47cf08f49c3" /><Relationship Type="http://schemas.openxmlformats.org/officeDocument/2006/relationships/notesMaster" Target="/ppt/notesMasters/notesMaster1.xml" Id="R28b92ca72b9247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c3466e89dd44e3" /><Relationship Type="http://schemas.openxmlformats.org/officeDocument/2006/relationships/notesMaster" Target="/ppt/notesMasters/notesMaster1.xml" Id="R0dba462b0d5f43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ffda15810b41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6fe58dcb354a8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6924123e948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7d1c807f942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cb491dbc94e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7f0e8a54e64fe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ca4f9f1fe428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e731f81f54da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3eab4f2a14b3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8043fef0d748c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3c6c4b14c431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92446f354340b9" /><Relationship Type="http://schemas.openxmlformats.org/officeDocument/2006/relationships/slideLayout" Target="/ppt/slideLayouts/slideLayout1.xml" Id="R41a7b88fa40a468d" /><Relationship Type="http://schemas.openxmlformats.org/officeDocument/2006/relationships/slideLayout" Target="/ppt/slideLayouts/slideLayout2.xml" Id="R7489a54a83b54ff6" /><Relationship Type="http://schemas.openxmlformats.org/officeDocument/2006/relationships/slideLayout" Target="/ppt/slideLayouts/slideLayout3.xml" Id="R07206bffd4dc4ab9" /><Relationship Type="http://schemas.openxmlformats.org/officeDocument/2006/relationships/slideLayout" Target="/ppt/slideLayouts/slideLayout4.xml" Id="Rd1a3684689cf4401" /><Relationship Type="http://schemas.openxmlformats.org/officeDocument/2006/relationships/slideLayout" Target="/ppt/slideLayouts/slideLayout5.xml" Id="R6ab819cd99c14c0f" /><Relationship Type="http://schemas.openxmlformats.org/officeDocument/2006/relationships/slideLayout" Target="/ppt/slideLayouts/slideLayout6.xml" Id="R9815a984d7e643ec" /><Relationship Type="http://schemas.openxmlformats.org/officeDocument/2006/relationships/slideLayout" Target="/ppt/slideLayouts/slideLayout7.xml" Id="Rcf7ed3ff79f744da" /><Relationship Type="http://schemas.openxmlformats.org/officeDocument/2006/relationships/slideLayout" Target="/ppt/slideLayouts/slideLayout8.xml" Id="R4296631cfaf14191" /><Relationship Type="http://schemas.openxmlformats.org/officeDocument/2006/relationships/slideLayout" Target="/ppt/slideLayouts/slideLayout9.xml" Id="R6f89e83aacf145f2" /><Relationship Type="http://schemas.openxmlformats.org/officeDocument/2006/relationships/slideLayout" Target="/ppt/slideLayouts/slideLayout10.xml" Id="R7a69e5337fb848b4" /><Relationship Type="http://schemas.openxmlformats.org/officeDocument/2006/relationships/slideLayout" Target="/ppt/slideLayouts/slideLayout11.xml" Id="Rbd59cdd0acac4d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a7b88fa40a468d"/>
    <p:sldLayoutId xmlns:r="http://schemas.openxmlformats.org/officeDocument/2006/relationships" id="2147483650" r:id="R7489a54a83b54ff6"/>
    <p:sldLayoutId xmlns:r="http://schemas.openxmlformats.org/officeDocument/2006/relationships" id="2147483651" r:id="R07206bffd4dc4ab9"/>
    <p:sldLayoutId xmlns:r="http://schemas.openxmlformats.org/officeDocument/2006/relationships" id="2147483652" r:id="Rd1a3684689cf4401"/>
    <p:sldLayoutId xmlns:r="http://schemas.openxmlformats.org/officeDocument/2006/relationships" id="2147483653" r:id="R6ab819cd99c14c0f"/>
    <p:sldLayoutId xmlns:r="http://schemas.openxmlformats.org/officeDocument/2006/relationships" id="2147483654" r:id="R9815a984d7e643ec"/>
    <p:sldLayoutId xmlns:r="http://schemas.openxmlformats.org/officeDocument/2006/relationships" id="2147483655" r:id="Rcf7ed3ff79f744da"/>
    <p:sldLayoutId xmlns:r="http://schemas.openxmlformats.org/officeDocument/2006/relationships" id="2147483656" r:id="R4296631cfaf14191"/>
    <p:sldLayoutId xmlns:r="http://schemas.openxmlformats.org/officeDocument/2006/relationships" id="2147483657" r:id="R6f89e83aacf145f2"/>
    <p:sldLayoutId xmlns:r="http://schemas.openxmlformats.org/officeDocument/2006/relationships" id="2147483658" r:id="R7a69e5337fb848b4"/>
    <p:sldLayoutId xmlns:r="http://schemas.openxmlformats.org/officeDocument/2006/relationships" id="2147483659" r:id="Rbd59cdd0acac4d0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1a94624eb84d83" /><Relationship Type="http://schemas.openxmlformats.org/officeDocument/2006/relationships/notesSlide" Target="/ppt/notesSlides/notesSlide1.xml" Id="R26e9ead6dabd4d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aa1e04a7494af6" /><Relationship Type="http://schemas.openxmlformats.org/officeDocument/2006/relationships/notesSlide" Target="/ppt/notesSlides/notesSlide2.xml" Id="R1fabe60e21ba4c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f78526a763494f" /><Relationship Type="http://schemas.openxmlformats.org/officeDocument/2006/relationships/notesSlide" Target="/ppt/notesSlides/notesSlide3.xml" Id="R1e3199971f1846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3ea53608cd47fb" /><Relationship Type="http://schemas.openxmlformats.org/officeDocument/2006/relationships/notesSlide" Target="/ppt/notesSlides/notesSlide4.xml" Id="R12b2fa485cf54d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ad65467b9a4e47" /><Relationship Type="http://schemas.openxmlformats.org/officeDocument/2006/relationships/notesSlide" Target="/ppt/notesSlides/notesSlide5.xml" Id="Ra1ef8c08d4404d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0d4de9df7e45d1" /><Relationship Type="http://schemas.openxmlformats.org/officeDocument/2006/relationships/notesSlide" Target="/ppt/notesSlides/notesSlide6.xml" Id="R16a29499396542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2026.07.28-32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2026-07-28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152; 5 new country plans, not sales. Belgium ≈83,333 litres (9 months; not retail); Italy EUR 84.31m PLI tax (not retail). Canada retail CAD 1.219160bn (≈EUR 822.6m; ECB 2024) and shipments CAD 1.160754bn (≈EUR 783.2m; ECB 2024); FTC USD 2.763bn (≈EUR 2.336bn;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2026.07.28-32 · 2026-07-28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2026-07-28T06:49:44.5000000Z</dcterms:created>
  <dcterms:modified xsi:type="dcterms:W3CDTF">2026-07-28T06:49:44.5000000Z</dcterms:modified>
</coreProperties>
</file>