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cae7db52eb434c" /><Relationship Type="http://schemas.openxmlformats.org/officeDocument/2006/relationships/extended-properties" Target="/docProps/app.xml" Id="R8e3e2386df7a4e16" /><Relationship Type="http://schemas.openxmlformats.org/officeDocument/2006/relationships/officeDocument" Target="/ppt/presentation.xml" Id="R4524c054b3634f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0dc72820b94f3f"/>
  </p:sldMasterIdLst>
  <p:notesMasterIdLst>
    <p:notesMasterId xmlns:r="http://schemas.openxmlformats.org/officeDocument/2006/relationships" r:id="R1195bf433ad04b24"/>
  </p:notesMasterIdLst>
  <p:sldIdLst>
    <p:sldId xmlns:r="http://schemas.openxmlformats.org/officeDocument/2006/relationships" id="256" r:id="R3545c539b616422d"/>
    <p:sldId xmlns:r="http://schemas.openxmlformats.org/officeDocument/2006/relationships" id="257" r:id="R5591cc7da4384a85"/>
    <p:sldId xmlns:r="http://schemas.openxmlformats.org/officeDocument/2006/relationships" id="258" r:id="R3eed9e9d46c044b1"/>
    <p:sldId xmlns:r="http://schemas.openxmlformats.org/officeDocument/2006/relationships" id="259" r:id="R53e4a861979d4b23"/>
    <p:sldId xmlns:r="http://schemas.openxmlformats.org/officeDocument/2006/relationships" id="260" r:id="R14d72e327b5e4c7d"/>
    <p:sldId xmlns:r="http://schemas.openxmlformats.org/officeDocument/2006/relationships" id="261" r:id="Rb9ab6da6e4b4480a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b7e5384f51495e" /><Relationship Type="http://schemas.openxmlformats.org/officeDocument/2006/relationships/slideMaster" Target="/ppt/slideMasters/slideMaster1.xml" Id="Ra80dc72820b94f3f" /><Relationship Type="http://schemas.openxmlformats.org/officeDocument/2006/relationships/notesMaster" Target="/ppt/notesMasters/notesMaster1.xml" Id="R1195bf433ad04b24" /><Relationship Type="http://schemas.openxmlformats.org/officeDocument/2006/relationships/presProps" Target="/ppt/presProps.xml" Id="Rca4a83ca84e44970" /><Relationship Type="http://schemas.openxmlformats.org/officeDocument/2006/relationships/viewProps" Target="/ppt/viewProps.xml" Id="R02c2ed18c24740d9" /><Relationship Type="http://schemas.openxmlformats.org/officeDocument/2006/relationships/tableStyles" Target="/ppt/tableStyles.xml" Id="R017e3f0240f6461f" /><Relationship Type="http://schemas.openxmlformats.org/officeDocument/2006/relationships/slide" Target="/ppt/slides/slide1.xml" Id="R3545c539b616422d" /><Relationship Type="http://schemas.openxmlformats.org/officeDocument/2006/relationships/slide" Target="/ppt/slides/slide2.xml" Id="R5591cc7da4384a85" /><Relationship Type="http://schemas.openxmlformats.org/officeDocument/2006/relationships/slide" Target="/ppt/slides/slide3.xml" Id="R3eed9e9d46c044b1" /><Relationship Type="http://schemas.openxmlformats.org/officeDocument/2006/relationships/slide" Target="/ppt/slides/slide4.xml" Id="R53e4a861979d4b23" /><Relationship Type="http://schemas.openxmlformats.org/officeDocument/2006/relationships/slide" Target="/ppt/slides/slide5.xml" Id="R14d72e327b5e4c7d" /><Relationship Type="http://schemas.openxmlformats.org/officeDocument/2006/relationships/slide" Target="/ppt/slides/slide6.xml" Id="Rb9ab6da6e4b448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e88a32b6cb45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61b8c4a5054cd1" /><Relationship Type="http://schemas.openxmlformats.org/officeDocument/2006/relationships/notesMaster" Target="/ppt/notesMasters/notesMaster1.xml" Id="Ra0df17df12d44d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ef3a71c40d4ba1" /><Relationship Type="http://schemas.openxmlformats.org/officeDocument/2006/relationships/notesMaster" Target="/ppt/notesMasters/notesMaster1.xml" Id="Ree13dfe96d0f47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de91e8d9494831" /><Relationship Type="http://schemas.openxmlformats.org/officeDocument/2006/relationships/notesMaster" Target="/ppt/notesMasters/notesMaster1.xml" Id="Rd2f40023efdb4c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c15ea150ff4909" /><Relationship Type="http://schemas.openxmlformats.org/officeDocument/2006/relationships/notesMaster" Target="/ppt/notesMasters/notesMaster1.xml" Id="R467b60c2e23946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1749021b8b4e21" /><Relationship Type="http://schemas.openxmlformats.org/officeDocument/2006/relationships/notesMaster" Target="/ppt/notesMasters/notesMaster1.xml" Id="R8db4eb77c11f4b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529bcd4b474299" /><Relationship Type="http://schemas.openxmlformats.org/officeDocument/2006/relationships/notesMaster" Target="/ppt/notesMasters/notesMaster1.xml" Id="Ra799b78fc4b148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372cffb28c453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11fdd77fc2476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e190f5f894497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fd9b22838f4b4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a4cf6af00d45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e6168476440c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096a0a0f5472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64fba6c75423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5c428e30e64f3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458b102ca043d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9433e8470c4c5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825aa582e347a0" /><Relationship Type="http://schemas.openxmlformats.org/officeDocument/2006/relationships/slideLayout" Target="/ppt/slideLayouts/slideLayout1.xml" Id="R48414fcdf8d541ed" /><Relationship Type="http://schemas.openxmlformats.org/officeDocument/2006/relationships/slideLayout" Target="/ppt/slideLayouts/slideLayout2.xml" Id="R766c442e5328469b" /><Relationship Type="http://schemas.openxmlformats.org/officeDocument/2006/relationships/slideLayout" Target="/ppt/slideLayouts/slideLayout3.xml" Id="Rec4905bacbd04fea" /><Relationship Type="http://schemas.openxmlformats.org/officeDocument/2006/relationships/slideLayout" Target="/ppt/slideLayouts/slideLayout4.xml" Id="R653cafab80ca4500" /><Relationship Type="http://schemas.openxmlformats.org/officeDocument/2006/relationships/slideLayout" Target="/ppt/slideLayouts/slideLayout5.xml" Id="R94be88aaef7945c6" /><Relationship Type="http://schemas.openxmlformats.org/officeDocument/2006/relationships/slideLayout" Target="/ppt/slideLayouts/slideLayout6.xml" Id="Rd045412596eb42ad" /><Relationship Type="http://schemas.openxmlformats.org/officeDocument/2006/relationships/slideLayout" Target="/ppt/slideLayouts/slideLayout7.xml" Id="R785cc0abb6a0405f" /><Relationship Type="http://schemas.openxmlformats.org/officeDocument/2006/relationships/slideLayout" Target="/ppt/slideLayouts/slideLayout8.xml" Id="R676b6f674e7349f4" /><Relationship Type="http://schemas.openxmlformats.org/officeDocument/2006/relationships/slideLayout" Target="/ppt/slideLayouts/slideLayout9.xml" Id="Rf3cf40a6dd5b4afb" /><Relationship Type="http://schemas.openxmlformats.org/officeDocument/2006/relationships/slideLayout" Target="/ppt/slideLayouts/slideLayout10.xml" Id="Rf9b26f240e454c8a" /><Relationship Type="http://schemas.openxmlformats.org/officeDocument/2006/relationships/slideLayout" Target="/ppt/slideLayouts/slideLayout11.xml" Id="R86df889d08b5414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414fcdf8d541ed"/>
    <p:sldLayoutId xmlns:r="http://schemas.openxmlformats.org/officeDocument/2006/relationships" id="2147483650" r:id="R766c442e5328469b"/>
    <p:sldLayoutId xmlns:r="http://schemas.openxmlformats.org/officeDocument/2006/relationships" id="2147483651" r:id="Rec4905bacbd04fea"/>
    <p:sldLayoutId xmlns:r="http://schemas.openxmlformats.org/officeDocument/2006/relationships" id="2147483652" r:id="R653cafab80ca4500"/>
    <p:sldLayoutId xmlns:r="http://schemas.openxmlformats.org/officeDocument/2006/relationships" id="2147483653" r:id="R94be88aaef7945c6"/>
    <p:sldLayoutId xmlns:r="http://schemas.openxmlformats.org/officeDocument/2006/relationships" id="2147483654" r:id="Rd045412596eb42ad"/>
    <p:sldLayoutId xmlns:r="http://schemas.openxmlformats.org/officeDocument/2006/relationships" id="2147483655" r:id="R785cc0abb6a0405f"/>
    <p:sldLayoutId xmlns:r="http://schemas.openxmlformats.org/officeDocument/2006/relationships" id="2147483656" r:id="R676b6f674e7349f4"/>
    <p:sldLayoutId xmlns:r="http://schemas.openxmlformats.org/officeDocument/2006/relationships" id="2147483657" r:id="Rf3cf40a6dd5b4afb"/>
    <p:sldLayoutId xmlns:r="http://schemas.openxmlformats.org/officeDocument/2006/relationships" id="2147483658" r:id="Rf9b26f240e454c8a"/>
    <p:sldLayoutId xmlns:r="http://schemas.openxmlformats.org/officeDocument/2006/relationships" id="2147483659" r:id="R86df889d08b5414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2858a996d34a91" /><Relationship Type="http://schemas.openxmlformats.org/officeDocument/2006/relationships/notesSlide" Target="/ppt/notesSlides/notesSlide1.xml" Id="R2031aa83f3e446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457dba74374999" /><Relationship Type="http://schemas.openxmlformats.org/officeDocument/2006/relationships/notesSlide" Target="/ppt/notesSlides/notesSlide2.xml" Id="R99c0eeed57234a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12f053d0344c9f" /><Relationship Type="http://schemas.openxmlformats.org/officeDocument/2006/relationships/notesSlide" Target="/ppt/notesSlides/notesSlide3.xml" Id="Rd628a34e37be44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e1999231a14d36" /><Relationship Type="http://schemas.openxmlformats.org/officeDocument/2006/relationships/notesSlide" Target="/ppt/notesSlides/notesSlide4.xml" Id="Rd56742b757a943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760161f1074f1b" /><Relationship Type="http://schemas.openxmlformats.org/officeDocument/2006/relationships/notesSlide" Target="/ppt/notesSlides/notesSlide5.xml" Id="Re8064ebc955544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74c1a5f4a843ed" /><Relationship Type="http://schemas.openxmlformats.org/officeDocument/2006/relationships/notesSlide" Target="/ppt/notesSlides/notesSlide6.xml" Id="Rea9d423a3bf14e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2026.07.27-27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2026.07.27-27 · 2026-07-27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2026.07.27-27 · 2026-07-27 · Sources: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39 market measures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New Zealand passes 7/10: D5 failed; D8 and D10 open. Not accepted; the donor gate remains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Base: 195/578 WB; not sales. Poland 2020–23 flow; 2025 tax bridge 4,382,500 devices / 62,500 sets. Canada CAD 1.219160bn (≈EUR 822.6m; ECB 2024); Health Canada shipments CAD 1.160754bn (≈EUR 783.2m; ECB 2024); FTC USD 2.763bn (≈EUR 2.336bn;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2026.07.27-27 · 2026-07-27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2026.07.27-27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2026-07-27T13:14:56.7630000Z</dcterms:created>
  <dcterms:modified xsi:type="dcterms:W3CDTF">2026-07-27T13:14:56.7630000Z</dcterms:modified>
</coreProperties>
</file>