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4c47d03e4a4610" /><Relationship Type="http://schemas.openxmlformats.org/officeDocument/2006/relationships/extended-properties" Target="/docProps/app.xml" Id="R92285d44a3e64021" /><Relationship Type="http://schemas.openxmlformats.org/officeDocument/2006/relationships/officeDocument" Target="/ppt/presentation.xml" Id="R820f02eb5a344d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ff33fe07b247e8"/>
  </p:sldMasterIdLst>
  <p:notesMasterIdLst>
    <p:notesMasterId xmlns:r="http://schemas.openxmlformats.org/officeDocument/2006/relationships" r:id="R91448c63c5cb46af"/>
  </p:notesMasterIdLst>
  <p:sldIdLst>
    <p:sldId xmlns:r="http://schemas.openxmlformats.org/officeDocument/2006/relationships" id="256" r:id="Rbab244f7fcc04a31"/>
    <p:sldId xmlns:r="http://schemas.openxmlformats.org/officeDocument/2006/relationships" id="257" r:id="Rd56f50e35740471a"/>
    <p:sldId xmlns:r="http://schemas.openxmlformats.org/officeDocument/2006/relationships" id="258" r:id="Rae03d4f7d10a4b80"/>
    <p:sldId xmlns:r="http://schemas.openxmlformats.org/officeDocument/2006/relationships" id="259" r:id="R28826d7547724288"/>
    <p:sldId xmlns:r="http://schemas.openxmlformats.org/officeDocument/2006/relationships" id="260" r:id="R02ed5ee3e25d4b5e"/>
    <p:sldId xmlns:r="http://schemas.openxmlformats.org/officeDocument/2006/relationships" id="261" r:id="R70337fd3ffdd4458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8732588b2d4b61" /><Relationship Type="http://schemas.openxmlformats.org/officeDocument/2006/relationships/slideMaster" Target="/ppt/slideMasters/slideMaster1.xml" Id="R30ff33fe07b247e8" /><Relationship Type="http://schemas.openxmlformats.org/officeDocument/2006/relationships/notesMaster" Target="/ppt/notesMasters/notesMaster1.xml" Id="R91448c63c5cb46af" /><Relationship Type="http://schemas.openxmlformats.org/officeDocument/2006/relationships/presProps" Target="/ppt/presProps.xml" Id="R33267a75a3d44e96" /><Relationship Type="http://schemas.openxmlformats.org/officeDocument/2006/relationships/viewProps" Target="/ppt/viewProps.xml" Id="R0e7e23a33b9a4bbe" /><Relationship Type="http://schemas.openxmlformats.org/officeDocument/2006/relationships/tableStyles" Target="/ppt/tableStyles.xml" Id="Rfe5be022a86e44fb" /><Relationship Type="http://schemas.openxmlformats.org/officeDocument/2006/relationships/slide" Target="/ppt/slides/slide1.xml" Id="Rbab244f7fcc04a31" /><Relationship Type="http://schemas.openxmlformats.org/officeDocument/2006/relationships/slide" Target="/ppt/slides/slide2.xml" Id="Rd56f50e35740471a" /><Relationship Type="http://schemas.openxmlformats.org/officeDocument/2006/relationships/slide" Target="/ppt/slides/slide3.xml" Id="Rae03d4f7d10a4b80" /><Relationship Type="http://schemas.openxmlformats.org/officeDocument/2006/relationships/slide" Target="/ppt/slides/slide4.xml" Id="R28826d7547724288" /><Relationship Type="http://schemas.openxmlformats.org/officeDocument/2006/relationships/slide" Target="/ppt/slides/slide5.xml" Id="R02ed5ee3e25d4b5e" /><Relationship Type="http://schemas.openxmlformats.org/officeDocument/2006/relationships/slide" Target="/ppt/slides/slide6.xml" Id="R70337fd3ffdd44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1675b81aed44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c5609d17d1466d" /><Relationship Type="http://schemas.openxmlformats.org/officeDocument/2006/relationships/notesMaster" Target="/ppt/notesMasters/notesMaster1.xml" Id="R835e9135c05a4c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5e40bba32d4419" /><Relationship Type="http://schemas.openxmlformats.org/officeDocument/2006/relationships/notesMaster" Target="/ppt/notesMasters/notesMaster1.xml" Id="R539a2de180b548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70c0b1683041d4" /><Relationship Type="http://schemas.openxmlformats.org/officeDocument/2006/relationships/notesMaster" Target="/ppt/notesMasters/notesMaster1.xml" Id="R2148f13a6c8848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881541da2b4d79" /><Relationship Type="http://schemas.openxmlformats.org/officeDocument/2006/relationships/notesMaster" Target="/ppt/notesMasters/notesMaster1.xml" Id="Re3cfc9054abb40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bb6127b0e14522" /><Relationship Type="http://schemas.openxmlformats.org/officeDocument/2006/relationships/notesMaster" Target="/ppt/notesMasters/notesMaster1.xml" Id="Raf57cec9fcc64e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b3eff1d1ea4e45" /><Relationship Type="http://schemas.openxmlformats.org/officeDocument/2006/relationships/notesMaster" Target="/ppt/notesMasters/notesMaster1.xml" Id="R0666cea0fb1e43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1a8a2df01246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23ff5479b849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4c28718449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91239c62b847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23865057b42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8f7a13179d41c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bfe81a9b9f4b5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820b5c24d04ee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ed5dcd726a409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a301bdcc684dd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eec8da626946b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a4501b64094bf2" /><Relationship Type="http://schemas.openxmlformats.org/officeDocument/2006/relationships/slideLayout" Target="/ppt/slideLayouts/slideLayout1.xml" Id="R4e65e73c63d1446f" /><Relationship Type="http://schemas.openxmlformats.org/officeDocument/2006/relationships/slideLayout" Target="/ppt/slideLayouts/slideLayout2.xml" Id="Ra775ce1834874e9e" /><Relationship Type="http://schemas.openxmlformats.org/officeDocument/2006/relationships/slideLayout" Target="/ppt/slideLayouts/slideLayout3.xml" Id="R7a0a52970c8549fd" /><Relationship Type="http://schemas.openxmlformats.org/officeDocument/2006/relationships/slideLayout" Target="/ppt/slideLayouts/slideLayout4.xml" Id="R53eb703c1bc2452f" /><Relationship Type="http://schemas.openxmlformats.org/officeDocument/2006/relationships/slideLayout" Target="/ppt/slideLayouts/slideLayout5.xml" Id="Rf9bb87de7eba4d33" /><Relationship Type="http://schemas.openxmlformats.org/officeDocument/2006/relationships/slideLayout" Target="/ppt/slideLayouts/slideLayout6.xml" Id="R443160bf65354e64" /><Relationship Type="http://schemas.openxmlformats.org/officeDocument/2006/relationships/slideLayout" Target="/ppt/slideLayouts/slideLayout7.xml" Id="Ra7ddf0ad280b422f" /><Relationship Type="http://schemas.openxmlformats.org/officeDocument/2006/relationships/slideLayout" Target="/ppt/slideLayouts/slideLayout8.xml" Id="R28a8c222083147a4" /><Relationship Type="http://schemas.openxmlformats.org/officeDocument/2006/relationships/slideLayout" Target="/ppt/slideLayouts/slideLayout9.xml" Id="R3378147db17a43c7" /><Relationship Type="http://schemas.openxmlformats.org/officeDocument/2006/relationships/slideLayout" Target="/ppt/slideLayouts/slideLayout10.xml" Id="R69be33367ded47e7" /><Relationship Type="http://schemas.openxmlformats.org/officeDocument/2006/relationships/slideLayout" Target="/ppt/slideLayouts/slideLayout11.xml" Id="Raecc670a6289488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65e73c63d1446f"/>
    <p:sldLayoutId xmlns:r="http://schemas.openxmlformats.org/officeDocument/2006/relationships" id="2147483650" r:id="Ra775ce1834874e9e"/>
    <p:sldLayoutId xmlns:r="http://schemas.openxmlformats.org/officeDocument/2006/relationships" id="2147483651" r:id="R7a0a52970c8549fd"/>
    <p:sldLayoutId xmlns:r="http://schemas.openxmlformats.org/officeDocument/2006/relationships" id="2147483652" r:id="R53eb703c1bc2452f"/>
    <p:sldLayoutId xmlns:r="http://schemas.openxmlformats.org/officeDocument/2006/relationships" id="2147483653" r:id="Rf9bb87de7eba4d33"/>
    <p:sldLayoutId xmlns:r="http://schemas.openxmlformats.org/officeDocument/2006/relationships" id="2147483654" r:id="R443160bf65354e64"/>
    <p:sldLayoutId xmlns:r="http://schemas.openxmlformats.org/officeDocument/2006/relationships" id="2147483655" r:id="Ra7ddf0ad280b422f"/>
    <p:sldLayoutId xmlns:r="http://schemas.openxmlformats.org/officeDocument/2006/relationships" id="2147483656" r:id="R28a8c222083147a4"/>
    <p:sldLayoutId xmlns:r="http://schemas.openxmlformats.org/officeDocument/2006/relationships" id="2147483657" r:id="R3378147db17a43c7"/>
    <p:sldLayoutId xmlns:r="http://schemas.openxmlformats.org/officeDocument/2006/relationships" id="2147483658" r:id="R69be33367ded47e7"/>
    <p:sldLayoutId xmlns:r="http://schemas.openxmlformats.org/officeDocument/2006/relationships" id="2147483659" r:id="Raecc670a6289488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94e8d7ca714f3c" /><Relationship Type="http://schemas.openxmlformats.org/officeDocument/2006/relationships/notesSlide" Target="/ppt/notesSlides/notesSlide1.xml" Id="R69ee47865cec4d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9d7c903c134f9b" /><Relationship Type="http://schemas.openxmlformats.org/officeDocument/2006/relationships/notesSlide" Target="/ppt/notesSlides/notesSlide2.xml" Id="Reaf4bf74227b40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f0b53382434187" /><Relationship Type="http://schemas.openxmlformats.org/officeDocument/2006/relationships/notesSlide" Target="/ppt/notesSlides/notesSlide3.xml" Id="R98dd4d6d1cfc4c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e5b9201f7246a8" /><Relationship Type="http://schemas.openxmlformats.org/officeDocument/2006/relationships/notesSlide" Target="/ppt/notesSlides/notesSlide4.xml" Id="Rc546a09420814f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09acf4f521438a" /><Relationship Type="http://schemas.openxmlformats.org/officeDocument/2006/relationships/notesSlide" Target="/ppt/notesSlides/notesSlide5.xml" Id="Rbbd92c46a9ed45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2a66acc83c42ed" /><Relationship Type="http://schemas.openxmlformats.org/officeDocument/2006/relationships/notesSlide" Target="/ppt/notesSlides/notesSlide6.xml" Id="Rb1718ba36b084e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Base: 195/578 WB; not sales. Poland 2020–23 flow; 2025 tax bridge 4,382,500 devices / 62,500 sets. Canada CAD 1.219160bn (≈EUR 822.6m; ECB 2024); Health Canada shipments CAD 1.160754bn (≈EUR 783.2m; ECB 2024); FTC USD 2.763bn (≈EUR 2.336bn;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2026.07.27-28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2026-07-27T14:00:04.5350000Z</dcterms:created>
  <dcterms:modified xsi:type="dcterms:W3CDTF">2026-07-27T14:00:04.5350000Z</dcterms:modified>
</coreProperties>
</file>