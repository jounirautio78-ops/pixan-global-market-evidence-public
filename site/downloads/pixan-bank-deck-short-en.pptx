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a245b141ce46ae" /><Relationship Type="http://schemas.openxmlformats.org/officeDocument/2006/relationships/extended-properties" Target="/docProps/app.xml" Id="Rabee2e8f9f9b4f09" /><Relationship Type="http://schemas.openxmlformats.org/officeDocument/2006/relationships/officeDocument" Target="/ppt/presentation.xml" Id="R0837438b1b424f4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d5e165336e463d"/>
  </p:sldMasterIdLst>
  <p:notesMasterIdLst>
    <p:notesMasterId xmlns:r="http://schemas.openxmlformats.org/officeDocument/2006/relationships" r:id="R345200cb73db4b80"/>
  </p:notesMasterIdLst>
  <p:sldIdLst>
    <p:sldId xmlns:r="http://schemas.openxmlformats.org/officeDocument/2006/relationships" id="256" r:id="R389b7ac30c084e26"/>
    <p:sldId xmlns:r="http://schemas.openxmlformats.org/officeDocument/2006/relationships" id="257" r:id="Rad19adac8ea64257"/>
    <p:sldId xmlns:r="http://schemas.openxmlformats.org/officeDocument/2006/relationships" id="258" r:id="Rfb541299e6d54366"/>
    <p:sldId xmlns:r="http://schemas.openxmlformats.org/officeDocument/2006/relationships" id="259" r:id="R1b63c0281535424e"/>
    <p:sldId xmlns:r="http://schemas.openxmlformats.org/officeDocument/2006/relationships" id="260" r:id="R9906e8dac6a6456b"/>
    <p:sldId xmlns:r="http://schemas.openxmlformats.org/officeDocument/2006/relationships" id="261" r:id="R9fc680b5264c44e0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bbc94f2b8147f3" /><Relationship Type="http://schemas.openxmlformats.org/officeDocument/2006/relationships/slideMaster" Target="/ppt/slideMasters/slideMaster1.xml" Id="Rc4d5e165336e463d" /><Relationship Type="http://schemas.openxmlformats.org/officeDocument/2006/relationships/notesMaster" Target="/ppt/notesMasters/notesMaster1.xml" Id="R345200cb73db4b80" /><Relationship Type="http://schemas.openxmlformats.org/officeDocument/2006/relationships/presProps" Target="/ppt/presProps.xml" Id="R4d2bf92be2c14082" /><Relationship Type="http://schemas.openxmlformats.org/officeDocument/2006/relationships/viewProps" Target="/ppt/viewProps.xml" Id="R6148a7ed0e3a4b84" /><Relationship Type="http://schemas.openxmlformats.org/officeDocument/2006/relationships/tableStyles" Target="/ppt/tableStyles.xml" Id="R459f6fe3409e4ded" /><Relationship Type="http://schemas.openxmlformats.org/officeDocument/2006/relationships/slide" Target="/ppt/slides/slide1.xml" Id="R389b7ac30c084e26" /><Relationship Type="http://schemas.openxmlformats.org/officeDocument/2006/relationships/slide" Target="/ppt/slides/slide2.xml" Id="Rad19adac8ea64257" /><Relationship Type="http://schemas.openxmlformats.org/officeDocument/2006/relationships/slide" Target="/ppt/slides/slide3.xml" Id="Rfb541299e6d54366" /><Relationship Type="http://schemas.openxmlformats.org/officeDocument/2006/relationships/slide" Target="/ppt/slides/slide4.xml" Id="R1b63c0281535424e" /><Relationship Type="http://schemas.openxmlformats.org/officeDocument/2006/relationships/slide" Target="/ppt/slides/slide5.xml" Id="R9906e8dac6a6456b" /><Relationship Type="http://schemas.openxmlformats.org/officeDocument/2006/relationships/slide" Target="/ppt/slides/slide6.xml" Id="R9fc680b5264c44e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5c8bb44d524bf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d85b55f0ff3475c" /><Relationship Type="http://schemas.openxmlformats.org/officeDocument/2006/relationships/notesMaster" Target="/ppt/notesMasters/notesMaster1.xml" Id="R2264242431c445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3e6d63f58f4963" /><Relationship Type="http://schemas.openxmlformats.org/officeDocument/2006/relationships/notesMaster" Target="/ppt/notesMasters/notesMaster1.xml" Id="Re95d531c33d146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52f4ddadef4b52" /><Relationship Type="http://schemas.openxmlformats.org/officeDocument/2006/relationships/notesMaster" Target="/ppt/notesMasters/notesMaster1.xml" Id="R07f9f73e36094bd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60776eb75e1474c" /><Relationship Type="http://schemas.openxmlformats.org/officeDocument/2006/relationships/notesMaster" Target="/ppt/notesMasters/notesMaster1.xml" Id="R1d95f49f064e49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73f2a6a2b3416f" /><Relationship Type="http://schemas.openxmlformats.org/officeDocument/2006/relationships/notesMaster" Target="/ppt/notesMasters/notesMaster1.xml" Id="R6a282a93e960497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980a4bc67244f07" /><Relationship Type="http://schemas.openxmlformats.org/officeDocument/2006/relationships/notesMaster" Target="/ppt/notesMasters/notesMaster1.xml" Id="R22dfbfebdf2e4e7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b807f36ee649f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6c3eeecea7479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e36ecb4bb049a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71334466b04af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b362534c1b4c2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6ac407f7c44ce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f2a83d05c640e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273924c9c1409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c850c281644a3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e920537bff4e4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f7f1c2495d4d2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16EC90-8F8F-4D27-B28F-0E628CA6EC0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CBEB437-59A9-4133-AEFF-D44F427AA3B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E770A2-D011-42E7-AB68-A4922D6545D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F3F6320-94D0-4F1F-82C1-0B111B3A014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FDE1BE-26BB-4737-94B6-416191D204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2BC0E6-1817-4F24-ACBC-5D0B06B7E3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1E5811B-7CE3-4894-9A92-773F58BD74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70AD2DC-B139-4C71-AF34-C24B93B11C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7F7BBA-9539-4F94-B2BD-2EA92D46BA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5773CE0-82A2-4A2A-B14D-7BFF45B90F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913D06-1479-401A-9DC1-EAB0878A6B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0045F8-86DF-43DA-939C-F82D034558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CAB58E-D75E-45BB-83EF-3CB33FF3726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9387314-E863-4288-B29E-77666C0A7F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9C66698-9B04-414C-B2A1-155BD21ADC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A390C9-F509-4064-8E32-E9411AF18C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F42225E-8409-4E77-A774-C769A5E9497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0095E4-056B-4FA2-B29C-20A745A9CF9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A68F35D-EA57-4CB3-B6DB-14C06F74FF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5F5B29E-D204-45F9-8B81-409158B448B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3379B3F-6A27-4960-A69C-2C3CCAC061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9B0C5C-F305-4039-8392-637C44C04A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A713635-FEF0-475F-BD98-0887C24D56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D0941F4-15E3-486B-9189-6E7C1124280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64CA659-A6B2-410F-9582-A3E48D3E4E0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345DF61-ABFE-441E-84D7-D4CAB504300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5F7B07C-6BF1-4716-A091-599F9ADE185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17B1CBD-334B-4AF7-8777-6B87D249D2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7D6A546-CA27-4D08-9E27-9621D4B570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9B486CA-B5C1-4A55-8256-56B9EE7341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621D26B-F29E-449E-927D-5C9C5C55A7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9DA3AD45-76CD-4DF7-891B-CED08CBD6CF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CA18647-2198-406B-B8E6-A0D1DD2D27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C9CFBEF-AD30-45C6-9E51-83FDA30CFA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DC37E82-F7E6-40AA-80D4-971A6FF898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8079136-678B-49C6-A18B-4657CB8554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7B9A6D1-6EBA-4628-9765-CE04B1CC36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3A5550-A402-4EAA-82DE-76A123A9415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0A14C34-6AC3-4CBB-9074-1C3F8CE033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36F94D4-AFEF-4333-9A8B-B3F5D85ED5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18AB08A-C13C-4A7F-898C-29F7C488B2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C82DD91-A984-4EB1-879D-3B31D110E3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6AEE8E1-3FA9-42C7-BC7A-2611AD7BA9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7AC7CB5-1B2E-40AC-8FF1-EB8BBDAB25D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19BAD0A-694C-4D05-A0F1-C5EE1A84D36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CF5CA0-FD97-4D4C-AA16-7F677489B4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342FE2-A0B4-49FE-9C1E-390445A44E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E283066-BEE5-471C-86B0-4F4DC15BDD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78BB475-C546-472F-9CB9-ABF749C20D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DB39FC0-78FE-4B11-B3BC-DE8BC24E34D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A73FEA8-582B-48F9-8EBF-5A72A92928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4291290-21FE-4182-A117-812834581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89FC355-165C-4498-83EB-9805D641D7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5DE445-6EAF-4F3B-94F2-08318E7FED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64BC19-CB11-412A-8603-11DF1C611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B2BFC23-2457-4B3C-93AC-0ED4319FFD7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F219E0-E010-4C15-A529-DC42C335A4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A80D715-B97F-47C8-BD66-BB6B0B7359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147821afba47fb" /><Relationship Type="http://schemas.openxmlformats.org/officeDocument/2006/relationships/slideLayout" Target="/ppt/slideLayouts/slideLayout1.xml" Id="R6e88b0897b33495f" /><Relationship Type="http://schemas.openxmlformats.org/officeDocument/2006/relationships/slideLayout" Target="/ppt/slideLayouts/slideLayout2.xml" Id="R96fb30aab4594725" /><Relationship Type="http://schemas.openxmlformats.org/officeDocument/2006/relationships/slideLayout" Target="/ppt/slideLayouts/slideLayout3.xml" Id="R7af996b1a5ed4d97" /><Relationship Type="http://schemas.openxmlformats.org/officeDocument/2006/relationships/slideLayout" Target="/ppt/slideLayouts/slideLayout4.xml" Id="Rf0b2e4c306634ea5" /><Relationship Type="http://schemas.openxmlformats.org/officeDocument/2006/relationships/slideLayout" Target="/ppt/slideLayouts/slideLayout5.xml" Id="R5c56d9bc1ac54382" /><Relationship Type="http://schemas.openxmlformats.org/officeDocument/2006/relationships/slideLayout" Target="/ppt/slideLayouts/slideLayout6.xml" Id="R1d5f559c190a4b15" /><Relationship Type="http://schemas.openxmlformats.org/officeDocument/2006/relationships/slideLayout" Target="/ppt/slideLayouts/slideLayout7.xml" Id="R3b043649a1f143f9" /><Relationship Type="http://schemas.openxmlformats.org/officeDocument/2006/relationships/slideLayout" Target="/ppt/slideLayouts/slideLayout8.xml" Id="R98aac1e207ff402d" /><Relationship Type="http://schemas.openxmlformats.org/officeDocument/2006/relationships/slideLayout" Target="/ppt/slideLayouts/slideLayout9.xml" Id="R757a1fbe9d744ee3" /><Relationship Type="http://schemas.openxmlformats.org/officeDocument/2006/relationships/slideLayout" Target="/ppt/slideLayouts/slideLayout10.xml" Id="R6acab05e586b48c4" /><Relationship Type="http://schemas.openxmlformats.org/officeDocument/2006/relationships/slideLayout" Target="/ppt/slideLayouts/slideLayout11.xml" Id="R5347d5447dc14ad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7324B10-2958-423F-B496-91E86E8574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9BE6F9-01BD-44D2-BEF3-EDFB3279A98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438F46-22C0-44B2-8866-FE081712540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BBA762-ACC5-4122-8388-CE2223AAD7F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B563AEB-464B-434B-A04C-AABE6AE62D4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88b0897b33495f"/>
    <p:sldLayoutId xmlns:r="http://schemas.openxmlformats.org/officeDocument/2006/relationships" id="2147483650" r:id="R96fb30aab4594725"/>
    <p:sldLayoutId xmlns:r="http://schemas.openxmlformats.org/officeDocument/2006/relationships" id="2147483651" r:id="R7af996b1a5ed4d97"/>
    <p:sldLayoutId xmlns:r="http://schemas.openxmlformats.org/officeDocument/2006/relationships" id="2147483652" r:id="Rf0b2e4c306634ea5"/>
    <p:sldLayoutId xmlns:r="http://schemas.openxmlformats.org/officeDocument/2006/relationships" id="2147483653" r:id="R5c56d9bc1ac54382"/>
    <p:sldLayoutId xmlns:r="http://schemas.openxmlformats.org/officeDocument/2006/relationships" id="2147483654" r:id="R1d5f559c190a4b15"/>
    <p:sldLayoutId xmlns:r="http://schemas.openxmlformats.org/officeDocument/2006/relationships" id="2147483655" r:id="R3b043649a1f143f9"/>
    <p:sldLayoutId xmlns:r="http://schemas.openxmlformats.org/officeDocument/2006/relationships" id="2147483656" r:id="R98aac1e207ff402d"/>
    <p:sldLayoutId xmlns:r="http://schemas.openxmlformats.org/officeDocument/2006/relationships" id="2147483657" r:id="R757a1fbe9d744ee3"/>
    <p:sldLayoutId xmlns:r="http://schemas.openxmlformats.org/officeDocument/2006/relationships" id="2147483658" r:id="R6acab05e586b48c4"/>
    <p:sldLayoutId xmlns:r="http://schemas.openxmlformats.org/officeDocument/2006/relationships" id="2147483659" r:id="R5347d5447dc14ad0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1435b4154049cd" /><Relationship Type="http://schemas.openxmlformats.org/officeDocument/2006/relationships/notesSlide" Target="/ppt/notesSlides/notesSlide1.xml" Id="Rac1b8991640645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d157ca7ff749c1" /><Relationship Type="http://schemas.openxmlformats.org/officeDocument/2006/relationships/notesSlide" Target="/ppt/notesSlides/notesSlide2.xml" Id="Rc676affbf42049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2d3008ce27e48f8" /><Relationship Type="http://schemas.openxmlformats.org/officeDocument/2006/relationships/notesSlide" Target="/ppt/notesSlides/notesSlide3.xml" Id="R48d9b396410342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900934722c54af2" /><Relationship Type="http://schemas.openxmlformats.org/officeDocument/2006/relationships/notesSlide" Target="/ppt/notesSlides/notesSlide4.xml" Id="Re2d68be950b647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40f0d95a514f11" /><Relationship Type="http://schemas.openxmlformats.org/officeDocument/2006/relationships/notesSlide" Target="/ppt/notesSlides/notesSlide5.xml" Id="Ra3b9f183ae264b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e1e5d83f25142e0" /><Relationship Type="http://schemas.openxmlformats.org/officeDocument/2006/relationships/notesSlide" Target="/ppt/notesSlides/notesSlide6.xml" Id="Raf0d26eb9ec847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29D8E96-6A07-44F0-8DA4-66920062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B0A281F-D795-4685-A40F-36B4A5D4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1697D32-148A-4B6E-B955-6E659962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6E1F409-4265-4EF3-9281-56306C536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A116DFC-E20C-4A7F-AD5D-219E4538A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F8F570F-5E67-4551-9527-5F2F9908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2209B8F-B3DB-46D1-B8C2-593AB57BA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2026.07.23-14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77ECD66-FE6D-449C-A00A-35E95DB7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743D524-2F6A-4C3D-9984-B30E1757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06C0D05-5B2E-48E1-9D99-3F67D53B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A82E4F-6BA4-454F-A780-70D5B7E5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27017817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C67C227-31BA-4005-9023-A98F7C16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0D2F18-1C55-4474-908D-A0398815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8CA622E-E856-4212-AE95-08358312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70865D5-302B-406A-B3C8-3C6AD166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9F66B91-716D-4F63-AC3B-6F25B4AF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701AC34-9E29-47AD-836E-982D98E5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8A956B1-0FDB-4E03-96D3-ED61BDEA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F5D68A-2E94-49F8-9BBC-5677E629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B2851EE-1BB0-4868-B1A8-4EE465E3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E7ACB82-E062-48D6-A08C-0B1EDD8F4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C384901-CF13-4978-8B59-F8E99087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95383254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39B0505-57FB-427F-8F23-140DA331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21AA4AD-76F3-4377-BFB1-7CB7EA61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A4C0B2-383E-423E-AA11-BFDD1D382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2F7D311-26DF-4662-AFFD-C0C7E5B92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B1C6389-475A-4463-8199-E39E6A06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DBDD68B-CB8F-4C50-9853-338786467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96C5DF8-CDD9-4865-82B2-22CF6ECB8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8F66F57-D219-4D12-9F71-AAD22CDC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0AC7041-2B8D-4EEB-94C3-A3B634B67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8302AB0-89A8-4715-9BC1-687AF35C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546F975-A99A-4252-B0EF-47D5A4B15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DFCA68F-9FEC-4076-88BB-08BB0295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083131B-2B2C-41D7-960D-5FA390D5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BA44E3-7B1B-4AF8-AB0A-CFC0664E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4537DE6-B8B0-4810-AF58-46F8E71F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8B4139B-9A8D-41F4-85E5-D8A5EBE0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B07F1B5-B30E-456A-9AC0-55CADB08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7B17E2C-6EB6-490D-BDC0-F05E764B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396ABC6-B647-4427-B7C6-1A068469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63643917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E88AAF1-3C71-4D14-94DD-8A61A980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5A0DBD-E395-43F2-83D3-219C9F64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 evidence is transparent but not yet ready as a global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32FD948-E799-46A4-A39B-A8ECCE27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FC81528-FCFD-45EE-A091-84FD7F07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CADC298-4D3C-4AFB-A0BA-76D9DE744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39CB72-6E6D-45B2-A9F0-3964DEA88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ADC8F97-788E-4C77-AC4E-6FE3AA608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FBFE9DF-FDFD-4569-ADAF-1750C383E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6E5B7FE-9B64-4304-A1BA-F4F3A17D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in the research universe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19B278C-9535-465A-9F6E-9BD680F5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9E8CDC8-6034-4C57-B4E4-2BDC8A40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25D087F-224D-49A3-872A-B96D6B0F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official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36DED0B-F0F0-46C9-80C1-36BA82879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8E26B8B-C598-44E2-B550-0A829F6B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9DE27D2-4E94-4624-8EF5-3DF213DE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accepted retail-value donors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934B6CA-D080-4BBB-8276-258217F2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commercial USD 26.0–46.32bn range is a reasonableness check — not Atlas's own global estimate.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9B4DDC9-E93D-463B-ACD5-845DF194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4B22E67-A601-4AF4-B7CB-47FAC065C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D9DE68C-12AB-45FF-8884-9D378BF3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Canada: CAD 1.16bn shipment value. Germany: 1.518m litres of taxed liquid in 2025 (provisional). The metrics are not summed.</a:t>
            </a:r>
          </a:p>
        </p:txBody>
      </p:sp>
    </p:spTree>
    <p:extLst>
      <p:ext uri="{BB962C8B-B14F-4D97-AF65-F5344CB8AC3E}">
        <p14:creationId xmlns:p14="http://schemas.microsoft.com/office/powerpoint/2010/main" val="149045582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27E269F-4DE9-4184-8FDA-68817049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C180E8D-BCF9-4190-8064-1C838C39A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E37C94-A2C8-465E-9864-79453DFD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B54C041-E39C-4F99-9847-7908B780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184A1EB-A7B5-4A2F-90AD-0965FAD4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D7DAC11-E4AA-4B5E-9DBF-B886B7D9C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DBA80B7-2F20-4503-BB98-1BF24E594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19671567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6998D8-CBB8-400F-86A6-5E669E38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9873B1-0C4A-4498-BE46-D254B973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8A6B01C-9545-4918-8A52-219C95A2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52F9FC-8BBD-4874-98B8-D9D7BD7E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2026.07.23-14 · 2026-07-22 · 6 / 6</a:t>
            </a:r>
          </a:p>
        </p:txBody>
      </p:sp>
    </p:spTree>
    <p:extLst>
      <p:ext uri="{BB962C8B-B14F-4D97-AF65-F5344CB8AC3E}">
        <p14:creationId xmlns:p14="http://schemas.microsoft.com/office/powerpoint/2010/main" val="84981638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2026-07-23T17:33:26.3680000Z</dcterms:created>
  <dcterms:modified xsi:type="dcterms:W3CDTF">2026-07-23T17:33:26.3680000Z</dcterms:modified>
</coreProperties>
</file>