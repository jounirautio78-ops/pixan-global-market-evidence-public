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b74386c0ef410a" /><Relationship Type="http://schemas.openxmlformats.org/officeDocument/2006/relationships/extended-properties" Target="/docProps/app.xml" Id="R95b62cc7f2de4929" /><Relationship Type="http://schemas.openxmlformats.org/officeDocument/2006/relationships/officeDocument" Target="/ppt/presentation.xml" Id="R898852cfc1af4c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928a21a39943f7"/>
  </p:sldMasterIdLst>
  <p:notesMasterIdLst>
    <p:notesMasterId xmlns:r="http://schemas.openxmlformats.org/officeDocument/2006/relationships" r:id="Rc3c084b1ab794e55"/>
  </p:notesMasterIdLst>
  <p:sldIdLst>
    <p:sldId xmlns:r="http://schemas.openxmlformats.org/officeDocument/2006/relationships" id="256" r:id="Rfd265d81211f41b3"/>
    <p:sldId xmlns:r="http://schemas.openxmlformats.org/officeDocument/2006/relationships" id="257" r:id="R786255e4b03f4537"/>
    <p:sldId xmlns:r="http://schemas.openxmlformats.org/officeDocument/2006/relationships" id="258" r:id="R69b8cc683b564bb4"/>
    <p:sldId xmlns:r="http://schemas.openxmlformats.org/officeDocument/2006/relationships" id="259" r:id="R4f593f4a5db84005"/>
    <p:sldId xmlns:r="http://schemas.openxmlformats.org/officeDocument/2006/relationships" id="260" r:id="R9873610f346d4df1"/>
    <p:sldId xmlns:r="http://schemas.openxmlformats.org/officeDocument/2006/relationships" id="261" r:id="R52dea29511d24e82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b8660a772a43b4" /><Relationship Type="http://schemas.openxmlformats.org/officeDocument/2006/relationships/slideMaster" Target="/ppt/slideMasters/slideMaster1.xml" Id="R36928a21a39943f7" /><Relationship Type="http://schemas.openxmlformats.org/officeDocument/2006/relationships/notesMaster" Target="/ppt/notesMasters/notesMaster1.xml" Id="Rc3c084b1ab794e55" /><Relationship Type="http://schemas.openxmlformats.org/officeDocument/2006/relationships/presProps" Target="/ppt/presProps.xml" Id="R60b11a261d064128" /><Relationship Type="http://schemas.openxmlformats.org/officeDocument/2006/relationships/viewProps" Target="/ppt/viewProps.xml" Id="Rcacd84ac59004960" /><Relationship Type="http://schemas.openxmlformats.org/officeDocument/2006/relationships/tableStyles" Target="/ppt/tableStyles.xml" Id="R9cafbd1f673548c0" /><Relationship Type="http://schemas.openxmlformats.org/officeDocument/2006/relationships/slide" Target="/ppt/slides/slide1.xml" Id="Rfd265d81211f41b3" /><Relationship Type="http://schemas.openxmlformats.org/officeDocument/2006/relationships/slide" Target="/ppt/slides/slide2.xml" Id="R786255e4b03f4537" /><Relationship Type="http://schemas.openxmlformats.org/officeDocument/2006/relationships/slide" Target="/ppt/slides/slide3.xml" Id="R69b8cc683b564bb4" /><Relationship Type="http://schemas.openxmlformats.org/officeDocument/2006/relationships/slide" Target="/ppt/slides/slide4.xml" Id="R4f593f4a5db84005" /><Relationship Type="http://schemas.openxmlformats.org/officeDocument/2006/relationships/slide" Target="/ppt/slides/slide5.xml" Id="R9873610f346d4df1" /><Relationship Type="http://schemas.openxmlformats.org/officeDocument/2006/relationships/slide" Target="/ppt/slides/slide6.xml" Id="R52dea29511d24e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95d2ec2186948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54892d64554b9c" /><Relationship Type="http://schemas.openxmlformats.org/officeDocument/2006/relationships/notesMaster" Target="/ppt/notesMasters/notesMaster1.xml" Id="R636e3092154f41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07987b8b2854139" /><Relationship Type="http://schemas.openxmlformats.org/officeDocument/2006/relationships/notesMaster" Target="/ppt/notesMasters/notesMaster1.xml" Id="Rabf7d40d8d9348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18f8de3c6a4c58" /><Relationship Type="http://schemas.openxmlformats.org/officeDocument/2006/relationships/notesMaster" Target="/ppt/notesMasters/notesMaster1.xml" Id="R812d3585b34848a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e22142f1ff4e53" /><Relationship Type="http://schemas.openxmlformats.org/officeDocument/2006/relationships/notesMaster" Target="/ppt/notesMasters/notesMaster1.xml" Id="Rc07e153ed7f648d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6248fbe009476d" /><Relationship Type="http://schemas.openxmlformats.org/officeDocument/2006/relationships/notesMaster" Target="/ppt/notesMasters/notesMaster1.xml" Id="Rc5daa3346b704ad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8ba127aa094ef3" /><Relationship Type="http://schemas.openxmlformats.org/officeDocument/2006/relationships/notesMaster" Target="/ppt/notesMasters/notesMaster1.xml" Id="Rd608d751b6844e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2f1355ac184e0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a00b864ab8461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c286823a4840c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6b53103d98465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f6b1408a5042c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565bffcc15468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05f1a1e6be430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70dcb6cf13477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18269ef8144ab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fd0700dba1402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9ddc1d342b4bc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ef1c61b5eaf48b0" /><Relationship Type="http://schemas.openxmlformats.org/officeDocument/2006/relationships/slideLayout" Target="/ppt/slideLayouts/slideLayout1.xml" Id="Raafdcd0b68384ae4" /><Relationship Type="http://schemas.openxmlformats.org/officeDocument/2006/relationships/slideLayout" Target="/ppt/slideLayouts/slideLayout2.xml" Id="R038840c2ff444a07" /><Relationship Type="http://schemas.openxmlformats.org/officeDocument/2006/relationships/slideLayout" Target="/ppt/slideLayouts/slideLayout3.xml" Id="R5df0427eec12428d" /><Relationship Type="http://schemas.openxmlformats.org/officeDocument/2006/relationships/slideLayout" Target="/ppt/slideLayouts/slideLayout4.xml" Id="Rcdd40b6f59a94e56" /><Relationship Type="http://schemas.openxmlformats.org/officeDocument/2006/relationships/slideLayout" Target="/ppt/slideLayouts/slideLayout5.xml" Id="Rfcc1c77559ac4a2e" /><Relationship Type="http://schemas.openxmlformats.org/officeDocument/2006/relationships/slideLayout" Target="/ppt/slideLayouts/slideLayout6.xml" Id="R362f8fed9ccb4e12" /><Relationship Type="http://schemas.openxmlformats.org/officeDocument/2006/relationships/slideLayout" Target="/ppt/slideLayouts/slideLayout7.xml" Id="Reda8ce3839844aa1" /><Relationship Type="http://schemas.openxmlformats.org/officeDocument/2006/relationships/slideLayout" Target="/ppt/slideLayouts/slideLayout8.xml" Id="R687786c1b34e49c8" /><Relationship Type="http://schemas.openxmlformats.org/officeDocument/2006/relationships/slideLayout" Target="/ppt/slideLayouts/slideLayout9.xml" Id="R64c99990b0c04a88" /><Relationship Type="http://schemas.openxmlformats.org/officeDocument/2006/relationships/slideLayout" Target="/ppt/slideLayouts/slideLayout10.xml" Id="Rab89816a4ad046b9" /><Relationship Type="http://schemas.openxmlformats.org/officeDocument/2006/relationships/slideLayout" Target="/ppt/slideLayouts/slideLayout11.xml" Id="R0116e7b32326418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fdcd0b68384ae4"/>
    <p:sldLayoutId xmlns:r="http://schemas.openxmlformats.org/officeDocument/2006/relationships" id="2147483650" r:id="R038840c2ff444a07"/>
    <p:sldLayoutId xmlns:r="http://schemas.openxmlformats.org/officeDocument/2006/relationships" id="2147483651" r:id="R5df0427eec12428d"/>
    <p:sldLayoutId xmlns:r="http://schemas.openxmlformats.org/officeDocument/2006/relationships" id="2147483652" r:id="Rcdd40b6f59a94e56"/>
    <p:sldLayoutId xmlns:r="http://schemas.openxmlformats.org/officeDocument/2006/relationships" id="2147483653" r:id="Rfcc1c77559ac4a2e"/>
    <p:sldLayoutId xmlns:r="http://schemas.openxmlformats.org/officeDocument/2006/relationships" id="2147483654" r:id="R362f8fed9ccb4e12"/>
    <p:sldLayoutId xmlns:r="http://schemas.openxmlformats.org/officeDocument/2006/relationships" id="2147483655" r:id="Reda8ce3839844aa1"/>
    <p:sldLayoutId xmlns:r="http://schemas.openxmlformats.org/officeDocument/2006/relationships" id="2147483656" r:id="R687786c1b34e49c8"/>
    <p:sldLayoutId xmlns:r="http://schemas.openxmlformats.org/officeDocument/2006/relationships" id="2147483657" r:id="R64c99990b0c04a88"/>
    <p:sldLayoutId xmlns:r="http://schemas.openxmlformats.org/officeDocument/2006/relationships" id="2147483658" r:id="Rab89816a4ad046b9"/>
    <p:sldLayoutId xmlns:r="http://schemas.openxmlformats.org/officeDocument/2006/relationships" id="2147483659" r:id="R0116e7b323264189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97032ae7304306" /><Relationship Type="http://schemas.openxmlformats.org/officeDocument/2006/relationships/notesSlide" Target="/ppt/notesSlides/notesSlide1.xml" Id="Rb2b13665a2d94a4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808637b388e46ee" /><Relationship Type="http://schemas.openxmlformats.org/officeDocument/2006/relationships/notesSlide" Target="/ppt/notesSlides/notesSlide2.xml" Id="R89b4aa6e677844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e1f828d2d24f85" /><Relationship Type="http://schemas.openxmlformats.org/officeDocument/2006/relationships/notesSlide" Target="/ppt/notesSlides/notesSlide3.xml" Id="R6a05d8f9118a4e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d7bd7630e6846d3" /><Relationship Type="http://schemas.openxmlformats.org/officeDocument/2006/relationships/notesSlide" Target="/ppt/notesSlides/notesSlide4.xml" Id="Rf680e64b69af467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f2e77b92194cbf" /><Relationship Type="http://schemas.openxmlformats.org/officeDocument/2006/relationships/notesSlide" Target="/ppt/notesSlides/notesSlide5.xml" Id="R3abadd32ffab45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ee7326bd2d4713" /><Relationship Type="http://schemas.openxmlformats.org/officeDocument/2006/relationships/notesSlide" Target="/ppt/notesSlides/notesSlide6.xml" Id="R42a03f10da3f43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2026.07.24-19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Statistics Canada; Health Canada; New Zealand Ministry of Health; Destatis; Vero; Sejm; Swedish Government; FTC; European Commission;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annual observations from 7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533.7–731.2m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≈EUR 298.5–408.9m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candidates remain outside the D1–D10 gate; the accepted-donor count is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2024: retail CAD 1.219bn (≈EUR 822.6m; ECB 2024); shipments CAD 1.161bn (≈EUR 783.2m; ECB 2024); all retail quarters quality E. NZ is a model; FTC 2021 USD 2.763bn (≈EUR 2.336bn; ECB 2021) is manufacturer reporting. Do not sum the measures.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2026.07.24-19 · 2026-07-24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2026.07.24-19 · 2026-07-24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2026-07-24T11:03:44.9470000Z</dcterms:created>
  <dcterms:modified xsi:type="dcterms:W3CDTF">2026-07-24T11:03:44.9470000Z</dcterms:modified>
</coreProperties>
</file>