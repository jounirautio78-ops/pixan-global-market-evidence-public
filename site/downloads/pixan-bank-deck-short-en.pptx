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62164b72994b9b" /><Relationship Type="http://schemas.openxmlformats.org/officeDocument/2006/relationships/extended-properties" Target="/docProps/app.xml" Id="Rd4c3583b8d824dc6" /><Relationship Type="http://schemas.openxmlformats.org/officeDocument/2006/relationships/officeDocument" Target="/ppt/presentation.xml" Id="R11c1f3df6ad24b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d2fce8490e4d54"/>
  </p:sldMasterIdLst>
  <p:notesMasterIdLst>
    <p:notesMasterId xmlns:r="http://schemas.openxmlformats.org/officeDocument/2006/relationships" r:id="R6810c77e19d6465f"/>
  </p:notesMasterIdLst>
  <p:sldIdLst>
    <p:sldId xmlns:r="http://schemas.openxmlformats.org/officeDocument/2006/relationships" id="256" r:id="R576bc8de19d445c2"/>
    <p:sldId xmlns:r="http://schemas.openxmlformats.org/officeDocument/2006/relationships" id="257" r:id="Rb640c40d1215415f"/>
    <p:sldId xmlns:r="http://schemas.openxmlformats.org/officeDocument/2006/relationships" id="258" r:id="Rb2a536f52b4e4a16"/>
    <p:sldId xmlns:r="http://schemas.openxmlformats.org/officeDocument/2006/relationships" id="259" r:id="Rb4345e52b126472f"/>
    <p:sldId xmlns:r="http://schemas.openxmlformats.org/officeDocument/2006/relationships" id="260" r:id="R6784066015554fc3"/>
    <p:sldId xmlns:r="http://schemas.openxmlformats.org/officeDocument/2006/relationships" id="261" r:id="R1bda9b5e956c43d4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e85380598d4085" /><Relationship Type="http://schemas.openxmlformats.org/officeDocument/2006/relationships/slideMaster" Target="/ppt/slideMasters/slideMaster1.xml" Id="R80d2fce8490e4d54" /><Relationship Type="http://schemas.openxmlformats.org/officeDocument/2006/relationships/notesMaster" Target="/ppt/notesMasters/notesMaster1.xml" Id="R6810c77e19d6465f" /><Relationship Type="http://schemas.openxmlformats.org/officeDocument/2006/relationships/presProps" Target="/ppt/presProps.xml" Id="Ref308a531a4e4871" /><Relationship Type="http://schemas.openxmlformats.org/officeDocument/2006/relationships/viewProps" Target="/ppt/viewProps.xml" Id="R7dc1e4f688c84f8d" /><Relationship Type="http://schemas.openxmlformats.org/officeDocument/2006/relationships/tableStyles" Target="/ppt/tableStyles.xml" Id="R015a432335264e95" /><Relationship Type="http://schemas.openxmlformats.org/officeDocument/2006/relationships/slide" Target="/ppt/slides/slide1.xml" Id="R576bc8de19d445c2" /><Relationship Type="http://schemas.openxmlformats.org/officeDocument/2006/relationships/slide" Target="/ppt/slides/slide2.xml" Id="Rb640c40d1215415f" /><Relationship Type="http://schemas.openxmlformats.org/officeDocument/2006/relationships/slide" Target="/ppt/slides/slide3.xml" Id="Rb2a536f52b4e4a16" /><Relationship Type="http://schemas.openxmlformats.org/officeDocument/2006/relationships/slide" Target="/ppt/slides/slide4.xml" Id="Rb4345e52b126472f" /><Relationship Type="http://schemas.openxmlformats.org/officeDocument/2006/relationships/slide" Target="/ppt/slides/slide5.xml" Id="R6784066015554fc3" /><Relationship Type="http://schemas.openxmlformats.org/officeDocument/2006/relationships/slide" Target="/ppt/slides/slide6.xml" Id="R1bda9b5e956c43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10fe8277e449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8cfb80329b4c99" /><Relationship Type="http://schemas.openxmlformats.org/officeDocument/2006/relationships/notesMaster" Target="/ppt/notesMasters/notesMaster1.xml" Id="R5a2eea086e7245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56b68c60da4e8e" /><Relationship Type="http://schemas.openxmlformats.org/officeDocument/2006/relationships/notesMaster" Target="/ppt/notesMasters/notesMaster1.xml" Id="R4acf10ac86834e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79323a102e4bcc" /><Relationship Type="http://schemas.openxmlformats.org/officeDocument/2006/relationships/notesMaster" Target="/ppt/notesMasters/notesMaster1.xml" Id="Rf3825a507b6b4e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179e3ecff748c9" /><Relationship Type="http://schemas.openxmlformats.org/officeDocument/2006/relationships/notesMaster" Target="/ppt/notesMasters/notesMaster1.xml" Id="Rb274f852790248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4f65b21a294229" /><Relationship Type="http://schemas.openxmlformats.org/officeDocument/2006/relationships/notesMaster" Target="/ppt/notesMasters/notesMaster1.xml" Id="R8bc47b6c9ab845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7dcbf60bf94fb7" /><Relationship Type="http://schemas.openxmlformats.org/officeDocument/2006/relationships/notesMaster" Target="/ppt/notesMasters/notesMaster1.xml" Id="Rbb306f6471d74b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7f8f59361645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278b66a01d4b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b84936a34443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11f031e2364f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99d0ab29e429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85c999418a4a0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444e2865e544b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d0247806284e5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2a87500e1f498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2c9a110d94413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c71adb0fbf43f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7829F-A6AE-4FAB-BAFD-73B92482F7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F52152-2FFA-4A63-82A0-558E1BC899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1DA39E-CE0A-4EFC-BE51-154729A882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7114BA5-E662-45D2-8E11-9257B28A05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145C895-B8EE-421E-9377-5663EE7726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5B17EC-7DEA-4B0F-AFA5-2AFEED8437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6634E7-D38E-4CB9-B476-E176E7DC8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316B89-D773-4D72-ACB8-DDD8273BC0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0AF6B7-A82A-4DC4-B378-7FF0BEC824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71A19D-10FA-4518-A6D6-06B1F7823B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ED274C-1F72-4960-9E6F-7ECE0B1B7F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2B9B1DA-A2E2-4CCB-8FED-5488E8AA4B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B6CFFA-0F7A-46F0-BE95-A82CCFC10C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342D1-2F3D-498C-BDCA-E276F4E93E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CE6A1-F2C7-400F-9DAA-7A68715443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35F599-52A7-451C-BB89-2BBEFEF817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4EA0985-C10C-49A2-9BE7-7F67FC9431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9A99970-4D6C-4B4F-8992-F5A2CCB1FBC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CAA5E8-F933-40D8-914E-C0602AFF24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364585C-87D8-4CED-A0A2-C9E1CD9B31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EC2FC5E-CE2A-477F-8274-F202338FD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30C720-8AB6-46EB-BB48-BB3336DA82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C02756-FD90-4915-B8EA-0C59B44F7A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C584EE7-9C86-4035-9EA9-7C553FC6F9B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DBDF464-10BB-4947-8151-267549D43B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62A4549-D2D4-4331-8880-C65341C0ED5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39A3897-C411-401A-B3A7-B36C777669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3983D10-621A-4FB6-BA82-A5C527A1A6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B16657A-3128-4D42-936F-979D17DD68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F5D65F-8F83-4E70-A75D-359683B922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66FD0F7-C0D0-4EB7-ACF6-82CFAAA285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0F449CB-C8F9-45DE-BB16-F1AABBA91B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96BEFA6-FA16-4E60-8B20-11C2E58FCB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7AED63B-8904-4BB7-999F-138A604F5A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74F8D4-7D36-44AA-94DA-1604660A5D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9FCA347-86E2-4C08-A886-8E26FD0DDF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17FDC5-85A2-4163-B540-E435C6290D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425A14-9193-478B-8D51-E2FEBA2EAD2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0A2C6AB-3183-47AC-A636-538C67F692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4918323-FEDA-4312-A778-ADACDE7823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291CE4D-DB65-4553-926F-7DDC527379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97B40C4-D6C8-4076-B8DC-88A19311DB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6B492A-C842-4AD2-8BBB-03DF1FCA59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78C5B4D-8029-4255-8459-70CB87AB639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5661599-D1DA-4B6C-92B2-B026079DF3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E4FF21C-88A7-4D02-ACD0-85AC3AB0B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FB63653-928B-4CB8-AB85-F078713564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DA7FDE8-9E7D-4EDE-8A6E-F9344EAE62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0A6E85-A202-425B-88F2-F053D06B97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CF9E5B-23EB-4113-B090-50E58DDDDB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3DD9A8-AEEB-4C30-B4E5-82E3248C56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2EB215-A5DC-4F67-A368-9D602E10AC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8F8A63D-3896-4AD9-98A0-65EB07DCC6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26CFFD3-ADF0-4829-8549-EBFED3165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0FF6A8-1473-40E9-94C6-8B3C294B90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164715-0FFD-4E5E-8045-11D39CD4E2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7E1697-C6B2-40E8-8D1E-16F8BF5D7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ACDDE7-B970-4DE5-9C1B-F3900BB692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cf952e3eed485f" /><Relationship Type="http://schemas.openxmlformats.org/officeDocument/2006/relationships/slideLayout" Target="/ppt/slideLayouts/slideLayout1.xml" Id="R46b601db86aa4d67" /><Relationship Type="http://schemas.openxmlformats.org/officeDocument/2006/relationships/slideLayout" Target="/ppt/slideLayouts/slideLayout2.xml" Id="Ra519ffdf303c4c5d" /><Relationship Type="http://schemas.openxmlformats.org/officeDocument/2006/relationships/slideLayout" Target="/ppt/slideLayouts/slideLayout3.xml" Id="R80b8192ddf9a4bfa" /><Relationship Type="http://schemas.openxmlformats.org/officeDocument/2006/relationships/slideLayout" Target="/ppt/slideLayouts/slideLayout4.xml" Id="R1b5e4311a1984c4a" /><Relationship Type="http://schemas.openxmlformats.org/officeDocument/2006/relationships/slideLayout" Target="/ppt/slideLayouts/slideLayout5.xml" Id="R58d0bbb301a54552" /><Relationship Type="http://schemas.openxmlformats.org/officeDocument/2006/relationships/slideLayout" Target="/ppt/slideLayouts/slideLayout6.xml" Id="Rfb873c08bde94759" /><Relationship Type="http://schemas.openxmlformats.org/officeDocument/2006/relationships/slideLayout" Target="/ppt/slideLayouts/slideLayout7.xml" Id="R6850ab4e42094425" /><Relationship Type="http://schemas.openxmlformats.org/officeDocument/2006/relationships/slideLayout" Target="/ppt/slideLayouts/slideLayout8.xml" Id="R99b4116678204191" /><Relationship Type="http://schemas.openxmlformats.org/officeDocument/2006/relationships/slideLayout" Target="/ppt/slideLayouts/slideLayout9.xml" Id="Rdb759a4738b54e41" /><Relationship Type="http://schemas.openxmlformats.org/officeDocument/2006/relationships/slideLayout" Target="/ppt/slideLayouts/slideLayout10.xml" Id="R767c539764324ec4" /><Relationship Type="http://schemas.openxmlformats.org/officeDocument/2006/relationships/slideLayout" Target="/ppt/slideLayouts/slideLayout11.xml" Id="Re58612e6f2554e2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5999FEC-7DE6-4AAC-9ED9-26A4B65DFD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642CADE-25F4-4AD4-917F-497BEBA755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DFF7733-C036-4C07-B015-98A9AC79830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4B0CE6B-B00E-4FDD-BD02-194A2AE238D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17F59E-E23F-4651-940B-06C9FA90E7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b601db86aa4d67"/>
    <p:sldLayoutId xmlns:r="http://schemas.openxmlformats.org/officeDocument/2006/relationships" id="2147483650" r:id="Ra519ffdf303c4c5d"/>
    <p:sldLayoutId xmlns:r="http://schemas.openxmlformats.org/officeDocument/2006/relationships" id="2147483651" r:id="R80b8192ddf9a4bfa"/>
    <p:sldLayoutId xmlns:r="http://schemas.openxmlformats.org/officeDocument/2006/relationships" id="2147483652" r:id="R1b5e4311a1984c4a"/>
    <p:sldLayoutId xmlns:r="http://schemas.openxmlformats.org/officeDocument/2006/relationships" id="2147483653" r:id="R58d0bbb301a54552"/>
    <p:sldLayoutId xmlns:r="http://schemas.openxmlformats.org/officeDocument/2006/relationships" id="2147483654" r:id="Rfb873c08bde94759"/>
    <p:sldLayoutId xmlns:r="http://schemas.openxmlformats.org/officeDocument/2006/relationships" id="2147483655" r:id="R6850ab4e42094425"/>
    <p:sldLayoutId xmlns:r="http://schemas.openxmlformats.org/officeDocument/2006/relationships" id="2147483656" r:id="R99b4116678204191"/>
    <p:sldLayoutId xmlns:r="http://schemas.openxmlformats.org/officeDocument/2006/relationships" id="2147483657" r:id="Rdb759a4738b54e41"/>
    <p:sldLayoutId xmlns:r="http://schemas.openxmlformats.org/officeDocument/2006/relationships" id="2147483658" r:id="R767c539764324ec4"/>
    <p:sldLayoutId xmlns:r="http://schemas.openxmlformats.org/officeDocument/2006/relationships" id="2147483659" r:id="Re58612e6f2554e2e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72e2da929f4a2c" /><Relationship Type="http://schemas.openxmlformats.org/officeDocument/2006/relationships/notesSlide" Target="/ppt/notesSlides/notesSlide1.xml" Id="R22d981f265d247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4c370f2acf4bbd" /><Relationship Type="http://schemas.openxmlformats.org/officeDocument/2006/relationships/notesSlide" Target="/ppt/notesSlides/notesSlide2.xml" Id="R605c2d895f2d4a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d6dc2edb044013" /><Relationship Type="http://schemas.openxmlformats.org/officeDocument/2006/relationships/notesSlide" Target="/ppt/notesSlides/notesSlide3.xml" Id="R5978f3ffe5e349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3ebc98a689413f" /><Relationship Type="http://schemas.openxmlformats.org/officeDocument/2006/relationships/notesSlide" Target="/ppt/notesSlides/notesSlide4.xml" Id="R8a667c987d2f46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361237368b4432" /><Relationship Type="http://schemas.openxmlformats.org/officeDocument/2006/relationships/notesSlide" Target="/ppt/notesSlides/notesSlide5.xml" Id="R62dd39a5d9c342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5ad284890b4da4" /><Relationship Type="http://schemas.openxmlformats.org/officeDocument/2006/relationships/notesSlide" Target="/ppt/notesSlides/notesSlide6.xml" Id="R54ccb264f91d41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1D80225-9C3E-4E7E-9C68-888CA9DE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0B135EC-F78E-4DDB-A4B7-79E5CB05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5010FAC-367E-4AEF-AC39-328F5DBF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371D9F5-58CD-4675-A16E-45279509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ADC59CD-22D3-4574-8739-EA5687F0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1372AD-EA7F-426E-8F1C-D5953BE0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B65ED-1EF2-48C8-903F-442CC841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9CFDEC-C5D7-4487-8742-911BF9F5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F61A1B4-A850-49C1-87A1-6D45D3F6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F114E9C-2754-4023-A698-ED773147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7F9213B-8E6B-416D-82EB-FCC8364C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20544312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78AC78-E5F3-4043-88A0-95458BF4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69ED12D-3D03-4F9C-9CD6-CF9B36C2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CC508AE-F1A6-4951-83BD-ACBC651D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3EBC36-0F6C-489A-9E99-A8E0AAA8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51939A-ECFF-4498-8B06-005D5807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21D801-BFD6-480A-9935-E5ECD200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81CCA6-A8F5-4CD4-8402-FC2D34CB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F45AEB1-D72F-4F0B-BD1F-3FE92F6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4566C98-113D-4AD3-8043-7A01B90B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BC33B7-E07B-447D-8387-EF618874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0F9CB6-C7F9-47F5-BC38-C85F3FD2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1043691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2A98E1-30F5-45EE-B5D6-E897E589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CCBD263-5834-499E-A7F8-658732A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2DDAE15-14BC-4E63-8E89-3A3504CC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1626ECC-6A54-4828-9335-00E792D8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438A4D-45D1-4624-B977-72268365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6705689-67CA-4BAE-BDAA-2229B094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ADBB07F-2789-4B6B-B1BF-B3C6E110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92E45DF-2B14-45E9-A30B-593A83F7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253A90E-47A5-4D24-9B8E-F36626E5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33ADB4-E37F-4BCE-A4F1-D9FA9EBF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BAA75DB-74D7-483F-83A1-82F87F89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AC27EA2-7A83-454D-886A-F3332AB4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ACA4972-3483-489D-A989-572285D9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3B1F5E2-4CAD-4F78-B2A4-290DB45A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AAE6087-A3B5-4756-8DD3-ECDA5FE4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85C339B-9CE9-44A9-B982-216DA966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A1F774D-CC19-4393-9812-728B51B5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5B7017-1251-420B-810C-172CB984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5DBC9CA-9248-427C-B6A9-4A8C1766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5568525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5C70B7-74D8-41C8-B965-3B086D14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D741ED-BEE7-411A-BA91-0AB6DC0C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B796005-71A3-40AA-BF7D-87E43B73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5C5F7C-13F4-4D15-9E6C-1103AE98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D8176B-E985-4C41-969D-0B8F15FD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BBA81B3-5ED3-405B-8D23-2EEE2028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169650-2CEE-4F3D-833A-8F521F10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A1DBF0D-7811-446D-9D06-880E5A8B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701DDE5-EF58-48A4-BFF1-76F0FBE3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DC40125-EC32-4741-8B18-2B648F3C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B4756FE-238E-4F00-B97F-D868C552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4B11368-4914-42EE-8A67-4A29BF4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57AF993-6FE4-43B9-BA01-89DF20E8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9CBCF59-E765-4A43-B26D-8785F553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6330BE1-F5BB-4528-A3A6-394D469B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BE87C5C-8A92-49A8-A971-C1C9A13E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3040436-59B2-4ED3-8442-4BEFCF37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F9D598-40DE-43E4-99D4-80099F63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B78D021-CB6F-4C42-96E7-F5DE4B8C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6064423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FFC58DF-7445-455B-8C4D-23D1A66C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782C40-C992-4E46-BF76-C268AAB1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6D1132-F820-41A0-9E98-AEFCD1CF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3288006-60BA-44E1-821E-3E25FBE3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3FF537C-8F7B-4FBA-9C74-601DB9E1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9D7D1-AEC0-4055-A5B9-B1E07354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5BABA1D-13E7-4139-82B3-649561B1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11143637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D0F7B8-DB2C-45CB-90BB-F1A58002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DB57E2C-E343-4649-91D7-DE3A4DD4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9004043-4BDB-4724-8889-D6BF7AED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BF842A1-ECA2-480D-B845-8D2E87BA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2026.07.23-13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213028064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2026-07-23T15:58:02.5090000Z</dcterms:created>
  <dcterms:modified xsi:type="dcterms:W3CDTF">2026-07-23T15:58:02.5090000Z</dcterms:modified>
</coreProperties>
</file>