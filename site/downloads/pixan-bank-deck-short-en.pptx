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cf02adab0c4d51" /><Relationship Type="http://schemas.openxmlformats.org/officeDocument/2006/relationships/extended-properties" Target="/docProps/app.xml" Id="Ra81852956d8e443c" /><Relationship Type="http://schemas.openxmlformats.org/officeDocument/2006/relationships/officeDocument" Target="/ppt/presentation.xml" Id="R1dff5455139f4e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4f18c8d7f34927"/>
  </p:sldMasterIdLst>
  <p:notesMasterIdLst>
    <p:notesMasterId xmlns:r="http://schemas.openxmlformats.org/officeDocument/2006/relationships" r:id="R98e504f2af02439d"/>
  </p:notesMasterIdLst>
  <p:sldIdLst>
    <p:sldId xmlns:r="http://schemas.openxmlformats.org/officeDocument/2006/relationships" id="256" r:id="Rb535ee7d1da44afc"/>
    <p:sldId xmlns:r="http://schemas.openxmlformats.org/officeDocument/2006/relationships" id="257" r:id="R01112b3241454ee3"/>
    <p:sldId xmlns:r="http://schemas.openxmlformats.org/officeDocument/2006/relationships" id="258" r:id="Re10bede2ff1b4791"/>
    <p:sldId xmlns:r="http://schemas.openxmlformats.org/officeDocument/2006/relationships" id="259" r:id="R4a0dc46914c7454f"/>
    <p:sldId xmlns:r="http://schemas.openxmlformats.org/officeDocument/2006/relationships" id="260" r:id="Rcdc415f3ec9d473b"/>
    <p:sldId xmlns:r="http://schemas.openxmlformats.org/officeDocument/2006/relationships" id="261" r:id="Ra12866d19c2b42ac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4791d0cd0641e1" /><Relationship Type="http://schemas.openxmlformats.org/officeDocument/2006/relationships/slideMaster" Target="/ppt/slideMasters/slideMaster1.xml" Id="R5a4f18c8d7f34927" /><Relationship Type="http://schemas.openxmlformats.org/officeDocument/2006/relationships/notesMaster" Target="/ppt/notesMasters/notesMaster1.xml" Id="R98e504f2af02439d" /><Relationship Type="http://schemas.openxmlformats.org/officeDocument/2006/relationships/presProps" Target="/ppt/presProps.xml" Id="Re5807183dc8045e4" /><Relationship Type="http://schemas.openxmlformats.org/officeDocument/2006/relationships/viewProps" Target="/ppt/viewProps.xml" Id="R225ab5b0b9d0459d" /><Relationship Type="http://schemas.openxmlformats.org/officeDocument/2006/relationships/tableStyles" Target="/ppt/tableStyles.xml" Id="R9197cfbea9d34f8d" /><Relationship Type="http://schemas.openxmlformats.org/officeDocument/2006/relationships/slide" Target="/ppt/slides/slide1.xml" Id="Rb535ee7d1da44afc" /><Relationship Type="http://schemas.openxmlformats.org/officeDocument/2006/relationships/slide" Target="/ppt/slides/slide2.xml" Id="R01112b3241454ee3" /><Relationship Type="http://schemas.openxmlformats.org/officeDocument/2006/relationships/slide" Target="/ppt/slides/slide3.xml" Id="Re10bede2ff1b4791" /><Relationship Type="http://schemas.openxmlformats.org/officeDocument/2006/relationships/slide" Target="/ppt/slides/slide4.xml" Id="R4a0dc46914c7454f" /><Relationship Type="http://schemas.openxmlformats.org/officeDocument/2006/relationships/slide" Target="/ppt/slides/slide5.xml" Id="Rcdc415f3ec9d473b" /><Relationship Type="http://schemas.openxmlformats.org/officeDocument/2006/relationships/slide" Target="/ppt/slides/slide6.xml" Id="Ra12866d19c2b42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1034fa578f4e4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86284c8f4649cf" /><Relationship Type="http://schemas.openxmlformats.org/officeDocument/2006/relationships/notesMaster" Target="/ppt/notesMasters/notesMaster1.xml" Id="Rd137cccc9b574d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cb4affb96c4a13" /><Relationship Type="http://schemas.openxmlformats.org/officeDocument/2006/relationships/notesMaster" Target="/ppt/notesMasters/notesMaster1.xml" Id="R1e35a194126c41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64bdc7073147b6" /><Relationship Type="http://schemas.openxmlformats.org/officeDocument/2006/relationships/notesMaster" Target="/ppt/notesMasters/notesMaster1.xml" Id="Rc32cb02c1c2844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d69566a37b04984" /><Relationship Type="http://schemas.openxmlformats.org/officeDocument/2006/relationships/notesMaster" Target="/ppt/notesMasters/notesMaster1.xml" Id="R94c12945837340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0e7fc81821644ea" /><Relationship Type="http://schemas.openxmlformats.org/officeDocument/2006/relationships/notesMaster" Target="/ppt/notesMasters/notesMaster1.xml" Id="R42c6f3f870a64d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ab34f432bf14e8c" /><Relationship Type="http://schemas.openxmlformats.org/officeDocument/2006/relationships/notesMaster" Target="/ppt/notesMasters/notesMaster1.xml" Id="R8a5fdedb8eb14f8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fec8a718e94a8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bebef17331401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11431f635e43e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565b4485a2436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87233aa0f84fe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eac79bc214498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6188c86e12408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8ea6a8fc5d4b3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4e18fc07da406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f3118b713340e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027c5e3519429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fa3e0973ef4d06" /><Relationship Type="http://schemas.openxmlformats.org/officeDocument/2006/relationships/slideLayout" Target="/ppt/slideLayouts/slideLayout1.xml" Id="Rd952eddd70d84d25" /><Relationship Type="http://schemas.openxmlformats.org/officeDocument/2006/relationships/slideLayout" Target="/ppt/slideLayouts/slideLayout2.xml" Id="Rd219463eaa3140e1" /><Relationship Type="http://schemas.openxmlformats.org/officeDocument/2006/relationships/slideLayout" Target="/ppt/slideLayouts/slideLayout3.xml" Id="R55714367eaf54876" /><Relationship Type="http://schemas.openxmlformats.org/officeDocument/2006/relationships/slideLayout" Target="/ppt/slideLayouts/slideLayout4.xml" Id="Raf41b4fc39b54a2a" /><Relationship Type="http://schemas.openxmlformats.org/officeDocument/2006/relationships/slideLayout" Target="/ppt/slideLayouts/slideLayout5.xml" Id="R40b2ac0ea75a4d36" /><Relationship Type="http://schemas.openxmlformats.org/officeDocument/2006/relationships/slideLayout" Target="/ppt/slideLayouts/slideLayout6.xml" Id="Rf5d9bb6016904982" /><Relationship Type="http://schemas.openxmlformats.org/officeDocument/2006/relationships/slideLayout" Target="/ppt/slideLayouts/slideLayout7.xml" Id="R841bf092576a45ef" /><Relationship Type="http://schemas.openxmlformats.org/officeDocument/2006/relationships/slideLayout" Target="/ppt/slideLayouts/slideLayout8.xml" Id="Rf3a3182435b640e1" /><Relationship Type="http://schemas.openxmlformats.org/officeDocument/2006/relationships/slideLayout" Target="/ppt/slideLayouts/slideLayout9.xml" Id="R6b10966ffcf644a2" /><Relationship Type="http://schemas.openxmlformats.org/officeDocument/2006/relationships/slideLayout" Target="/ppt/slideLayouts/slideLayout10.xml" Id="Re8040970345a4768" /><Relationship Type="http://schemas.openxmlformats.org/officeDocument/2006/relationships/slideLayout" Target="/ppt/slideLayouts/slideLayout11.xml" Id="R3605fbd6ac5a42b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52eddd70d84d25"/>
    <p:sldLayoutId xmlns:r="http://schemas.openxmlformats.org/officeDocument/2006/relationships" id="2147483650" r:id="Rd219463eaa3140e1"/>
    <p:sldLayoutId xmlns:r="http://schemas.openxmlformats.org/officeDocument/2006/relationships" id="2147483651" r:id="R55714367eaf54876"/>
    <p:sldLayoutId xmlns:r="http://schemas.openxmlformats.org/officeDocument/2006/relationships" id="2147483652" r:id="Raf41b4fc39b54a2a"/>
    <p:sldLayoutId xmlns:r="http://schemas.openxmlformats.org/officeDocument/2006/relationships" id="2147483653" r:id="R40b2ac0ea75a4d36"/>
    <p:sldLayoutId xmlns:r="http://schemas.openxmlformats.org/officeDocument/2006/relationships" id="2147483654" r:id="Rf5d9bb6016904982"/>
    <p:sldLayoutId xmlns:r="http://schemas.openxmlformats.org/officeDocument/2006/relationships" id="2147483655" r:id="R841bf092576a45ef"/>
    <p:sldLayoutId xmlns:r="http://schemas.openxmlformats.org/officeDocument/2006/relationships" id="2147483656" r:id="Rf3a3182435b640e1"/>
    <p:sldLayoutId xmlns:r="http://schemas.openxmlformats.org/officeDocument/2006/relationships" id="2147483657" r:id="R6b10966ffcf644a2"/>
    <p:sldLayoutId xmlns:r="http://schemas.openxmlformats.org/officeDocument/2006/relationships" id="2147483658" r:id="Re8040970345a4768"/>
    <p:sldLayoutId xmlns:r="http://schemas.openxmlformats.org/officeDocument/2006/relationships" id="2147483659" r:id="R3605fbd6ac5a42b8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c865ce54ab44309" /><Relationship Type="http://schemas.openxmlformats.org/officeDocument/2006/relationships/notesSlide" Target="/ppt/notesSlides/notesSlide1.xml" Id="R7ba675ea990e4f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ea74136e8904917" /><Relationship Type="http://schemas.openxmlformats.org/officeDocument/2006/relationships/notesSlide" Target="/ppt/notesSlides/notesSlide2.xml" Id="R4cbaff363b824c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a321947a2714fdc" /><Relationship Type="http://schemas.openxmlformats.org/officeDocument/2006/relationships/notesSlide" Target="/ppt/notesSlides/notesSlide3.xml" Id="Recf98450c52a4a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da642909c0c4f86" /><Relationship Type="http://schemas.openxmlformats.org/officeDocument/2006/relationships/notesSlide" Target="/ppt/notesSlides/notesSlide4.xml" Id="Rb9994b678f9d4dc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d35c39f11104c34" /><Relationship Type="http://schemas.openxmlformats.org/officeDocument/2006/relationships/notesSlide" Target="/ppt/notesSlides/notesSlide5.xml" Id="R75abc58a55b148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250995353f1473b" /><Relationship Type="http://schemas.openxmlformats.org/officeDocument/2006/relationships/notesSlide" Target="/ppt/notesSlides/notesSlide6.xml" Id="Reb441c6753604e4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2026.08.02-41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2026-08-02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evidence is transparent; a global value is not yet supported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World Bank; Statistics Canada; Health Canada; NZ Ministry of Health;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75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 records; 98 market measures + 36 Swedish FHM register counts; unlike measures are not summed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274.180m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AIS/AVP subtotal · ≈EUR 153.3m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8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7/10: D5/D7 failed and D10 open. NZD 183.371m/197.070m NZ net border proxies are not retail values. Germany DE-BLIND-1.0.0: NOT SCORED. Euromonitor paused; no purchase or fee.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Method control 28 / 0 / 15 / 152. Canada retail CAD 1.219160bn (≈EUR 822.6m; ECB 2024) and shipments CAD 1.160754bn (≈EUR 783.2m; ECB 2024). New Zealand NZD 274.180m (≈EUR 153.3m; ECB 2024), 7/10; customs ratios are not margins. Donor 0/3.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2026.08.02-41 · 2026-08-02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2026-08-02T08:05:07.3670000Z</dcterms:created>
  <dcterms:modified xsi:type="dcterms:W3CDTF">2026-08-02T08:05:07.3670000Z</dcterms:modified>
</coreProperties>
</file>