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b668f3edde4f40" /><Relationship Type="http://schemas.openxmlformats.org/officeDocument/2006/relationships/extended-properties" Target="/docProps/app.xml" Id="R02a7e5eba41a49d9" /><Relationship Type="http://schemas.openxmlformats.org/officeDocument/2006/relationships/officeDocument" Target="/ppt/presentation.xml" Id="Rea434ba97ea044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19dab796ff465a"/>
  </p:sldMasterIdLst>
  <p:notesMasterIdLst>
    <p:notesMasterId xmlns:r="http://schemas.openxmlformats.org/officeDocument/2006/relationships" r:id="R48e6b88040e84630"/>
  </p:notesMasterIdLst>
  <p:sldIdLst>
    <p:sldId xmlns:r="http://schemas.openxmlformats.org/officeDocument/2006/relationships" id="256" r:id="Rf0fbc980fbfc4362"/>
    <p:sldId xmlns:r="http://schemas.openxmlformats.org/officeDocument/2006/relationships" id="257" r:id="R124e783b312d4c15"/>
    <p:sldId xmlns:r="http://schemas.openxmlformats.org/officeDocument/2006/relationships" id="258" r:id="Rd383104d100349d5"/>
    <p:sldId xmlns:r="http://schemas.openxmlformats.org/officeDocument/2006/relationships" id="259" r:id="Radd1a13871fc442f"/>
    <p:sldId xmlns:r="http://schemas.openxmlformats.org/officeDocument/2006/relationships" id="260" r:id="R4401f692f56f4ea2"/>
    <p:sldId xmlns:r="http://schemas.openxmlformats.org/officeDocument/2006/relationships" id="261" r:id="Ref014750f1a842dc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0eb92c21dd45bb" /><Relationship Type="http://schemas.openxmlformats.org/officeDocument/2006/relationships/slideMaster" Target="/ppt/slideMasters/slideMaster1.xml" Id="Rd719dab796ff465a" /><Relationship Type="http://schemas.openxmlformats.org/officeDocument/2006/relationships/notesMaster" Target="/ppt/notesMasters/notesMaster1.xml" Id="R48e6b88040e84630" /><Relationship Type="http://schemas.openxmlformats.org/officeDocument/2006/relationships/presProps" Target="/ppt/presProps.xml" Id="Redae8491ad1847a5" /><Relationship Type="http://schemas.openxmlformats.org/officeDocument/2006/relationships/viewProps" Target="/ppt/viewProps.xml" Id="R136df18b03604a89" /><Relationship Type="http://schemas.openxmlformats.org/officeDocument/2006/relationships/tableStyles" Target="/ppt/tableStyles.xml" Id="Re0864eb6cc49488a" /><Relationship Type="http://schemas.openxmlformats.org/officeDocument/2006/relationships/slide" Target="/ppt/slides/slide1.xml" Id="Rf0fbc980fbfc4362" /><Relationship Type="http://schemas.openxmlformats.org/officeDocument/2006/relationships/slide" Target="/ppt/slides/slide2.xml" Id="R124e783b312d4c15" /><Relationship Type="http://schemas.openxmlformats.org/officeDocument/2006/relationships/slide" Target="/ppt/slides/slide3.xml" Id="Rd383104d100349d5" /><Relationship Type="http://schemas.openxmlformats.org/officeDocument/2006/relationships/slide" Target="/ppt/slides/slide4.xml" Id="Radd1a13871fc442f" /><Relationship Type="http://schemas.openxmlformats.org/officeDocument/2006/relationships/slide" Target="/ppt/slides/slide5.xml" Id="R4401f692f56f4ea2" /><Relationship Type="http://schemas.openxmlformats.org/officeDocument/2006/relationships/slide" Target="/ppt/slides/slide6.xml" Id="Ref014750f1a842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08a4d08fb34c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5403cd8b244f87" /><Relationship Type="http://schemas.openxmlformats.org/officeDocument/2006/relationships/notesMaster" Target="/ppt/notesMasters/notesMaster1.xml" Id="R12f6467737bd43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9ef1c8518a4480" /><Relationship Type="http://schemas.openxmlformats.org/officeDocument/2006/relationships/notesMaster" Target="/ppt/notesMasters/notesMaster1.xml" Id="Rdbbd1bdca48249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d97d2262cf4be2" /><Relationship Type="http://schemas.openxmlformats.org/officeDocument/2006/relationships/notesMaster" Target="/ppt/notesMasters/notesMaster1.xml" Id="R9b19bc47b44f4c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d97ce2445e4d8d" /><Relationship Type="http://schemas.openxmlformats.org/officeDocument/2006/relationships/notesMaster" Target="/ppt/notesMasters/notesMaster1.xml" Id="Rdc2dc020fcc242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18ae88af8947e8" /><Relationship Type="http://schemas.openxmlformats.org/officeDocument/2006/relationships/notesMaster" Target="/ppt/notesMasters/notesMaster1.xml" Id="R8571f439cb594d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89bf0a2e5e46b4" /><Relationship Type="http://schemas.openxmlformats.org/officeDocument/2006/relationships/notesMaster" Target="/ppt/notesMasters/notesMaster1.xml" Id="R9265f9361700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d4c5b7499447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59be60bf644b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c460c2f1d4da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efc5b50d541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7c8bf33e5f417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d5c293d49d4f6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114d58381d43b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59b4e2dc24f0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2ba822ad204c7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3c6b6a28ad40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51b6a7985404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B2652D-8843-4B0C-AA7F-B38078FD7F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989D6A7-A8E2-4047-BDEE-1318187E7B3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C360CF2-9C1A-4817-B50C-5800ADFBAC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7B901-7F6E-4F25-9D05-E1B07E9BF0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DA2D96-1B34-4E0A-845D-47908CF518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113F344-4B58-4C31-95EB-4F82BC888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8F68E26-97B1-49F9-9773-BE2C5969BD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D5DF6BE-499B-4F10-9842-6AF9C01BCC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508B830-5CDC-4E77-A7F6-9594DB363E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032F53-960E-472F-AE91-99B62EF6EB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6947C4-CEEC-4F61-B4A7-8CB006EDAD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BC3044-4FEC-4016-BF1D-FDFD124197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EF337F-A34B-4DD8-B1B0-6ED2DD4E62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926C7C-D70E-443A-9A47-5FA0173F8B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466125-E76C-4A98-9C87-C42E5A0D57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84B186-A5B8-43AA-8C70-DF6A98B2AF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1F6BB0-EBDA-4A76-B153-695E245BD27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3F10E9-A582-47EB-914D-3B61B2F00E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9958D28-F313-4961-8D73-588A4F61CB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B54924A-C74F-4CEB-87CD-7D45256E05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079BFE-C50B-4F41-9020-A077C7F8A9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9AE09A-4627-4FC6-9A3B-74D7EA02D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A56503-49A4-4CDF-B15C-1B3F21B518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13B2C04-E1D8-43B9-B896-B41CCDDA00B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CDAC8A4-D7DF-4508-9CDE-7E9D3B43FF2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365F492-A47A-41CB-99D7-1F5E89BB21A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8FABE77-37AD-4935-A65B-3EDA4612B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64994FD-7AF1-458C-8BEB-6B0D22480A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2C41FEF-94E4-4C91-9E32-38CD0868CE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7D0669-44A5-4B50-8160-719C6750EA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291939-DE07-4BEF-9511-DD3EF0086F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5C99EFE-2FEC-4686-AB87-F05F15A0B4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798521E-A690-4B7F-9194-294B7AA0E0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8D17E7F-6C90-4D95-A2B5-D86384B8AF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1139B46-11C4-4130-B592-78C4D446B2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9B1329A-EC76-4B69-819E-A270FBD3CF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B21316-9745-4DEC-885A-AE317B6E4E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3A2E532-FBF6-482B-A063-3926C1C389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978B43F-BBE6-46A0-BAEF-3052C5181A3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E85029-CBD9-4175-B68B-B7C43C6A27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6D92B07-6336-4C49-8200-ABBA776AA2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77339B3-2195-4369-860B-9E6216EC0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09357-D0A2-4F5F-8DCC-4BE1927C31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F054827-CF2E-48A4-A382-7C8CE3DA2B1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82AB492-CBD7-4C93-8EB7-3B1502EC55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9554FF-EA45-49EC-9A58-AFB384F16C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6180FC4-D104-4954-A9B1-8D9A17F6EE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D3DFA04-06F5-466D-99B2-9BC6DDD09A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A4146B-E058-4C3D-A6CD-48A452D3A0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8DD3404-1773-46D6-B0D9-2ED465FC90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3D37B0-A8E0-404F-AD9C-81029D5222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D56F62-CC86-46E6-8B9D-D30E3A0AA2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ABE2C8-E444-40A6-8E01-4758BB85A2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8F68CAD-8B71-4E48-B068-815B91356B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76F59C-05E8-45AD-86A8-44149BD9BB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7840E7-2874-4C41-8B4D-E4DC764AEC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F72118-B1A4-4C91-9906-AD10BCAE15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C2A47E-E933-43ED-B1C5-9DB57FFA94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342a1cd88f484f" /><Relationship Type="http://schemas.openxmlformats.org/officeDocument/2006/relationships/slideLayout" Target="/ppt/slideLayouts/slideLayout1.xml" Id="Rf381d3c10c1741eb" /><Relationship Type="http://schemas.openxmlformats.org/officeDocument/2006/relationships/slideLayout" Target="/ppt/slideLayouts/slideLayout2.xml" Id="R67da6943154040b5" /><Relationship Type="http://schemas.openxmlformats.org/officeDocument/2006/relationships/slideLayout" Target="/ppt/slideLayouts/slideLayout3.xml" Id="R7025c4ccffba4843" /><Relationship Type="http://schemas.openxmlformats.org/officeDocument/2006/relationships/slideLayout" Target="/ppt/slideLayouts/slideLayout4.xml" Id="R80cf027507ce4691" /><Relationship Type="http://schemas.openxmlformats.org/officeDocument/2006/relationships/slideLayout" Target="/ppt/slideLayouts/slideLayout5.xml" Id="R8e17744694f04e79" /><Relationship Type="http://schemas.openxmlformats.org/officeDocument/2006/relationships/slideLayout" Target="/ppt/slideLayouts/slideLayout6.xml" Id="R54bbf4e904834578" /><Relationship Type="http://schemas.openxmlformats.org/officeDocument/2006/relationships/slideLayout" Target="/ppt/slideLayouts/slideLayout7.xml" Id="R7134a574b32a4ab3" /><Relationship Type="http://schemas.openxmlformats.org/officeDocument/2006/relationships/slideLayout" Target="/ppt/slideLayouts/slideLayout8.xml" Id="Rd14a60afa23e4704" /><Relationship Type="http://schemas.openxmlformats.org/officeDocument/2006/relationships/slideLayout" Target="/ppt/slideLayouts/slideLayout9.xml" Id="Rd34b6da7c88c42ae" /><Relationship Type="http://schemas.openxmlformats.org/officeDocument/2006/relationships/slideLayout" Target="/ppt/slideLayouts/slideLayout10.xml" Id="R291949a9a9324403" /><Relationship Type="http://schemas.openxmlformats.org/officeDocument/2006/relationships/slideLayout" Target="/ppt/slideLayouts/slideLayout11.xml" Id="R5984dfb5fec249a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0C18CE3-7FDB-44EF-9442-DB1505F226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D5E560-9D8F-43AE-B2BB-8F6F5BE2D7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C9F6C9-1518-4CAF-A9DD-D01D86DBCA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5E18CC-9BCC-4B48-8497-D726397AFD9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2EDA7D-18F5-4ABE-B7FE-0276B2DF69C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81d3c10c1741eb"/>
    <p:sldLayoutId xmlns:r="http://schemas.openxmlformats.org/officeDocument/2006/relationships" id="2147483650" r:id="R67da6943154040b5"/>
    <p:sldLayoutId xmlns:r="http://schemas.openxmlformats.org/officeDocument/2006/relationships" id="2147483651" r:id="R7025c4ccffba4843"/>
    <p:sldLayoutId xmlns:r="http://schemas.openxmlformats.org/officeDocument/2006/relationships" id="2147483652" r:id="R80cf027507ce4691"/>
    <p:sldLayoutId xmlns:r="http://schemas.openxmlformats.org/officeDocument/2006/relationships" id="2147483653" r:id="R8e17744694f04e79"/>
    <p:sldLayoutId xmlns:r="http://schemas.openxmlformats.org/officeDocument/2006/relationships" id="2147483654" r:id="R54bbf4e904834578"/>
    <p:sldLayoutId xmlns:r="http://schemas.openxmlformats.org/officeDocument/2006/relationships" id="2147483655" r:id="R7134a574b32a4ab3"/>
    <p:sldLayoutId xmlns:r="http://schemas.openxmlformats.org/officeDocument/2006/relationships" id="2147483656" r:id="Rd14a60afa23e4704"/>
    <p:sldLayoutId xmlns:r="http://schemas.openxmlformats.org/officeDocument/2006/relationships" id="2147483657" r:id="Rd34b6da7c88c42ae"/>
    <p:sldLayoutId xmlns:r="http://schemas.openxmlformats.org/officeDocument/2006/relationships" id="2147483658" r:id="R291949a9a9324403"/>
    <p:sldLayoutId xmlns:r="http://schemas.openxmlformats.org/officeDocument/2006/relationships" id="2147483659" r:id="R5984dfb5fec249a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c56ef9e2bb49fe" /><Relationship Type="http://schemas.openxmlformats.org/officeDocument/2006/relationships/notesSlide" Target="/ppt/notesSlides/notesSlide1.xml" Id="R2c3b5003a7de4c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f6d9b33d87470c" /><Relationship Type="http://schemas.openxmlformats.org/officeDocument/2006/relationships/notesSlide" Target="/ppt/notesSlides/notesSlide2.xml" Id="R1e846973b13f46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4bfb6a54324c98" /><Relationship Type="http://schemas.openxmlformats.org/officeDocument/2006/relationships/notesSlide" Target="/ppt/notesSlides/notesSlide3.xml" Id="Re3188925b46743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cc6091d3ad4a9c" /><Relationship Type="http://schemas.openxmlformats.org/officeDocument/2006/relationships/notesSlide" Target="/ppt/notesSlides/notesSlide4.xml" Id="R939e1aa7fc0c48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8197a2eee84755" /><Relationship Type="http://schemas.openxmlformats.org/officeDocument/2006/relationships/notesSlide" Target="/ppt/notesSlides/notesSlide5.xml" Id="Rb4fc8ce6cd6c41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b2b290b7c448a4" /><Relationship Type="http://schemas.openxmlformats.org/officeDocument/2006/relationships/notesSlide" Target="/ppt/notesSlides/notesSlide6.xml" Id="R014e0ee931f444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2104DC-19F5-4EB4-B8E5-3C6B18CC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971783-B09D-403C-924B-57DE3570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035841-684F-4369-85E5-168CA811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91CFAC-3BFE-4F57-B559-8F7FBBB4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B40763A-3FBB-464E-8A89-BEA681B8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AED402-2B1F-46D3-9341-2FA1DF09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06902E-37A7-4046-80BB-5DC99EAD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3EEB03-25C0-433B-B77F-278F4BED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A30598A-5721-42D2-9415-5FD8C7A5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B1F8D6-45B2-4F4C-9BD1-7E3EC068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CD25960-C32A-46C9-B0A8-D8390812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4720009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47DD21-6C9F-45EF-A98A-91EB361B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DE4DFA-6489-4B3A-A465-A512E720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A51E57-132F-460D-94D5-D5F14AAB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047D98-9B9C-4CFF-A05A-8A8066D0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A8B9C4-A9B5-402A-ADEA-7117BA6D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CDFD0D-E5F1-401F-BA56-7CA116D3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9DD86B-28DC-4E32-AA5B-380FC837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B3F6FFF-B0F5-40FE-9931-81126283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35B44E9-A347-4532-BBDE-B7079689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3E7B2E-95A0-47AC-918A-B3F2B988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A953A7-680D-4017-89C4-AF4DE2A5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2649990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35AF46-6BA6-4A76-9DF8-D79053C9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124CDC-AD43-4F59-AD32-5BC56FE0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DBE8B1-CE79-4893-80FF-86E04A13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7569667-9464-4F93-8BF2-A318C65F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110485-5DC7-455A-B10C-77060305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9234F66-FDAD-4827-A132-27C71512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078A325-4A46-4DC9-B1F1-088E64F2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0CF374-6EBF-4DBB-B3E1-93BB0CC9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459A245-ABEA-4A5B-A780-3B1300A5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87111F3-F5BD-4350-8CA6-98BE02A9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844960-18E9-47AD-9379-FAEB9A73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521F85-F04A-4B28-AD0A-218DC965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33B0A4F-F456-46B4-A648-3C765B5B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09050D8-30F4-4863-B341-2C3292A0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1D08590-A768-4EEE-9A05-2D85EB72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878311-0A86-41F0-993D-F2440B1D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5C52AD5-39D4-4630-A6E9-38BA6FCB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1EA63DA-24A7-48DF-B007-D48E2D44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460F25-03E9-4432-97A4-160C3277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4599785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5BAA12-5191-4027-BB3C-D783C27E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EF573C-BD8D-422B-8EC2-E8BA55CA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DAEB3A-48B9-4928-BD9C-0194447C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2B3CF31-E3AD-4A68-9FE9-6D265041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816B56-F9C3-414E-9776-C8CD614E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764B69-FE2F-41BB-9AF5-34B5B8A1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CD5E243-2A30-47D5-A571-DE3CFB09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4DD633-BC02-4018-8B4A-38FF74B9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564D4FB-F7AC-4432-B84C-F6DB9665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0DBACE4-FCD1-4A0C-8BEA-DA4941B2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924B28F-AAB6-4BC8-A0FD-CE811C11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EAC5356-53F3-4E62-8D51-EE8D1F0D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16DCEC9-F926-4814-8C1D-E5BA588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FFFEB30-D1E4-4844-BC73-6916DD91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16626DD-4042-4F30-9238-64E4D00F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A8C3C5-E246-4A26-8A03-88F9F092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5C658D0-808F-4344-8FCE-F68E661C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25F7D39-E750-4851-AC17-339848D0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1455665-EC4F-45A3-BE9F-FC8A4D1F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3074581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D77420-F333-44B0-92FA-08DC9CAE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FECCCF-E905-4BFA-845F-3253A43F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A645E76-A893-4C5A-962C-A64B1C2A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8EF8CB-CA51-48F3-A510-B66F9CDD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CA2E9C-052F-4106-B419-0D971CEA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F16221-ED62-4ED2-9FF2-34626EE8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E0AD2B-0E5C-4477-848D-2AABA13B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9050719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CFCDBA-9DF3-46F8-AC41-E321F7CD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D45D25-4C73-4B6F-A5F7-4AD2FB77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146A3B9-F55D-49B4-A46E-67C4EC13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B98204-2D10-4539-8309-AA5410A0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2026.07.23-15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206722616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2026-07-23T18:16:42.2610000Z</dcterms:created>
  <dcterms:modified xsi:type="dcterms:W3CDTF">2026-07-23T18:16:42.2610000Z</dcterms:modified>
</coreProperties>
</file>