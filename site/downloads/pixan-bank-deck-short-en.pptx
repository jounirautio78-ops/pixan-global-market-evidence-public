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fa273df4a5464e" /><Relationship Type="http://schemas.openxmlformats.org/officeDocument/2006/relationships/extended-properties" Target="/docProps/app.xml" Id="R2bd71d9d8e744e0d" /><Relationship Type="http://schemas.openxmlformats.org/officeDocument/2006/relationships/officeDocument" Target="/ppt/presentation.xml" Id="Re8999d695fa947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7d029308dc4531"/>
  </p:sldMasterIdLst>
  <p:notesMasterIdLst>
    <p:notesMasterId xmlns:r="http://schemas.openxmlformats.org/officeDocument/2006/relationships" r:id="Raba9290fa25f4014"/>
  </p:notesMasterIdLst>
  <p:sldIdLst>
    <p:sldId xmlns:r="http://schemas.openxmlformats.org/officeDocument/2006/relationships" id="256" r:id="R5200e1bf9c004948"/>
    <p:sldId xmlns:r="http://schemas.openxmlformats.org/officeDocument/2006/relationships" id="257" r:id="R64b57ff56a914fad"/>
    <p:sldId xmlns:r="http://schemas.openxmlformats.org/officeDocument/2006/relationships" id="258" r:id="R94e287d09ce045fa"/>
    <p:sldId xmlns:r="http://schemas.openxmlformats.org/officeDocument/2006/relationships" id="259" r:id="R235817fa29884617"/>
    <p:sldId xmlns:r="http://schemas.openxmlformats.org/officeDocument/2006/relationships" id="260" r:id="R12b04fcc1ca24eb8"/>
    <p:sldId xmlns:r="http://schemas.openxmlformats.org/officeDocument/2006/relationships" id="261" r:id="Rbd47b359d4f946ea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4e266cf56a4762" /><Relationship Type="http://schemas.openxmlformats.org/officeDocument/2006/relationships/slideMaster" Target="/ppt/slideMasters/slideMaster1.xml" Id="Ra07d029308dc4531" /><Relationship Type="http://schemas.openxmlformats.org/officeDocument/2006/relationships/notesMaster" Target="/ppt/notesMasters/notesMaster1.xml" Id="Raba9290fa25f4014" /><Relationship Type="http://schemas.openxmlformats.org/officeDocument/2006/relationships/presProps" Target="/ppt/presProps.xml" Id="Reee5402f01b04909" /><Relationship Type="http://schemas.openxmlformats.org/officeDocument/2006/relationships/viewProps" Target="/ppt/viewProps.xml" Id="Ra66e987ebd584117" /><Relationship Type="http://schemas.openxmlformats.org/officeDocument/2006/relationships/tableStyles" Target="/ppt/tableStyles.xml" Id="R1668ab39aaf14a23" /><Relationship Type="http://schemas.openxmlformats.org/officeDocument/2006/relationships/slide" Target="/ppt/slides/slide1.xml" Id="R5200e1bf9c004948" /><Relationship Type="http://schemas.openxmlformats.org/officeDocument/2006/relationships/slide" Target="/ppt/slides/slide2.xml" Id="R64b57ff56a914fad" /><Relationship Type="http://schemas.openxmlformats.org/officeDocument/2006/relationships/slide" Target="/ppt/slides/slide3.xml" Id="R94e287d09ce045fa" /><Relationship Type="http://schemas.openxmlformats.org/officeDocument/2006/relationships/slide" Target="/ppt/slides/slide4.xml" Id="R235817fa29884617" /><Relationship Type="http://schemas.openxmlformats.org/officeDocument/2006/relationships/slide" Target="/ppt/slides/slide5.xml" Id="R12b04fcc1ca24eb8" /><Relationship Type="http://schemas.openxmlformats.org/officeDocument/2006/relationships/slide" Target="/ppt/slides/slide6.xml" Id="Rbd47b359d4f946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1d7943288e48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4c98b1a8704ab6" /><Relationship Type="http://schemas.openxmlformats.org/officeDocument/2006/relationships/notesMaster" Target="/ppt/notesMasters/notesMaster1.xml" Id="R0a7d6d358e5c42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a82ca8f4fe4f13" /><Relationship Type="http://schemas.openxmlformats.org/officeDocument/2006/relationships/notesMaster" Target="/ppt/notesMasters/notesMaster1.xml" Id="R423674d2d8c04c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7451cf13964ae6" /><Relationship Type="http://schemas.openxmlformats.org/officeDocument/2006/relationships/notesMaster" Target="/ppt/notesMasters/notesMaster1.xml" Id="Read1d3cf54cf47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634d3aebf24282" /><Relationship Type="http://schemas.openxmlformats.org/officeDocument/2006/relationships/notesMaster" Target="/ppt/notesMasters/notesMaster1.xml" Id="R3f119c92c69f4a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61131fd74b48bd" /><Relationship Type="http://schemas.openxmlformats.org/officeDocument/2006/relationships/notesMaster" Target="/ppt/notesMasters/notesMaster1.xml" Id="R9b5e1bbf87e94a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1ceb810bb74595" /><Relationship Type="http://schemas.openxmlformats.org/officeDocument/2006/relationships/notesMaster" Target="/ppt/notesMasters/notesMaster1.xml" Id="R8a771f1c16fa4d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d83f7848bb45f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0581ea3b7548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8961ab9c3a4b4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cd3dbbf8954ef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552de70acc466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77a13e1af1432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a671f431654b7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a8b4866e5c4a9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cad58531e448b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30ebbeaf7e4cb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5dadbf6ab8479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b450daf4b941db" /><Relationship Type="http://schemas.openxmlformats.org/officeDocument/2006/relationships/slideLayout" Target="/ppt/slideLayouts/slideLayout1.xml" Id="R95d6a459f9a84c0e" /><Relationship Type="http://schemas.openxmlformats.org/officeDocument/2006/relationships/slideLayout" Target="/ppt/slideLayouts/slideLayout2.xml" Id="Rd865d9912f9a4b6c" /><Relationship Type="http://schemas.openxmlformats.org/officeDocument/2006/relationships/slideLayout" Target="/ppt/slideLayouts/slideLayout3.xml" Id="Rcb04673f684d417e" /><Relationship Type="http://schemas.openxmlformats.org/officeDocument/2006/relationships/slideLayout" Target="/ppt/slideLayouts/slideLayout4.xml" Id="R104ad2566533440a" /><Relationship Type="http://schemas.openxmlformats.org/officeDocument/2006/relationships/slideLayout" Target="/ppt/slideLayouts/slideLayout5.xml" Id="Rf497053c839641ab" /><Relationship Type="http://schemas.openxmlformats.org/officeDocument/2006/relationships/slideLayout" Target="/ppt/slideLayouts/slideLayout6.xml" Id="R432940508e314399" /><Relationship Type="http://schemas.openxmlformats.org/officeDocument/2006/relationships/slideLayout" Target="/ppt/slideLayouts/slideLayout7.xml" Id="Rc513b937566f430f" /><Relationship Type="http://schemas.openxmlformats.org/officeDocument/2006/relationships/slideLayout" Target="/ppt/slideLayouts/slideLayout8.xml" Id="R031aea603b754d92" /><Relationship Type="http://schemas.openxmlformats.org/officeDocument/2006/relationships/slideLayout" Target="/ppt/slideLayouts/slideLayout9.xml" Id="Rc77d950703cb4955" /><Relationship Type="http://schemas.openxmlformats.org/officeDocument/2006/relationships/slideLayout" Target="/ppt/slideLayouts/slideLayout10.xml" Id="R8809574657ba42b7" /><Relationship Type="http://schemas.openxmlformats.org/officeDocument/2006/relationships/slideLayout" Target="/ppt/slideLayouts/slideLayout11.xml" Id="R0748f4376f8f402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d6a459f9a84c0e"/>
    <p:sldLayoutId xmlns:r="http://schemas.openxmlformats.org/officeDocument/2006/relationships" id="2147483650" r:id="Rd865d9912f9a4b6c"/>
    <p:sldLayoutId xmlns:r="http://schemas.openxmlformats.org/officeDocument/2006/relationships" id="2147483651" r:id="Rcb04673f684d417e"/>
    <p:sldLayoutId xmlns:r="http://schemas.openxmlformats.org/officeDocument/2006/relationships" id="2147483652" r:id="R104ad2566533440a"/>
    <p:sldLayoutId xmlns:r="http://schemas.openxmlformats.org/officeDocument/2006/relationships" id="2147483653" r:id="Rf497053c839641ab"/>
    <p:sldLayoutId xmlns:r="http://schemas.openxmlformats.org/officeDocument/2006/relationships" id="2147483654" r:id="R432940508e314399"/>
    <p:sldLayoutId xmlns:r="http://schemas.openxmlformats.org/officeDocument/2006/relationships" id="2147483655" r:id="Rc513b937566f430f"/>
    <p:sldLayoutId xmlns:r="http://schemas.openxmlformats.org/officeDocument/2006/relationships" id="2147483656" r:id="R031aea603b754d92"/>
    <p:sldLayoutId xmlns:r="http://schemas.openxmlformats.org/officeDocument/2006/relationships" id="2147483657" r:id="Rc77d950703cb4955"/>
    <p:sldLayoutId xmlns:r="http://schemas.openxmlformats.org/officeDocument/2006/relationships" id="2147483658" r:id="R8809574657ba42b7"/>
    <p:sldLayoutId xmlns:r="http://schemas.openxmlformats.org/officeDocument/2006/relationships" id="2147483659" r:id="R0748f4376f8f402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3bd2b97e004636" /><Relationship Type="http://schemas.openxmlformats.org/officeDocument/2006/relationships/notesSlide" Target="/ppt/notesSlides/notesSlide1.xml" Id="Rb04a7fae41904a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d9c11c157d4a2e" /><Relationship Type="http://schemas.openxmlformats.org/officeDocument/2006/relationships/notesSlide" Target="/ppt/notesSlides/notesSlide2.xml" Id="Rc1ba88029d6c48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c35d92fdf243d9" /><Relationship Type="http://schemas.openxmlformats.org/officeDocument/2006/relationships/notesSlide" Target="/ppt/notesSlides/notesSlide3.xml" Id="R7b595dffcce649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8915ca7be4406e" /><Relationship Type="http://schemas.openxmlformats.org/officeDocument/2006/relationships/notesSlide" Target="/ppt/notesSlides/notesSlide4.xml" Id="R2efaee6d80b746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43c39a67f94b56" /><Relationship Type="http://schemas.openxmlformats.org/officeDocument/2006/relationships/notesSlide" Target="/ppt/notesSlides/notesSlide5.xml" Id="Rb4ba9eff31354c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a1be47667c47ef" /><Relationship Type="http://schemas.openxmlformats.org/officeDocument/2006/relationships/notesSlide" Target="/ppt/notesSlides/notesSlide6.xml" Id="Rc24c192207364d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Statistics Canada; Health Canada; New Zealand Ministry of Health; Destatis; Vero; Sejm; Swedish Government; FTC;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annual observations from 7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533.7–731.2m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≈EUR 298.5–408.9m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candidates remain outside the D1–D10 gate; the accepted-donor count is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2024: retail CAD 1.219bn (≈EUR 822.6m; ECB 2024); shipments CAD 1.161bn (≈EUR 783.2m; ECB 2024); all retail quarters quality E. NZ is a model; FTC 2021 USD 2.763bn (≈EUR 2.336bn; ECB 2021) is manufacturer reporting. Do not sum the measures.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2026.07.24-20 · 2026-07-24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2026.07.24-20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2026-07-24T13:33:29.4560000Z</dcterms:created>
  <dcterms:modified xsi:type="dcterms:W3CDTF">2026-07-24T13:33:29.4560000Z</dcterms:modified>
</coreProperties>
</file>