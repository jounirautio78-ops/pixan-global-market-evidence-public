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e4f4fd417d498a" /><Relationship Type="http://schemas.openxmlformats.org/officeDocument/2006/relationships/extended-properties" Target="/docProps/app.xml" Id="R11661f40c66645b4" /><Relationship Type="http://schemas.openxmlformats.org/officeDocument/2006/relationships/officeDocument" Target="/ppt/presentation.xml" Id="R6569af16c27847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3a06437ed4404a"/>
  </p:sldMasterIdLst>
  <p:notesMasterIdLst>
    <p:notesMasterId xmlns:r="http://schemas.openxmlformats.org/officeDocument/2006/relationships" r:id="R7c8d0ee1997348fb"/>
  </p:notesMasterIdLst>
  <p:sldIdLst>
    <p:sldId xmlns:r="http://schemas.openxmlformats.org/officeDocument/2006/relationships" id="256" r:id="R6dc2b987ae3f4e26"/>
    <p:sldId xmlns:r="http://schemas.openxmlformats.org/officeDocument/2006/relationships" id="257" r:id="Rf220becfa0e84190"/>
    <p:sldId xmlns:r="http://schemas.openxmlformats.org/officeDocument/2006/relationships" id="258" r:id="R1850b0e12aca4adb"/>
    <p:sldId xmlns:r="http://schemas.openxmlformats.org/officeDocument/2006/relationships" id="259" r:id="Rd1ba5f2a72d24d4f"/>
    <p:sldId xmlns:r="http://schemas.openxmlformats.org/officeDocument/2006/relationships" id="260" r:id="R5fb01b0dd6d44071"/>
    <p:sldId xmlns:r="http://schemas.openxmlformats.org/officeDocument/2006/relationships" id="261" r:id="R2547d1a8d6ed40b4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4fe4260ccc4e73" /><Relationship Type="http://schemas.openxmlformats.org/officeDocument/2006/relationships/slideMaster" Target="/ppt/slideMasters/slideMaster1.xml" Id="R293a06437ed4404a" /><Relationship Type="http://schemas.openxmlformats.org/officeDocument/2006/relationships/notesMaster" Target="/ppt/notesMasters/notesMaster1.xml" Id="R7c8d0ee1997348fb" /><Relationship Type="http://schemas.openxmlformats.org/officeDocument/2006/relationships/presProps" Target="/ppt/presProps.xml" Id="R2a12ce09d3604bd0" /><Relationship Type="http://schemas.openxmlformats.org/officeDocument/2006/relationships/viewProps" Target="/ppt/viewProps.xml" Id="R0b3fa078cd91446a" /><Relationship Type="http://schemas.openxmlformats.org/officeDocument/2006/relationships/tableStyles" Target="/ppt/tableStyles.xml" Id="R0292cc1cb9fe43ba" /><Relationship Type="http://schemas.openxmlformats.org/officeDocument/2006/relationships/slide" Target="/ppt/slides/slide1.xml" Id="R6dc2b987ae3f4e26" /><Relationship Type="http://schemas.openxmlformats.org/officeDocument/2006/relationships/slide" Target="/ppt/slides/slide2.xml" Id="Rf220becfa0e84190" /><Relationship Type="http://schemas.openxmlformats.org/officeDocument/2006/relationships/slide" Target="/ppt/slides/slide3.xml" Id="R1850b0e12aca4adb" /><Relationship Type="http://schemas.openxmlformats.org/officeDocument/2006/relationships/slide" Target="/ppt/slides/slide4.xml" Id="Rd1ba5f2a72d24d4f" /><Relationship Type="http://schemas.openxmlformats.org/officeDocument/2006/relationships/slide" Target="/ppt/slides/slide5.xml" Id="R5fb01b0dd6d44071" /><Relationship Type="http://schemas.openxmlformats.org/officeDocument/2006/relationships/slide" Target="/ppt/slides/slide6.xml" Id="R2547d1a8d6ed40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8930392dee4c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6a8dc953ff45a2" /><Relationship Type="http://schemas.openxmlformats.org/officeDocument/2006/relationships/notesMaster" Target="/ppt/notesMasters/notesMaster1.xml" Id="Ref132b6bf97748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aafcc94794466f" /><Relationship Type="http://schemas.openxmlformats.org/officeDocument/2006/relationships/notesMaster" Target="/ppt/notesMasters/notesMaster1.xml" Id="R3080ad65366046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11b1fe85a54590" /><Relationship Type="http://schemas.openxmlformats.org/officeDocument/2006/relationships/notesMaster" Target="/ppt/notesMasters/notesMaster1.xml" Id="R50872638218f4a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5c8542caa9463a" /><Relationship Type="http://schemas.openxmlformats.org/officeDocument/2006/relationships/notesMaster" Target="/ppt/notesMasters/notesMaster1.xml" Id="R19b822cce56945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0e36edf4b24304" /><Relationship Type="http://schemas.openxmlformats.org/officeDocument/2006/relationships/notesMaster" Target="/ppt/notesMasters/notesMaster1.xml" Id="R4ab4324fda1c48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9006b1f8494383" /><Relationship Type="http://schemas.openxmlformats.org/officeDocument/2006/relationships/notesMaster" Target="/ppt/notesMasters/notesMaster1.xml" Id="R336a1f0704d14c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2f0dd2b19143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42040118724f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0d0a62a5f041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53dba5bc4947b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37846d1c1d4b8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f0228ef9842f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f4660abac240c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fad6c46a774cb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909b2f00424ef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5b16a38d6e4fa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1a45593d464bb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C5246C-508C-4590-B873-02A6AE16C21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640C89A-D462-4745-A3EC-B9AC09DF50C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276525C-F524-44F9-9A3D-2C67D50CCD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523A1C7-09F0-46F6-A555-087E77A5B7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386FD0-5E26-4CD1-B1A6-FE32BB33C3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BA4BD7C-84B3-4B04-BA31-91A975D513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CA0C136-8E32-4549-8861-087BF879E76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B4E4CF-DA58-4A5F-A2BC-E99B36F411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1062963-8485-4FC2-858A-4F754C213D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B1CD7D-F822-41CE-B95A-9BF8275B43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5592C4-4447-4F1A-ADC8-0E36345703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D4F4712-2619-4E25-B9E3-352F570977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55A523D-1AA4-4EC2-8845-EFAB772988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2B31AB3-E4E6-4968-ABE2-B557305424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4325564-63D9-4A87-B135-1CBC3A19BE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6D0857-8E64-45B6-8B14-97272C592B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6E72E0B-9656-4549-AAD3-39EF0F63C6D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7DCEA17-2B9E-4E13-A30C-029DDA0599B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F0DF7D3-ACF5-4820-AC8F-D51B7F345CC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BCBF542-CB8B-47C4-AEC1-B36F1DC5E3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5766F49-437C-4581-B851-AC53932C32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75B867-9121-4D2A-807A-651F9884E4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409BA6-9F2C-4E55-8624-D0FEE0C9AF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BB4D37D-0595-4C91-8130-6689C36873A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21EA9E0-FC0B-42BB-BF4D-BBE9AD9033C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7B5CBC9-3722-49F9-819A-F5FA5B2C44C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28CF272-DB37-4A68-9365-2610DA5E8F9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D29D15C-0546-40B8-B8D9-FB05D937D8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1932F7-EF88-4EEA-8A36-95B68EAD9C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BAD239D-C1A4-42CC-9D44-E7C553CC51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65968C1-281D-400C-8F70-D2B56326DA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5EEC144-2CD1-4035-AB98-6C39E426BE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4201EB7-74BA-4E3C-B294-EF9FF7E875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E240DB3-FC8B-450D-9F4F-9B02335FE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1E2DC12-11D0-4D63-AD9D-9419786B5F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96BC317-23D1-4B87-AD63-0A67FFEF17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250CEBC-E1BD-4DB5-A599-3964899691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4BACB43-6D55-4440-B110-7AAB431660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7FD84C-CB18-4028-8042-C641D6A5E9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42B5CC9-D665-43A8-9AA2-DF48DD2F743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0F10630-C897-4F70-88A5-2AB94A8C0A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5F1A869-0C28-4B3A-BAC0-792EE31FFA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8AAD03-121B-476A-802F-6C72D906BE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77E2F19-1FB5-44A0-ABCE-5978A68CBAF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5F73A3B-9C7B-48E2-A3A6-FC7EA4B25A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C78620B-7A7C-498B-BD77-06F2DAE591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85AE89-031B-448B-AD8C-D50D22DC10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A728745-B4AC-430C-920E-2E4E35A0FA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11739A-B121-4A33-855E-676E9E8B48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95A555E-6FD3-40A1-99D9-688C4F2B82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1B2CF3B-89CA-4721-A6C3-EB53946428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D43F21-795E-4A97-B6A5-CDF4D86434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59AC88-3B49-4F46-8E5A-E528CE5235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06E3DE0-4502-41E2-8147-4BC8A3D2A0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83354F-A186-42AE-A301-72C3F2FEAC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6EDE88-9CF7-402F-A974-B21412BC7B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846A21D-DE6A-4AD9-BFBC-8A2300494F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F63BA9B-B22E-4A5D-9CEC-1ADF34BAF9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ce18cf3b0f4cd5" /><Relationship Type="http://schemas.openxmlformats.org/officeDocument/2006/relationships/slideLayout" Target="/ppt/slideLayouts/slideLayout1.xml" Id="R72c5a973a09a4604" /><Relationship Type="http://schemas.openxmlformats.org/officeDocument/2006/relationships/slideLayout" Target="/ppt/slideLayouts/slideLayout2.xml" Id="R49b02a13600f4139" /><Relationship Type="http://schemas.openxmlformats.org/officeDocument/2006/relationships/slideLayout" Target="/ppt/slideLayouts/slideLayout3.xml" Id="R6eaf4bf16efa4f51" /><Relationship Type="http://schemas.openxmlformats.org/officeDocument/2006/relationships/slideLayout" Target="/ppt/slideLayouts/slideLayout4.xml" Id="R566fb9cd470d4954" /><Relationship Type="http://schemas.openxmlformats.org/officeDocument/2006/relationships/slideLayout" Target="/ppt/slideLayouts/slideLayout5.xml" Id="Rdf9118a83b504464" /><Relationship Type="http://schemas.openxmlformats.org/officeDocument/2006/relationships/slideLayout" Target="/ppt/slideLayouts/slideLayout6.xml" Id="Rdb83120caa454f54" /><Relationship Type="http://schemas.openxmlformats.org/officeDocument/2006/relationships/slideLayout" Target="/ppt/slideLayouts/slideLayout7.xml" Id="R5c67d96f8e384ecb" /><Relationship Type="http://schemas.openxmlformats.org/officeDocument/2006/relationships/slideLayout" Target="/ppt/slideLayouts/slideLayout8.xml" Id="Rd91fb71e72a546b3" /><Relationship Type="http://schemas.openxmlformats.org/officeDocument/2006/relationships/slideLayout" Target="/ppt/slideLayouts/slideLayout9.xml" Id="R10287c2e10064389" /><Relationship Type="http://schemas.openxmlformats.org/officeDocument/2006/relationships/slideLayout" Target="/ppt/slideLayouts/slideLayout10.xml" Id="Ra5ffc35a54c04aee" /><Relationship Type="http://schemas.openxmlformats.org/officeDocument/2006/relationships/slideLayout" Target="/ppt/slideLayouts/slideLayout11.xml" Id="Rfc6b0d0ea5ef440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D0E9099-BFE5-4CDD-BEC6-8B8FA3BC3A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2DF361-892B-466F-8145-62405A5EDC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29FA4F-C9C9-411A-B592-BFF0464F1D4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92BF90-A9DC-4F80-BB3F-680DBF1082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759EAB-4AD6-4F1A-A454-D143A65AA9B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c5a973a09a4604"/>
    <p:sldLayoutId xmlns:r="http://schemas.openxmlformats.org/officeDocument/2006/relationships" id="2147483650" r:id="R49b02a13600f4139"/>
    <p:sldLayoutId xmlns:r="http://schemas.openxmlformats.org/officeDocument/2006/relationships" id="2147483651" r:id="R6eaf4bf16efa4f51"/>
    <p:sldLayoutId xmlns:r="http://schemas.openxmlformats.org/officeDocument/2006/relationships" id="2147483652" r:id="R566fb9cd470d4954"/>
    <p:sldLayoutId xmlns:r="http://schemas.openxmlformats.org/officeDocument/2006/relationships" id="2147483653" r:id="Rdf9118a83b504464"/>
    <p:sldLayoutId xmlns:r="http://schemas.openxmlformats.org/officeDocument/2006/relationships" id="2147483654" r:id="Rdb83120caa454f54"/>
    <p:sldLayoutId xmlns:r="http://schemas.openxmlformats.org/officeDocument/2006/relationships" id="2147483655" r:id="R5c67d96f8e384ecb"/>
    <p:sldLayoutId xmlns:r="http://schemas.openxmlformats.org/officeDocument/2006/relationships" id="2147483656" r:id="Rd91fb71e72a546b3"/>
    <p:sldLayoutId xmlns:r="http://schemas.openxmlformats.org/officeDocument/2006/relationships" id="2147483657" r:id="R10287c2e10064389"/>
    <p:sldLayoutId xmlns:r="http://schemas.openxmlformats.org/officeDocument/2006/relationships" id="2147483658" r:id="Ra5ffc35a54c04aee"/>
    <p:sldLayoutId xmlns:r="http://schemas.openxmlformats.org/officeDocument/2006/relationships" id="2147483659" r:id="Rfc6b0d0ea5ef440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e2ae4af4e8442d" /><Relationship Type="http://schemas.openxmlformats.org/officeDocument/2006/relationships/notesSlide" Target="/ppt/notesSlides/notesSlide1.xml" Id="R2608fdf4908948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af08036f0d439a" /><Relationship Type="http://schemas.openxmlformats.org/officeDocument/2006/relationships/notesSlide" Target="/ppt/notesSlides/notesSlide2.xml" Id="R61ed4b585d7a46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1278d8cb29413f" /><Relationship Type="http://schemas.openxmlformats.org/officeDocument/2006/relationships/notesSlide" Target="/ppt/notesSlides/notesSlide3.xml" Id="R3a6d59d90e664c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b04c8a506c47f2" /><Relationship Type="http://schemas.openxmlformats.org/officeDocument/2006/relationships/notesSlide" Target="/ppt/notesSlides/notesSlide4.xml" Id="R99f9aafc31b246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18dc54beb2452c" /><Relationship Type="http://schemas.openxmlformats.org/officeDocument/2006/relationships/notesSlide" Target="/ppt/notesSlides/notesSlide5.xml" Id="Rbd3d8d23d5364f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66531637e44c60" /><Relationship Type="http://schemas.openxmlformats.org/officeDocument/2006/relationships/notesSlide" Target="/ppt/notesSlides/notesSlide6.xml" Id="Rdf291ab3007241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C4BCE45-E21A-40DE-96D4-9ADB8DD9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15E6A0-3662-4887-A1AA-95CCF6B8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BAEB5A2-233C-4C2A-AC2D-0BBE21A9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511D7E1-91E5-4E61-B18A-A3206D74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63B7F7C-ABFF-48E7-BB18-2DE744F4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5C5A2B7-177D-4C4D-80B6-9CC63925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D1119BA-680E-46F8-9402-4D73AB0F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2026.07.22-8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298094-97B8-4E19-9914-410B8848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17EE58C-E2BE-418F-81A3-71C66710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0B0754A-1042-4AC1-ACE0-039438F9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BEBCE0-D1C3-4658-BEDC-0AEC5427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6164407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56F807-27C4-4D56-948A-3B4815BF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F52078-D360-4097-B9E1-F9020EA8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5E2D4D-1B45-4C59-9F47-12B24F24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94A76A5-862F-4E9E-9CC6-1637E133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09AEEBA-6A30-4291-89E0-85BD4B2F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B79AEA-D774-4A85-95B5-B15AB0A4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C719182-7E31-4660-A94F-4338677D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D9CA75A-61E0-4F50-B377-DFEA86D5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BAFD4EC-AC9F-4B20-AB0A-8DE4E079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1A98C02-3540-4A95-83CD-8B1A664E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F95B1A9-CA94-470A-892D-93B977D7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20342175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19B91B-FDB1-4DAD-823C-E88B8C6B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0F1BE20-226A-4D78-ADC8-72752734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9AB80FA-98CB-4E65-8803-6B755975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026A37-0DE4-4937-BF27-A21F7246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B62069F-CCAE-47A2-A1B6-CBEB2DFA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407D9F9-8178-40C3-9FEC-356407A7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F172DF0-3893-468B-8457-B6977D00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8A5F37-5E9B-46CC-8387-C8FD40CB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FB7B862-9225-4C56-9A69-DE46B46E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26D83B6-43ED-4AA1-8A9A-D42F187A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AC730EC-7B4E-47AD-8AB5-AA22A7E6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1DB7EA3-2AE4-40D7-8554-8203A085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FB0E67-6FC2-4A02-863E-48FA333C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2607154-9B8B-440D-BC0F-A7D21604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5CEF7A6-0391-48A0-9EED-157A1B26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519B726-C1B1-4698-90C2-FE8E9E82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6352F9B-386A-44DD-B3D0-CA1FEABA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76159D1-4B35-4DA8-8B9B-EE623276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6EE1DE-0650-499A-822C-0EE82EBC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727756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C1446B-8891-4D90-AE27-05682803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852DC27-BA46-4113-9CE7-8F4270AE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1F9F84B-3ED8-4E64-98F8-1C3808BA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7D38B77-96CB-415C-9728-98F2C285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E0059FC-D8CE-4AF1-9894-577B9652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28BEFFE-72A6-480D-BDBA-9C5E916C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C78691-C070-408A-A348-3997CDBC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051BBEA-AD5A-44B6-B383-0D6122DD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42E5182-7E91-4B30-B49A-FB9E6BD3D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in the research universe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943F29A-9C5F-43E2-9AA5-67DD52D9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4BF0AD0-FF98-4101-94E0-108A8EC9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3BF40B3-88CD-46AB-A463-62509A86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official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E585C26-EB0E-4C01-A497-C92620E5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1D0EE6C-C544-4CC1-90E6-02260052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0835E35-8E65-44CF-8DDF-174DC7F7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accepted retail-value donors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1E299AE-51CC-4E91-9556-EA4520C7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commercial USD 26.0–46.32bn range is a reasonableness check — not Atlas's own global estimate.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8339178-6220-430F-9BD7-83058712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475339B-06CC-4F4F-BA12-BC6455FD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FF31657-696F-43DD-9AD9-08BA1076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Canada: CAD 1.16bn shipment value. Germany: 1.518m litres of taxed liquid in 2025 (provisional). The metrics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9021386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6FC083-C9BA-4541-9D0D-79E046BC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BD7C49-2014-4391-999E-34A3A4E3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E35EC6D-FA4A-4376-BB67-A4988E6C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330AFE-F678-4FE2-B2CE-1199802D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DB3623-AA58-4FBF-8AE9-731ED11D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2026.07.22-8 · 2026-07-22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AE614BF-2DC9-4A36-9BF7-3DF16638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026985-6BE3-4976-9E01-34BC9378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14222261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14094DC-D6EA-4764-B0B1-1C036AAC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4730B95-3D6E-40B9-9180-0A506D60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A6461B3-11DF-4FB5-A690-959C0F5B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392CB45-3A9D-4DDB-8E37-FF7BA97E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2026.07.22-8 · 2026-07-22 · 6 / 6</a:t>
            </a:r>
          </a:p>
        </p:txBody>
      </p:sp>
    </p:spTree>
    <p:extLst>
      <p:ext uri="{BB962C8B-B14F-4D97-AF65-F5344CB8AC3E}">
        <p14:creationId xmlns:p14="http://schemas.microsoft.com/office/powerpoint/2010/main" val="18007082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2026-07-22T18:51:14.4460000Z</dcterms:created>
  <dcterms:modified xsi:type="dcterms:W3CDTF">2026-07-22T18:51:14.4460000Z</dcterms:modified>
</coreProperties>
</file>