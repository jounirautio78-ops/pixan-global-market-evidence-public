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7091c7f8b642fc" /><Relationship Type="http://schemas.openxmlformats.org/officeDocument/2006/relationships/extended-properties" Target="/docProps/app.xml" Id="Rc02f86691c044809" /><Relationship Type="http://schemas.openxmlformats.org/officeDocument/2006/relationships/officeDocument" Target="/ppt/presentation.xml" Id="Rffc03984b5454c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cf10c6d54e49bf"/>
  </p:sldMasterIdLst>
  <p:notesMasterIdLst>
    <p:notesMasterId xmlns:r="http://schemas.openxmlformats.org/officeDocument/2006/relationships" r:id="R77d5ea235bb346c4"/>
  </p:notesMasterIdLst>
  <p:sldIdLst>
    <p:sldId xmlns:r="http://schemas.openxmlformats.org/officeDocument/2006/relationships" id="256" r:id="Rec0464b36dbb44ae"/>
    <p:sldId xmlns:r="http://schemas.openxmlformats.org/officeDocument/2006/relationships" id="257" r:id="R5b0f1f32a2b64b2f"/>
    <p:sldId xmlns:r="http://schemas.openxmlformats.org/officeDocument/2006/relationships" id="258" r:id="R221ef66725f54157"/>
    <p:sldId xmlns:r="http://schemas.openxmlformats.org/officeDocument/2006/relationships" id="259" r:id="R84c41592e5fe4813"/>
    <p:sldId xmlns:r="http://schemas.openxmlformats.org/officeDocument/2006/relationships" id="260" r:id="R161de8cfdb9f41b7"/>
    <p:sldId xmlns:r="http://schemas.openxmlformats.org/officeDocument/2006/relationships" id="261" r:id="R7e27fa962ad24941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aa025fe837c4b7d" /><Relationship Type="http://schemas.openxmlformats.org/officeDocument/2006/relationships/slideMaster" Target="/ppt/slideMasters/slideMaster1.xml" Id="Rf8cf10c6d54e49bf" /><Relationship Type="http://schemas.openxmlformats.org/officeDocument/2006/relationships/notesMaster" Target="/ppt/notesMasters/notesMaster1.xml" Id="R77d5ea235bb346c4" /><Relationship Type="http://schemas.openxmlformats.org/officeDocument/2006/relationships/presProps" Target="/ppt/presProps.xml" Id="R8ddf2e1b500843bc" /><Relationship Type="http://schemas.openxmlformats.org/officeDocument/2006/relationships/viewProps" Target="/ppt/viewProps.xml" Id="R5862bd794e8e4050" /><Relationship Type="http://schemas.openxmlformats.org/officeDocument/2006/relationships/tableStyles" Target="/ppt/tableStyles.xml" Id="R3898b4c833874f47" /><Relationship Type="http://schemas.openxmlformats.org/officeDocument/2006/relationships/slide" Target="/ppt/slides/slide1.xml" Id="Rec0464b36dbb44ae" /><Relationship Type="http://schemas.openxmlformats.org/officeDocument/2006/relationships/slide" Target="/ppt/slides/slide2.xml" Id="R5b0f1f32a2b64b2f" /><Relationship Type="http://schemas.openxmlformats.org/officeDocument/2006/relationships/slide" Target="/ppt/slides/slide3.xml" Id="R221ef66725f54157" /><Relationship Type="http://schemas.openxmlformats.org/officeDocument/2006/relationships/slide" Target="/ppt/slides/slide4.xml" Id="R84c41592e5fe4813" /><Relationship Type="http://schemas.openxmlformats.org/officeDocument/2006/relationships/slide" Target="/ppt/slides/slide5.xml" Id="R161de8cfdb9f41b7" /><Relationship Type="http://schemas.openxmlformats.org/officeDocument/2006/relationships/slide" Target="/ppt/slides/slide6.xml" Id="R7e27fa962ad249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f1c72d6fec45b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02ba7e9a9f48dc" /><Relationship Type="http://schemas.openxmlformats.org/officeDocument/2006/relationships/notesMaster" Target="/ppt/notesMasters/notesMaster1.xml" Id="R66f60e0e9a2645b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47d5a294a0d4f99" /><Relationship Type="http://schemas.openxmlformats.org/officeDocument/2006/relationships/notesMaster" Target="/ppt/notesMasters/notesMaster1.xml" Id="Re7d782dfc01a4ed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9ceb9e197914cd5" /><Relationship Type="http://schemas.openxmlformats.org/officeDocument/2006/relationships/notesMaster" Target="/ppt/notesMasters/notesMaster1.xml" Id="R8cbde6060252443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31e87f1ee694ed3" /><Relationship Type="http://schemas.openxmlformats.org/officeDocument/2006/relationships/notesMaster" Target="/ppt/notesMasters/notesMaster1.xml" Id="R350a914160154da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095905d27b145cc" /><Relationship Type="http://schemas.openxmlformats.org/officeDocument/2006/relationships/notesMaster" Target="/ppt/notesMasters/notesMaster1.xml" Id="Rd1efc299688c416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ba040dad8334136" /><Relationship Type="http://schemas.openxmlformats.org/officeDocument/2006/relationships/notesMaster" Target="/ppt/notesMasters/notesMaster1.xml" Id="R02d7c5ccaf904d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7d19618c4046e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6cc656db354b7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3c79f16df1480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64a6a80df1496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4ddc959b71481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c905f5a6594f1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f57654c0cf4d5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72a4c96926481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bde3c1d516499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190fdfe1b845e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395363c0ba496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10A7F97-6283-4026-B25C-27859AF3CF1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938CC42-730A-4DF7-A278-9CC09A281BE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0B0715B-321D-452C-9390-98F5621A486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831C525-8602-4AF0-878B-FE09A01B21B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F425E9E-8CE5-45BE-8FD3-0CA0EBF3EA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7AE7001-7FD6-45B4-B221-A5EE8B26E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A34BB33-47AF-4D90-9ED7-F4DAC6E6615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B838F0F-B790-46F6-8A51-4DB72C1F35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64A92F3-0D11-4982-AA58-5A940209E25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BF0A250-A89A-4FAE-8EE7-2646CA8378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8BFAF40-10FC-447A-B0F0-04D76D22E6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2F2F2CB-457F-4705-9FB5-1CB19D7E36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8CB1EF7-BF50-4067-8086-C7731A11C22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E09B473-3A8E-4CF4-A84E-61CE7AA70F6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99DD48C-08FE-4C20-928A-9108FAE78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1C08D0E-0FE6-4A7A-AA13-37E5CB7ECC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F6C995-F2D2-459F-BB36-B8C79C2245C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56B2FB6-2991-44C7-BDE0-C2DB12D5F60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2FA532B-53E6-4F71-8382-A05D135E884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04CFA52-64A0-4B55-80F3-FB3DEACB6E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CCB1E8B-3E17-4168-A392-306C132233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EF0456A-29C1-41CF-8666-2B16CA80CC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391F218-07AA-41AC-A083-4C948548C6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BEA1343-42BF-4F8D-94A2-EF93CD549E3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6DFE16A4-B17D-4A8D-B1C6-1CAA00DAC1B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C84404A-A011-4E20-8080-A3D195878A0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3EE77B2-6B8D-4FB0-9CFB-7614F9F1C7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3DB195A-61C5-48A9-B231-B2419A18B9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B55BA604-7B25-4F43-94CE-A60B9F8AE9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BCC77A-190B-472F-AE05-A11E5E428E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923F922-5C63-447B-81F3-BD9DDA2A8F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3187AE4-7B91-462E-9260-C5E5A05F39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E782A5C-5ECE-4A86-9B8C-72FCCEB0B7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3E0289C-D136-4387-B484-55B22FE3EF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6DCACE9-1EC6-4194-A315-07060787A7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F5CBF09-7499-4FF3-96F8-35AB4FF5B0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10BF151-6DE2-432E-B470-38041DD10E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569A06E-C7BA-4F60-94FF-D0A3EB618B4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1096D99-5DCE-4D51-A6E6-18E5E840B4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38DEB1A-A8ED-406E-BB3E-5E732520E0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314666E-80AA-4FA5-8DD3-A29A769BB8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CD175C9-B907-49EE-B403-C227674448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E51156-7383-4F63-A5AC-72F160709E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9F2FA8F8-B5EE-4269-B327-FB63E032029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1A5E4B3-804B-475B-9E5D-4F434A38324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26A60F4-51C3-4634-9B56-37D4D3D0175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E017018-79B3-4F02-A048-115B61C4009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E85CC3A-93FB-48EE-B03E-AC48C386E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E97F49-B088-4C8F-B250-D03A98CC36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21037C2-66E7-4284-BF9A-146BA3CC45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E77A23-7F74-4D45-B917-30EA90C9F1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23DA2FD-8331-46CB-B173-8AFF5F7EED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04BC274-784D-4CE3-B69D-0F1FC9E1EC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94FD65A-0021-41E2-A067-4631DA7DAF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8DE22BA-5105-4B81-8060-DF4667162E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E30EB37-E9C9-4D78-8BD1-A5CE963B055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1577F94-D72E-4D0F-80D3-333EF2CC4C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D978F31-16DD-46E0-B27E-530C99F796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acaf6f0d614b1a" /><Relationship Type="http://schemas.openxmlformats.org/officeDocument/2006/relationships/slideLayout" Target="/ppt/slideLayouts/slideLayout1.xml" Id="Rd16218fde2674fb7" /><Relationship Type="http://schemas.openxmlformats.org/officeDocument/2006/relationships/slideLayout" Target="/ppt/slideLayouts/slideLayout2.xml" Id="R539c8bb5a6eb4f22" /><Relationship Type="http://schemas.openxmlformats.org/officeDocument/2006/relationships/slideLayout" Target="/ppt/slideLayouts/slideLayout3.xml" Id="Rfb32d89930f84a4c" /><Relationship Type="http://schemas.openxmlformats.org/officeDocument/2006/relationships/slideLayout" Target="/ppt/slideLayouts/slideLayout4.xml" Id="R46b025eb94a94502" /><Relationship Type="http://schemas.openxmlformats.org/officeDocument/2006/relationships/slideLayout" Target="/ppt/slideLayouts/slideLayout5.xml" Id="R2e3cce2d659b4e5a" /><Relationship Type="http://schemas.openxmlformats.org/officeDocument/2006/relationships/slideLayout" Target="/ppt/slideLayouts/slideLayout6.xml" Id="R7a115b5b61a042ee" /><Relationship Type="http://schemas.openxmlformats.org/officeDocument/2006/relationships/slideLayout" Target="/ppt/slideLayouts/slideLayout7.xml" Id="R9ba7da2a3b714271" /><Relationship Type="http://schemas.openxmlformats.org/officeDocument/2006/relationships/slideLayout" Target="/ppt/slideLayouts/slideLayout8.xml" Id="R6d279a6682d54da9" /><Relationship Type="http://schemas.openxmlformats.org/officeDocument/2006/relationships/slideLayout" Target="/ppt/slideLayouts/slideLayout9.xml" Id="R9de73f1c24c6404e" /><Relationship Type="http://schemas.openxmlformats.org/officeDocument/2006/relationships/slideLayout" Target="/ppt/slideLayouts/slideLayout10.xml" Id="R8c191ca0ee1d4940" /><Relationship Type="http://schemas.openxmlformats.org/officeDocument/2006/relationships/slideLayout" Target="/ppt/slideLayouts/slideLayout11.xml" Id="R03a4325ebef3433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23C36C7-9931-446E-B129-4690E54932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CBDB43D-E9C6-4865-96F0-8A0B609D516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CB18A3C-CDB0-422D-A118-B63E0FAAD59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C0E614C-C6CD-4EF2-871E-CEE058D2FF7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FAD9DF-D556-411F-A841-A9D6803AA44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16218fde2674fb7"/>
    <p:sldLayoutId xmlns:r="http://schemas.openxmlformats.org/officeDocument/2006/relationships" id="2147483650" r:id="R539c8bb5a6eb4f22"/>
    <p:sldLayoutId xmlns:r="http://schemas.openxmlformats.org/officeDocument/2006/relationships" id="2147483651" r:id="Rfb32d89930f84a4c"/>
    <p:sldLayoutId xmlns:r="http://schemas.openxmlformats.org/officeDocument/2006/relationships" id="2147483652" r:id="R46b025eb94a94502"/>
    <p:sldLayoutId xmlns:r="http://schemas.openxmlformats.org/officeDocument/2006/relationships" id="2147483653" r:id="R2e3cce2d659b4e5a"/>
    <p:sldLayoutId xmlns:r="http://schemas.openxmlformats.org/officeDocument/2006/relationships" id="2147483654" r:id="R7a115b5b61a042ee"/>
    <p:sldLayoutId xmlns:r="http://schemas.openxmlformats.org/officeDocument/2006/relationships" id="2147483655" r:id="R9ba7da2a3b714271"/>
    <p:sldLayoutId xmlns:r="http://schemas.openxmlformats.org/officeDocument/2006/relationships" id="2147483656" r:id="R6d279a6682d54da9"/>
    <p:sldLayoutId xmlns:r="http://schemas.openxmlformats.org/officeDocument/2006/relationships" id="2147483657" r:id="R9de73f1c24c6404e"/>
    <p:sldLayoutId xmlns:r="http://schemas.openxmlformats.org/officeDocument/2006/relationships" id="2147483658" r:id="R8c191ca0ee1d4940"/>
    <p:sldLayoutId xmlns:r="http://schemas.openxmlformats.org/officeDocument/2006/relationships" id="2147483659" r:id="R03a4325ebef3433e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afc70afaa124848" /><Relationship Type="http://schemas.openxmlformats.org/officeDocument/2006/relationships/notesSlide" Target="/ppt/notesSlides/notesSlide1.xml" Id="R539430957f7043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7e2aa39ee0449e" /><Relationship Type="http://schemas.openxmlformats.org/officeDocument/2006/relationships/notesSlide" Target="/ppt/notesSlides/notesSlide2.xml" Id="R9ac4409cc1e947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5526e9e3eff400d" /><Relationship Type="http://schemas.openxmlformats.org/officeDocument/2006/relationships/notesSlide" Target="/ppt/notesSlides/notesSlide3.xml" Id="Rca1c1b6317de413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44d7b7a4c8d42f2" /><Relationship Type="http://schemas.openxmlformats.org/officeDocument/2006/relationships/notesSlide" Target="/ppt/notesSlides/notesSlide4.xml" Id="R3a1550d2c2ff40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051272ade74acb" /><Relationship Type="http://schemas.openxmlformats.org/officeDocument/2006/relationships/notesSlide" Target="/ppt/notesSlides/notesSlide5.xml" Id="R72b859849708481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8195bfee18b4539" /><Relationship Type="http://schemas.openxmlformats.org/officeDocument/2006/relationships/notesSlide" Target="/ppt/notesSlides/notesSlide6.xml" Id="R6d7820a52ee445b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0B7B704-F7A0-47D6-B36D-A77E4B5D5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EC172A2-717B-404C-917E-03D2CE40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071F8CD-9A0A-40FD-A628-637E7C82C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E72FD87-9B2C-45B0-9DF6-424531CE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13A6C7F-FDCD-429D-928A-CB5685FBF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AE7C839-23E7-4B74-A43E-2CC12850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56B9D8F-2618-4E5E-B5CA-BA5277A7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2026.07.23-12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A7D2873-325B-4CD2-BB3F-4C1DD6B8F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C460A13-E484-4D14-9390-75E9AFC4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77651A1-7686-4E0D-BDD2-17337B58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D521D91-7A88-4759-8EDC-691A428C3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4075581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AD9DD73-1C27-49EC-B4A6-DC1A259F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E28873F-2D06-46DE-8BFF-6D293D2AF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3B84510-4920-4816-96E7-289ED8E5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6B391EF-8EDB-408B-A741-2FC6C743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8BEFE1D-72B1-47D5-A03D-B1D9D0809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A89F13A-78E8-4C0A-A5F2-81C6FD41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0ABEB6F-1E6E-4F65-B4A9-9C34046E2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5296315-CE26-4FE0-A9D9-9B6D06247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A05F62D-2FB8-4C52-822A-CF68D623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E554DE0-1C60-40EE-AF4E-6CE61F732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F46D4FA-8064-42D3-814C-404EBC3A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474319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EA59409-E1A5-4624-B68F-DE6BCEBBC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7370A13-C368-4944-A5E1-6E706705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A72F6F3-24B8-42AC-9679-B485BB6AC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990455C-C191-47B2-9F43-CC9E85C6C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EBBB0F5-DAE2-4335-9356-3E821424E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49CFE01-9F9B-47E1-9F9F-956F17496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694A321-C4B9-4E14-B50C-4743DB7CC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4821B0D-1FC5-4DDD-AEC9-3B2F7BB63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29FE5A4-E638-40F7-B7D2-1CC222DD2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2AB3107-1BF1-4896-B357-9E982162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EFFE8CA-B42E-496E-B42C-4BD35C8B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5315F3D-94C6-4E0E-9ED2-88A6AB966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144EADEB-9C77-4A7E-BE80-66E2A277F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A4090AD-B092-4AAA-BF32-F178BCEE8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CA4A3A5-297C-4810-BE51-DF1C840B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9B5B45-1AD2-4CF7-97AE-DEB081C27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6B546696-368C-4D46-BB06-120A5B058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AD66CDC-7371-49DD-A287-5E36C0B1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631E047-DD0B-49E3-9DC9-A5509E2D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66623345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44442BF-5CE8-4A1A-A6EC-87E45585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41C5736-78FC-480B-A5EA-18255A99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 evidence is transparent but not yet ready as a global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5CAACA3-5EB7-421E-A695-2E85181B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93654F8-38B8-4996-B525-B3F5D5B9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94FAAD-E34C-4813-84A5-CEB77335A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Health Canada; Destatis; Vero; Sejm; Swedish Government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ADFF026-4ECF-413B-BEE5-4AAC73B6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27404C93-0A9B-456A-BDD4-977B7C39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180A8E-5072-49A2-8FCE-497C74D4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1A72669-0AA3-49CD-A433-430EE2CD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in the research universe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7BF99253-A7AD-4F44-9188-39D6C03D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E5A58F0-9ADF-4B92-84A7-978F21AD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500F128-1548-4B0B-9B3B-66B05C666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with official annual observations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9F7AC2F-3A84-4712-9716-2B5300983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5B8178E-91E8-4D1C-AB94-DCD3A701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2D93B3F-E7B1-4E92-AF92-25DE533A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accepted retail-value donors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8B7349B-0F73-4200-AF3F-B18873FE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commercial USD 26.0–46.32bn range is a reasonableness check — not Atlas's own global estimate.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A11A85D-4BCA-459F-9CAF-28EE5AED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A34E1BB-92AE-4C25-9ED1-E4B7489B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3EF08A5-B174-46E5-BB19-D294502A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Canada: CAD 1.16bn shipment value. Germany: 1.518m litres of taxed liquid in 2025 (provisional). The metrics are not summed.</a:t>
            </a:r>
          </a:p>
        </p:txBody>
      </p:sp>
    </p:spTree>
    <p:extLst>
      <p:ext uri="{BB962C8B-B14F-4D97-AF65-F5344CB8AC3E}">
        <p14:creationId xmlns:p14="http://schemas.microsoft.com/office/powerpoint/2010/main" val="195801129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2169F50-3121-4404-B80C-2C9363777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B7895B2-A611-4D41-BA77-F5C19291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E37B97E-B412-4A20-ABB5-17777011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99E574E-D537-4652-A587-1AD1FF396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B9511EF-B0F3-4A6E-9573-12E77B76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247A057-8F2B-4694-A237-12D4B920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0A75BC2-810C-4A76-B5D2-E312C65F2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21360853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1DA0C60-5004-4A35-8B95-92DDA43A1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2E50E83-1D0D-4424-8B7B-02445DD6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D8FBBCB-7B19-4E31-82A7-5FFD19C2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85C972A-D891-4897-BEF2-27514DBE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2026.07.23-12 · 2026-07-22 · 6 / 6</a:t>
            </a:r>
          </a:p>
        </p:txBody>
      </p:sp>
    </p:spTree>
    <p:extLst>
      <p:ext uri="{BB962C8B-B14F-4D97-AF65-F5344CB8AC3E}">
        <p14:creationId xmlns:p14="http://schemas.microsoft.com/office/powerpoint/2010/main" val="133415360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2026-07-23T15:07:01.2110000Z</dcterms:created>
  <dcterms:modified xsi:type="dcterms:W3CDTF">2026-07-23T15:07:01.2110000Z</dcterms:modified>
</coreProperties>
</file>