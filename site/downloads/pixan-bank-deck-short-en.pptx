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526084f0f8403e" /><Relationship Type="http://schemas.openxmlformats.org/officeDocument/2006/relationships/extended-properties" Target="/docProps/app.xml" Id="Ref5125101d5346df" /><Relationship Type="http://schemas.openxmlformats.org/officeDocument/2006/relationships/officeDocument" Target="/ppt/presentation.xml" Id="Recf4cc61c3574e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aee4a088b64fef"/>
  </p:sldMasterIdLst>
  <p:notesMasterIdLst>
    <p:notesMasterId xmlns:r="http://schemas.openxmlformats.org/officeDocument/2006/relationships" r:id="R92b677c953e34aab"/>
  </p:notesMasterIdLst>
  <p:sldIdLst>
    <p:sldId xmlns:r="http://schemas.openxmlformats.org/officeDocument/2006/relationships" id="256" r:id="R0b11da71c25c4138"/>
    <p:sldId xmlns:r="http://schemas.openxmlformats.org/officeDocument/2006/relationships" id="257" r:id="R159fa3f18c434a9b"/>
    <p:sldId xmlns:r="http://schemas.openxmlformats.org/officeDocument/2006/relationships" id="258" r:id="R4f6966636e81478c"/>
    <p:sldId xmlns:r="http://schemas.openxmlformats.org/officeDocument/2006/relationships" id="259" r:id="Raf196016ac4146d3"/>
    <p:sldId xmlns:r="http://schemas.openxmlformats.org/officeDocument/2006/relationships" id="260" r:id="R425af6752c024fa2"/>
    <p:sldId xmlns:r="http://schemas.openxmlformats.org/officeDocument/2006/relationships" id="261" r:id="Re43aa484ebf7474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37819e8dfa4109" /><Relationship Type="http://schemas.openxmlformats.org/officeDocument/2006/relationships/slideMaster" Target="/ppt/slideMasters/slideMaster1.xml" Id="R59aee4a088b64fef" /><Relationship Type="http://schemas.openxmlformats.org/officeDocument/2006/relationships/notesMaster" Target="/ppt/notesMasters/notesMaster1.xml" Id="R92b677c953e34aab" /><Relationship Type="http://schemas.openxmlformats.org/officeDocument/2006/relationships/presProps" Target="/ppt/presProps.xml" Id="R0ef6a44e69864266" /><Relationship Type="http://schemas.openxmlformats.org/officeDocument/2006/relationships/viewProps" Target="/ppt/viewProps.xml" Id="R4ef0a0c1534d4218" /><Relationship Type="http://schemas.openxmlformats.org/officeDocument/2006/relationships/tableStyles" Target="/ppt/tableStyles.xml" Id="R86c98da008504f9d" /><Relationship Type="http://schemas.openxmlformats.org/officeDocument/2006/relationships/slide" Target="/ppt/slides/slide1.xml" Id="R0b11da71c25c4138" /><Relationship Type="http://schemas.openxmlformats.org/officeDocument/2006/relationships/slide" Target="/ppt/slides/slide2.xml" Id="R159fa3f18c434a9b" /><Relationship Type="http://schemas.openxmlformats.org/officeDocument/2006/relationships/slide" Target="/ppt/slides/slide3.xml" Id="R4f6966636e81478c" /><Relationship Type="http://schemas.openxmlformats.org/officeDocument/2006/relationships/slide" Target="/ppt/slides/slide4.xml" Id="Raf196016ac4146d3" /><Relationship Type="http://schemas.openxmlformats.org/officeDocument/2006/relationships/slide" Target="/ppt/slides/slide5.xml" Id="R425af6752c024fa2" /><Relationship Type="http://schemas.openxmlformats.org/officeDocument/2006/relationships/slide" Target="/ppt/slides/slide6.xml" Id="Re43aa484ebf747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8c17da6a0a45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2d75c44c4d4331" /><Relationship Type="http://schemas.openxmlformats.org/officeDocument/2006/relationships/notesMaster" Target="/ppt/notesMasters/notesMaster1.xml" Id="R70460dea603e41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f7d8036f084498" /><Relationship Type="http://schemas.openxmlformats.org/officeDocument/2006/relationships/notesMaster" Target="/ppt/notesMasters/notesMaster1.xml" Id="R3253e864da2247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29647ca53148a8" /><Relationship Type="http://schemas.openxmlformats.org/officeDocument/2006/relationships/notesMaster" Target="/ppt/notesMasters/notesMaster1.xml" Id="Rcc859487721f45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2eef2f1da544be" /><Relationship Type="http://schemas.openxmlformats.org/officeDocument/2006/relationships/notesMaster" Target="/ppt/notesMasters/notesMaster1.xml" Id="Rf1d399acf0d642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a8785208e24132" /><Relationship Type="http://schemas.openxmlformats.org/officeDocument/2006/relationships/notesMaster" Target="/ppt/notesMasters/notesMaster1.xml" Id="Rf3c33870996e46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f1c7ee5b9c42cb" /><Relationship Type="http://schemas.openxmlformats.org/officeDocument/2006/relationships/notesMaster" Target="/ppt/notesMasters/notesMaster1.xml" Id="Rd5a348460d124d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507fae4d1b4a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216735c7144b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146af106047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b67c2058f41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995d07d1af47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b2eee02114b7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1a9c6ec2f41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2078a51f24fc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6101983eff43c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16347c4ea14b9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459494e8442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33010198394b61" /><Relationship Type="http://schemas.openxmlformats.org/officeDocument/2006/relationships/slideLayout" Target="/ppt/slideLayouts/slideLayout1.xml" Id="Ra32875a0d39746c7" /><Relationship Type="http://schemas.openxmlformats.org/officeDocument/2006/relationships/slideLayout" Target="/ppt/slideLayouts/slideLayout2.xml" Id="R4b6eb8c18c834ca5" /><Relationship Type="http://schemas.openxmlformats.org/officeDocument/2006/relationships/slideLayout" Target="/ppt/slideLayouts/slideLayout3.xml" Id="R34571d5ae6934791" /><Relationship Type="http://schemas.openxmlformats.org/officeDocument/2006/relationships/slideLayout" Target="/ppt/slideLayouts/slideLayout4.xml" Id="R44103d3edc474f12" /><Relationship Type="http://schemas.openxmlformats.org/officeDocument/2006/relationships/slideLayout" Target="/ppt/slideLayouts/slideLayout5.xml" Id="R8dcea10e7d16478c" /><Relationship Type="http://schemas.openxmlformats.org/officeDocument/2006/relationships/slideLayout" Target="/ppt/slideLayouts/slideLayout6.xml" Id="R75fcd77484954a2b" /><Relationship Type="http://schemas.openxmlformats.org/officeDocument/2006/relationships/slideLayout" Target="/ppt/slideLayouts/slideLayout7.xml" Id="R13b12f1eb2ac406e" /><Relationship Type="http://schemas.openxmlformats.org/officeDocument/2006/relationships/slideLayout" Target="/ppt/slideLayouts/slideLayout8.xml" Id="R741b8f92980e48c3" /><Relationship Type="http://schemas.openxmlformats.org/officeDocument/2006/relationships/slideLayout" Target="/ppt/slideLayouts/slideLayout9.xml" Id="R5cbbb94d43f94b2d" /><Relationship Type="http://schemas.openxmlformats.org/officeDocument/2006/relationships/slideLayout" Target="/ppt/slideLayouts/slideLayout10.xml" Id="R4308a4efaf574b2e" /><Relationship Type="http://schemas.openxmlformats.org/officeDocument/2006/relationships/slideLayout" Target="/ppt/slideLayouts/slideLayout11.xml" Id="R7521d21f930a42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2875a0d39746c7"/>
    <p:sldLayoutId xmlns:r="http://schemas.openxmlformats.org/officeDocument/2006/relationships" id="2147483650" r:id="R4b6eb8c18c834ca5"/>
    <p:sldLayoutId xmlns:r="http://schemas.openxmlformats.org/officeDocument/2006/relationships" id="2147483651" r:id="R34571d5ae6934791"/>
    <p:sldLayoutId xmlns:r="http://schemas.openxmlformats.org/officeDocument/2006/relationships" id="2147483652" r:id="R44103d3edc474f12"/>
    <p:sldLayoutId xmlns:r="http://schemas.openxmlformats.org/officeDocument/2006/relationships" id="2147483653" r:id="R8dcea10e7d16478c"/>
    <p:sldLayoutId xmlns:r="http://schemas.openxmlformats.org/officeDocument/2006/relationships" id="2147483654" r:id="R75fcd77484954a2b"/>
    <p:sldLayoutId xmlns:r="http://schemas.openxmlformats.org/officeDocument/2006/relationships" id="2147483655" r:id="R13b12f1eb2ac406e"/>
    <p:sldLayoutId xmlns:r="http://schemas.openxmlformats.org/officeDocument/2006/relationships" id="2147483656" r:id="R741b8f92980e48c3"/>
    <p:sldLayoutId xmlns:r="http://schemas.openxmlformats.org/officeDocument/2006/relationships" id="2147483657" r:id="R5cbbb94d43f94b2d"/>
    <p:sldLayoutId xmlns:r="http://schemas.openxmlformats.org/officeDocument/2006/relationships" id="2147483658" r:id="R4308a4efaf574b2e"/>
    <p:sldLayoutId xmlns:r="http://schemas.openxmlformats.org/officeDocument/2006/relationships" id="2147483659" r:id="R7521d21f930a427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a13d1b366f4560" /><Relationship Type="http://schemas.openxmlformats.org/officeDocument/2006/relationships/notesSlide" Target="/ppt/notesSlides/notesSlide1.xml" Id="R5a2a5f9b88b649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9d88f79c764b10" /><Relationship Type="http://schemas.openxmlformats.org/officeDocument/2006/relationships/notesSlide" Target="/ppt/notesSlides/notesSlide2.xml" Id="R1543a6f138a54f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2db54b0ed14971" /><Relationship Type="http://schemas.openxmlformats.org/officeDocument/2006/relationships/notesSlide" Target="/ppt/notesSlides/notesSlide3.xml" Id="R1f6e0fd3b26348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253a343d184956" /><Relationship Type="http://schemas.openxmlformats.org/officeDocument/2006/relationships/notesSlide" Target="/ppt/notesSlides/notesSlide4.xml" Id="Rdf52332deab845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d80f0eb3ae4e6e" /><Relationship Type="http://schemas.openxmlformats.org/officeDocument/2006/relationships/notesSlide" Target="/ppt/notesSlides/notesSlide5.xml" Id="Rbe1988f3af2749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61feffccfe40e2" /><Relationship Type="http://schemas.openxmlformats.org/officeDocument/2006/relationships/notesSlide" Target="/ppt/notesSlides/notesSlide6.xml" Id="R86afe7f89d1a40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2026.07.26-25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2026-07-26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Statistics Canada; Health Canada; NZ Ministry of Health; European Commission;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market measures across 7 countries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 — retail CAD 1.219160bn (≈EUR 822.6m; ECB 2024); shipments CAD 1.160754bn (≈EUR 783.2m; ECB 2024); 7/10 (D5/D7/D10 open). FTC 2021: USD 2.763bn (≈EUR 2.336bn; ECB 2021), manufacturer reporting. Do not sum.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2026.07.26-25 · 2026-07-26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2026-07-26T08:57:13.9230000Z</dcterms:created>
  <dcterms:modified xsi:type="dcterms:W3CDTF">2026-07-26T08:57:13.9230000Z</dcterms:modified>
</coreProperties>
</file>