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8762d4835048f9" /><Relationship Type="http://schemas.openxmlformats.org/officeDocument/2006/relationships/extended-properties" Target="/docProps/app.xml" Id="Ra31af5c6b1814498" /><Relationship Type="http://schemas.openxmlformats.org/officeDocument/2006/relationships/officeDocument" Target="/ppt/presentation.xml" Id="R35d9b6c4776a41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c0193ffdcb4dd1"/>
  </p:sldMasterIdLst>
  <p:notesMasterIdLst>
    <p:notesMasterId xmlns:r="http://schemas.openxmlformats.org/officeDocument/2006/relationships" r:id="R903f16c44ecc44df"/>
  </p:notesMasterIdLst>
  <p:sldIdLst>
    <p:sldId xmlns:r="http://schemas.openxmlformats.org/officeDocument/2006/relationships" id="256" r:id="Rb5c1bc3c7ab04310"/>
    <p:sldId xmlns:r="http://schemas.openxmlformats.org/officeDocument/2006/relationships" id="257" r:id="R76f72a194715407d"/>
    <p:sldId xmlns:r="http://schemas.openxmlformats.org/officeDocument/2006/relationships" id="258" r:id="Reb225ff687784ae4"/>
    <p:sldId xmlns:r="http://schemas.openxmlformats.org/officeDocument/2006/relationships" id="259" r:id="R82bbf6ec40f6488a"/>
    <p:sldId xmlns:r="http://schemas.openxmlformats.org/officeDocument/2006/relationships" id="260" r:id="Rae05c9aa37e34b47"/>
    <p:sldId xmlns:r="http://schemas.openxmlformats.org/officeDocument/2006/relationships" id="261" r:id="Ree60da22ec4b4426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d7a35993f04599" /><Relationship Type="http://schemas.openxmlformats.org/officeDocument/2006/relationships/slideMaster" Target="/ppt/slideMasters/slideMaster1.xml" Id="R6dc0193ffdcb4dd1" /><Relationship Type="http://schemas.openxmlformats.org/officeDocument/2006/relationships/notesMaster" Target="/ppt/notesMasters/notesMaster1.xml" Id="R903f16c44ecc44df" /><Relationship Type="http://schemas.openxmlformats.org/officeDocument/2006/relationships/presProps" Target="/ppt/presProps.xml" Id="R23b3d712460f4a12" /><Relationship Type="http://schemas.openxmlformats.org/officeDocument/2006/relationships/viewProps" Target="/ppt/viewProps.xml" Id="R5d91003e643c4295" /><Relationship Type="http://schemas.openxmlformats.org/officeDocument/2006/relationships/tableStyles" Target="/ppt/tableStyles.xml" Id="Rb5ecbd1f2e8244ca" /><Relationship Type="http://schemas.openxmlformats.org/officeDocument/2006/relationships/slide" Target="/ppt/slides/slide1.xml" Id="Rb5c1bc3c7ab04310" /><Relationship Type="http://schemas.openxmlformats.org/officeDocument/2006/relationships/slide" Target="/ppt/slides/slide2.xml" Id="R76f72a194715407d" /><Relationship Type="http://schemas.openxmlformats.org/officeDocument/2006/relationships/slide" Target="/ppt/slides/slide3.xml" Id="Reb225ff687784ae4" /><Relationship Type="http://schemas.openxmlformats.org/officeDocument/2006/relationships/slide" Target="/ppt/slides/slide4.xml" Id="R82bbf6ec40f6488a" /><Relationship Type="http://schemas.openxmlformats.org/officeDocument/2006/relationships/slide" Target="/ppt/slides/slide5.xml" Id="Rae05c9aa37e34b47" /><Relationship Type="http://schemas.openxmlformats.org/officeDocument/2006/relationships/slide" Target="/ppt/slides/slide6.xml" Id="Ree60da22ec4b44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2f1e1b474d4d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363e2a8e374f2d" /><Relationship Type="http://schemas.openxmlformats.org/officeDocument/2006/relationships/notesMaster" Target="/ppt/notesMasters/notesMaster1.xml" Id="R62a7a7b40efa43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c50022ad504a77" /><Relationship Type="http://schemas.openxmlformats.org/officeDocument/2006/relationships/notesMaster" Target="/ppt/notesMasters/notesMaster1.xml" Id="Rbe30b7ce29c54e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fc36f3c8664980" /><Relationship Type="http://schemas.openxmlformats.org/officeDocument/2006/relationships/notesMaster" Target="/ppt/notesMasters/notesMaster1.xml" Id="Rcc9efb1df81c4d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7dfe5d99c54214" /><Relationship Type="http://schemas.openxmlformats.org/officeDocument/2006/relationships/notesMaster" Target="/ppt/notesMasters/notesMaster1.xml" Id="Rfed8fd7abdbc45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a0ba2c475542f2" /><Relationship Type="http://schemas.openxmlformats.org/officeDocument/2006/relationships/notesMaster" Target="/ppt/notesMasters/notesMaster1.xml" Id="R332b9f559f5748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3f59013f594569" /><Relationship Type="http://schemas.openxmlformats.org/officeDocument/2006/relationships/notesMaster" Target="/ppt/notesMasters/notesMaster1.xml" Id="Raade77de16ff4c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572b46c7c46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99beacfca6457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2f8fb542148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c830f5764440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5129be3cb44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a848f736e24c7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564d8923a74fc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5fc3cc8bd4ca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8155dd695348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52fea5ecd4c2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88707352064f4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052A4B-784C-4C97-9EC5-1F04AB03302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A200091-EFA9-4E8B-BF20-310E666B3F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9513A2-A655-4363-AC7F-FF347B8B40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2FE2A0-C5B9-4B2E-8826-BF0D55070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0BF0C2-6407-4418-AF2D-618BE572AF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CFCEBD-61CD-4150-93BD-0A8C9422BB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93C8C9-B787-42CA-8048-38B203B76E2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7D4573-2141-4005-8862-05E0066628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24F374-6B2D-4A65-8E70-2305BAFB13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DB18D0-8101-435F-B7C0-79D09D6FE9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426F15-7424-40B0-85C6-35EE0F06A7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7597D1-10C5-4DC5-9EFD-191A5437A5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2A5EB2-A060-4ABE-B38E-0FA3E503C7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AE69AC-90FC-4692-9614-7D46743165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34A524-9EA1-42A5-A09E-994D9CC8A0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E2428E-3C71-4CDB-B3FD-8F22E55AE4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2ADB3-9052-4C66-83BE-699103F4724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D4C6BD3-389F-429A-9141-6C90C5AA5DE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4716589-925C-4ACD-91FB-BB89412C0B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D5F127-AC5E-4C81-BFE3-E5AAEA658F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357DB2A-E462-4230-8EB0-851213FFD8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020F9-6A2A-4A6C-9B4C-60BE1870E3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F2CFEB-3EAD-4225-81A8-F4390D8505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7750B85-70E5-4E59-8DBE-67F8B1BE65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E4637BA-B7E8-4D1F-8384-048315333BC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BE568A9-DB72-45C3-A2E1-4B279EA4240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31409B2-C1D6-446B-AF13-10258067E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1C03960-000F-4FB1-897D-1B696A61E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23444EB-151D-4751-8ED5-A4360B95A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CB612E-674C-4A1B-81C6-45825594AD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812FD11-FDCC-463A-8354-D74ED79CD9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2DE0E4-6D78-4BCA-858F-58B2D4129E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65CBE6C-4049-419D-A128-8EBC65418A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1BD8D4A-01EE-4DA6-A0AD-7EC0969F12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BF7D9F9-0FA1-4239-9855-E3118F144D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B4CF88-6001-4885-81B7-2AA3519690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64E7B8-6CCD-44CB-A676-5330FEE5DE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E7AA2D-2311-4B30-A98C-9E3D409E78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CED15BC-57DC-4402-AAAB-E75929BA91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67E4F3-8584-4F6F-8278-5D81457904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A5B524-9AA0-456C-9174-D2F136BD12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70488FB-923D-40F5-B8C8-CC7DCF4C90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78B670-FCCE-4510-B905-BC7E1CA37A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577AD40-8B86-4A74-B02E-B0312A77339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02E262-2423-4818-8ED3-767C3E09409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A765508-1C01-4018-A79E-467389C50B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F7F2044-96FA-4D98-8A56-EE06AC242F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CC6290C-5750-4490-9860-04E6A8F8E5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436AD1-FEB0-4219-B4FC-1075ABDF3F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4871F-9910-4470-8AAD-C7DD654387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1FA844-79F9-469C-ACBE-BF45924D4C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DD16C8-FEAC-45A0-B2AE-3280717CD9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3FD832-F0C6-45FF-BFA3-92EA5CD1E7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662083C-9E3D-4E63-9445-2F58CE0A2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C08300-9B42-4B11-9094-80E3EE7B1D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38FA0E-D6F1-4025-ABB6-161626B5F7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4DBAE1-8FF2-4264-AA61-869A3D053D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C6F992-4114-43AC-A3A5-6B35497FD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ae9c349ca64f47" /><Relationship Type="http://schemas.openxmlformats.org/officeDocument/2006/relationships/slideLayout" Target="/ppt/slideLayouts/slideLayout1.xml" Id="R29b845cdd8404ee8" /><Relationship Type="http://schemas.openxmlformats.org/officeDocument/2006/relationships/slideLayout" Target="/ppt/slideLayouts/slideLayout2.xml" Id="R13b1244742804f87" /><Relationship Type="http://schemas.openxmlformats.org/officeDocument/2006/relationships/slideLayout" Target="/ppt/slideLayouts/slideLayout3.xml" Id="R21c6e90ac6554f53" /><Relationship Type="http://schemas.openxmlformats.org/officeDocument/2006/relationships/slideLayout" Target="/ppt/slideLayouts/slideLayout4.xml" Id="Rc4661f8b93fe401a" /><Relationship Type="http://schemas.openxmlformats.org/officeDocument/2006/relationships/slideLayout" Target="/ppt/slideLayouts/slideLayout5.xml" Id="R93b65d16a4f745e0" /><Relationship Type="http://schemas.openxmlformats.org/officeDocument/2006/relationships/slideLayout" Target="/ppt/slideLayouts/slideLayout6.xml" Id="Rfd83aadd606b4ada" /><Relationship Type="http://schemas.openxmlformats.org/officeDocument/2006/relationships/slideLayout" Target="/ppt/slideLayouts/slideLayout7.xml" Id="Rcc94d00abb194601" /><Relationship Type="http://schemas.openxmlformats.org/officeDocument/2006/relationships/slideLayout" Target="/ppt/slideLayouts/slideLayout8.xml" Id="R3ecfc18c3ce54834" /><Relationship Type="http://schemas.openxmlformats.org/officeDocument/2006/relationships/slideLayout" Target="/ppt/slideLayouts/slideLayout9.xml" Id="R8675a82788244ee5" /><Relationship Type="http://schemas.openxmlformats.org/officeDocument/2006/relationships/slideLayout" Target="/ppt/slideLayouts/slideLayout10.xml" Id="R4fb004a5ba744e3d" /><Relationship Type="http://schemas.openxmlformats.org/officeDocument/2006/relationships/slideLayout" Target="/ppt/slideLayouts/slideLayout11.xml" Id="R94c8cf28bcc94f4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49AA49A-AD13-48B2-AA9A-E5EB10E58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3B13DB-E618-4B16-A677-C44A0FE7D2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14D17B-FCF1-4C96-ACD6-D3A35A97A50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E2AE7C-DCF1-4DF1-A798-166E486103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5C6957-CA8F-4A8F-B779-59A75171C09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b845cdd8404ee8"/>
    <p:sldLayoutId xmlns:r="http://schemas.openxmlformats.org/officeDocument/2006/relationships" id="2147483650" r:id="R13b1244742804f87"/>
    <p:sldLayoutId xmlns:r="http://schemas.openxmlformats.org/officeDocument/2006/relationships" id="2147483651" r:id="R21c6e90ac6554f53"/>
    <p:sldLayoutId xmlns:r="http://schemas.openxmlformats.org/officeDocument/2006/relationships" id="2147483652" r:id="Rc4661f8b93fe401a"/>
    <p:sldLayoutId xmlns:r="http://schemas.openxmlformats.org/officeDocument/2006/relationships" id="2147483653" r:id="R93b65d16a4f745e0"/>
    <p:sldLayoutId xmlns:r="http://schemas.openxmlformats.org/officeDocument/2006/relationships" id="2147483654" r:id="Rfd83aadd606b4ada"/>
    <p:sldLayoutId xmlns:r="http://schemas.openxmlformats.org/officeDocument/2006/relationships" id="2147483655" r:id="Rcc94d00abb194601"/>
    <p:sldLayoutId xmlns:r="http://schemas.openxmlformats.org/officeDocument/2006/relationships" id="2147483656" r:id="R3ecfc18c3ce54834"/>
    <p:sldLayoutId xmlns:r="http://schemas.openxmlformats.org/officeDocument/2006/relationships" id="2147483657" r:id="R8675a82788244ee5"/>
    <p:sldLayoutId xmlns:r="http://schemas.openxmlformats.org/officeDocument/2006/relationships" id="2147483658" r:id="R4fb004a5ba744e3d"/>
    <p:sldLayoutId xmlns:r="http://schemas.openxmlformats.org/officeDocument/2006/relationships" id="2147483659" r:id="R94c8cf28bcc94f4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b99233893eb4935" /><Relationship Type="http://schemas.openxmlformats.org/officeDocument/2006/relationships/notesSlide" Target="/ppt/notesSlides/notesSlide1.xml" Id="R5c42eeaa932e4b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2bb754a30445c3" /><Relationship Type="http://schemas.openxmlformats.org/officeDocument/2006/relationships/notesSlide" Target="/ppt/notesSlides/notesSlide2.xml" Id="R089a2f244d7c4b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9d7ec711f0483b" /><Relationship Type="http://schemas.openxmlformats.org/officeDocument/2006/relationships/notesSlide" Target="/ppt/notesSlides/notesSlide3.xml" Id="R641a073a86ac46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cae3817eb4444f" /><Relationship Type="http://schemas.openxmlformats.org/officeDocument/2006/relationships/notesSlide" Target="/ppt/notesSlides/notesSlide4.xml" Id="Rf4e4a76aab3443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da9d509c1c42f8" /><Relationship Type="http://schemas.openxmlformats.org/officeDocument/2006/relationships/notesSlide" Target="/ppt/notesSlides/notesSlide5.xml" Id="R270f0ddb7d1f45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73de97bb854621" /><Relationship Type="http://schemas.openxmlformats.org/officeDocument/2006/relationships/notesSlide" Target="/ppt/notesSlides/notesSlide6.xml" Id="R390854e8e65e49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C99BF8-CFE3-4F25-8642-672AF9DF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CE65EA6-3687-4BC5-B973-E1CEF249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B701360-E0FA-4797-9671-57C30DC6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EA0DEB-BCD6-475C-B512-3C1AF3F7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8D4CD42-B9D1-4BF9-98DB-3FCE5CA5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380C14-7EF9-41F2-9503-66C5DFD4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56C361-44C3-4ED2-91CB-80941984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E87FEC6-7F85-4C01-814F-E7F69677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8AC0A9-8FD3-4E1B-8C03-54862E7A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2CB51C-8D82-4D58-9A5D-7DBC1E5C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95EB1BD-0F3F-4DB9-BAEB-4C17B628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4410557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937333-AF30-4031-98AE-00AC0C25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E156F2-C826-4D12-8B60-6432B65D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0141DF-2A21-4F68-B7C1-E417C35E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5A52AC-05C9-425F-89B2-1A8AA292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FAB2B2-4ECA-4C93-964F-F301469E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FE10D3-5421-497B-B2AD-469E7AD1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994602-739E-4209-BDB7-A32914A1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18091C-5C27-402A-8FC4-DDE5FCD4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24D690E-9CD0-4ADF-B9EB-9CBF3633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92649C-C253-4284-927A-D5617CBA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CDEF65-C20E-4DF7-A949-DA192E1E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57493190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B88859-14FE-4B77-8286-9F2102E2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2EE995-BA1A-4E45-9FCD-7F66AD90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D39AB3-BB74-4E49-AA3E-AE5B7FBF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DEA33C-16AE-46CA-B802-3052A938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014067-0BBD-4B57-B275-8E7EF9ED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63849D-92F1-4922-B3C0-6536EF2F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0E05D08-6529-49D1-A1A3-7A89EB1A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59521D-0BC5-4EE3-A587-FD68ED2E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EE0A46-C774-40C9-8B66-2C3D21D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9015F74-2FA3-44BC-92D2-EA7E9EDA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07B2437-FB3D-44C8-AFEB-867B47DD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31E36A0-AABE-4127-9298-DA345397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C636FEC-66D8-4258-9D02-8C86321B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05A9501-FBBE-4A55-8E5F-A85BF2D3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FA181DD-7A5D-4656-A4EC-4F656868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20D94B1-46EA-4CF1-AACB-8C8B88C2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58F4757-B246-4989-BAAE-EE246032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2C086AB-EE3B-4936-89EF-415DDB5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C0E6C4D-16B3-4E97-A616-1FB900F4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3637900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0CF367-7A4F-4008-9161-405025F8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8037611-BFB7-4F00-BA08-9D68E3F3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EE173C-A30B-4CCE-86A8-F177B889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1681E5-C7CF-4A04-A241-CF1A907E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3021AA-3061-4A52-BC79-64AE90A0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ED301AA-A94E-41B7-B315-125E3763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EA0269A-956B-4722-B4F8-10C46C65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55DEBA-5481-4EA9-875B-84FD15F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7F0464-12EA-4958-96F6-D3899E82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CE11A5D-4B97-47A5-9D30-CC4D7C72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BD530D1-AB4A-4D85-9E23-E2961494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D4E543-75EA-4C93-ABAF-957FB695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B49B947-5D8C-46DF-AB76-B9D736C9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B5CFC06-8C2B-4FF1-B803-C125A04C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59BF4FB-4587-4172-9261-6AC5CB8A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858AD9-9CB0-4F6B-A2E0-C8337053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2D9A3E4-65B4-42E0-ACB2-CD1B3ADE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D1BBC9-A07F-445A-8FEE-A057885A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B27738B-9A23-4FE3-8F6B-6966C60F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4417915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32D2A0D-6AF1-43E5-B81F-3C1F531E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2F9556-87A1-418A-9148-76A7AC47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412D0E-50B0-410D-9841-4F0295DB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1706F6-08AC-4C2E-97C6-56EC0322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3AFC0A-4B46-4B51-916B-1DD04B3B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2026.07.23-16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ED66B0-245D-4C9B-BFB2-52A2B6AF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F509FA-7780-4ED1-B22E-D6FB7A76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87533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A100F3-B87C-40E3-B17D-0D2EC85A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24A420-F8CB-43B1-AACB-904039F2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81047D-AE01-4B01-90A1-EF556294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9ED9B7B-EA72-4FF2-A6CB-732F9656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2026.07.23-16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89718610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2026-07-23T19:05:05.5800000Z</dcterms:created>
  <dcterms:modified xsi:type="dcterms:W3CDTF">2026-07-23T19:05:05.5800000Z</dcterms:modified>
</coreProperties>
</file>