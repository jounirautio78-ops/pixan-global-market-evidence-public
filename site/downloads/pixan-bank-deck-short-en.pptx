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cc04d2cd114dce" /><Relationship Type="http://schemas.openxmlformats.org/officeDocument/2006/relationships/extended-properties" Target="/docProps/app.xml" Id="R7cc4dc78b0664ee0" /><Relationship Type="http://schemas.openxmlformats.org/officeDocument/2006/relationships/officeDocument" Target="/ppt/presentation.xml" Id="R1394bcf037ca40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f7d471e1194615"/>
  </p:sldMasterIdLst>
  <p:notesMasterIdLst>
    <p:notesMasterId xmlns:r="http://schemas.openxmlformats.org/officeDocument/2006/relationships" r:id="R1db3395650b446e3"/>
  </p:notesMasterIdLst>
  <p:sldIdLst>
    <p:sldId xmlns:r="http://schemas.openxmlformats.org/officeDocument/2006/relationships" id="256" r:id="Re42368455df34587"/>
    <p:sldId xmlns:r="http://schemas.openxmlformats.org/officeDocument/2006/relationships" id="257" r:id="R644a066b502e4390"/>
    <p:sldId xmlns:r="http://schemas.openxmlformats.org/officeDocument/2006/relationships" id="258" r:id="R59f258f3bd094d28"/>
    <p:sldId xmlns:r="http://schemas.openxmlformats.org/officeDocument/2006/relationships" id="259" r:id="R9cbb71e00d6b4aa6"/>
    <p:sldId xmlns:r="http://schemas.openxmlformats.org/officeDocument/2006/relationships" id="260" r:id="Ra39987a828c4493f"/>
    <p:sldId xmlns:r="http://schemas.openxmlformats.org/officeDocument/2006/relationships" id="261" r:id="Rf00ff2025a6c4137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d06bbf5f994389" /><Relationship Type="http://schemas.openxmlformats.org/officeDocument/2006/relationships/slideMaster" Target="/ppt/slideMasters/slideMaster1.xml" Id="R24f7d471e1194615" /><Relationship Type="http://schemas.openxmlformats.org/officeDocument/2006/relationships/notesMaster" Target="/ppt/notesMasters/notesMaster1.xml" Id="R1db3395650b446e3" /><Relationship Type="http://schemas.openxmlformats.org/officeDocument/2006/relationships/presProps" Target="/ppt/presProps.xml" Id="R0de3760763224741" /><Relationship Type="http://schemas.openxmlformats.org/officeDocument/2006/relationships/viewProps" Target="/ppt/viewProps.xml" Id="Rcfe11133f2b54d98" /><Relationship Type="http://schemas.openxmlformats.org/officeDocument/2006/relationships/tableStyles" Target="/ppt/tableStyles.xml" Id="R349361b820f64bb7" /><Relationship Type="http://schemas.openxmlformats.org/officeDocument/2006/relationships/slide" Target="/ppt/slides/slide1.xml" Id="Re42368455df34587" /><Relationship Type="http://schemas.openxmlformats.org/officeDocument/2006/relationships/slide" Target="/ppt/slides/slide2.xml" Id="R644a066b502e4390" /><Relationship Type="http://schemas.openxmlformats.org/officeDocument/2006/relationships/slide" Target="/ppt/slides/slide3.xml" Id="R59f258f3bd094d28" /><Relationship Type="http://schemas.openxmlformats.org/officeDocument/2006/relationships/slide" Target="/ppt/slides/slide4.xml" Id="R9cbb71e00d6b4aa6" /><Relationship Type="http://schemas.openxmlformats.org/officeDocument/2006/relationships/slide" Target="/ppt/slides/slide5.xml" Id="Ra39987a828c4493f" /><Relationship Type="http://schemas.openxmlformats.org/officeDocument/2006/relationships/slide" Target="/ppt/slides/slide6.xml" Id="Rf00ff2025a6c41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6cd42d9d7447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7db6b0f474469c" /><Relationship Type="http://schemas.openxmlformats.org/officeDocument/2006/relationships/notesMaster" Target="/ppt/notesMasters/notesMaster1.xml" Id="R916d9472d97448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d4fbd40f7044fc7" /><Relationship Type="http://schemas.openxmlformats.org/officeDocument/2006/relationships/notesMaster" Target="/ppt/notesMasters/notesMaster1.xml" Id="R2658f707a15c45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f9808cf7764fc9" /><Relationship Type="http://schemas.openxmlformats.org/officeDocument/2006/relationships/notesMaster" Target="/ppt/notesMasters/notesMaster1.xml" Id="Ra23e5954b1c04e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083920601c4aaf" /><Relationship Type="http://schemas.openxmlformats.org/officeDocument/2006/relationships/notesMaster" Target="/ppt/notesMasters/notesMaster1.xml" Id="R5a096f34ec6843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f2ba6ec5f440bb" /><Relationship Type="http://schemas.openxmlformats.org/officeDocument/2006/relationships/notesMaster" Target="/ppt/notesMasters/notesMaster1.xml" Id="R6af8feccbe2140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73f573f43b4121" /><Relationship Type="http://schemas.openxmlformats.org/officeDocument/2006/relationships/notesMaster" Target="/ppt/notesMasters/notesMaster1.xml" Id="R315d43ecfdcb47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a86405e08b40c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5d48c0d0ac48d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b8ae10a6b941f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a258c2a9734ea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873e3443f54b6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d39a4167104ff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f31695430d413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7c4037040e468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1641c07cb246c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0e4a32514e4ce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2141ba551446a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1f2bf4e3454dd2" /><Relationship Type="http://schemas.openxmlformats.org/officeDocument/2006/relationships/slideLayout" Target="/ppt/slideLayouts/slideLayout1.xml" Id="R655531667db84210" /><Relationship Type="http://schemas.openxmlformats.org/officeDocument/2006/relationships/slideLayout" Target="/ppt/slideLayouts/slideLayout2.xml" Id="R05dbb4a268f74b2b" /><Relationship Type="http://schemas.openxmlformats.org/officeDocument/2006/relationships/slideLayout" Target="/ppt/slideLayouts/slideLayout3.xml" Id="R09d62eb5ee534f63" /><Relationship Type="http://schemas.openxmlformats.org/officeDocument/2006/relationships/slideLayout" Target="/ppt/slideLayouts/slideLayout4.xml" Id="Rd80abfdf92154fe0" /><Relationship Type="http://schemas.openxmlformats.org/officeDocument/2006/relationships/slideLayout" Target="/ppt/slideLayouts/slideLayout5.xml" Id="R6289e25ab3ec49a8" /><Relationship Type="http://schemas.openxmlformats.org/officeDocument/2006/relationships/slideLayout" Target="/ppt/slideLayouts/slideLayout6.xml" Id="R83308e09f4c9466b" /><Relationship Type="http://schemas.openxmlformats.org/officeDocument/2006/relationships/slideLayout" Target="/ppt/slideLayouts/slideLayout7.xml" Id="Raecbc2f4ab294989" /><Relationship Type="http://schemas.openxmlformats.org/officeDocument/2006/relationships/slideLayout" Target="/ppt/slideLayouts/slideLayout8.xml" Id="Rd3c2be3866254fdf" /><Relationship Type="http://schemas.openxmlformats.org/officeDocument/2006/relationships/slideLayout" Target="/ppt/slideLayouts/slideLayout9.xml" Id="R70a2e99bc0564567" /><Relationship Type="http://schemas.openxmlformats.org/officeDocument/2006/relationships/slideLayout" Target="/ppt/slideLayouts/slideLayout10.xml" Id="R1787381b25c4450f" /><Relationship Type="http://schemas.openxmlformats.org/officeDocument/2006/relationships/slideLayout" Target="/ppt/slideLayouts/slideLayout11.xml" Id="Rb73a2475adde44e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5531667db84210"/>
    <p:sldLayoutId xmlns:r="http://schemas.openxmlformats.org/officeDocument/2006/relationships" id="2147483650" r:id="R05dbb4a268f74b2b"/>
    <p:sldLayoutId xmlns:r="http://schemas.openxmlformats.org/officeDocument/2006/relationships" id="2147483651" r:id="R09d62eb5ee534f63"/>
    <p:sldLayoutId xmlns:r="http://schemas.openxmlformats.org/officeDocument/2006/relationships" id="2147483652" r:id="Rd80abfdf92154fe0"/>
    <p:sldLayoutId xmlns:r="http://schemas.openxmlformats.org/officeDocument/2006/relationships" id="2147483653" r:id="R6289e25ab3ec49a8"/>
    <p:sldLayoutId xmlns:r="http://schemas.openxmlformats.org/officeDocument/2006/relationships" id="2147483654" r:id="R83308e09f4c9466b"/>
    <p:sldLayoutId xmlns:r="http://schemas.openxmlformats.org/officeDocument/2006/relationships" id="2147483655" r:id="Raecbc2f4ab294989"/>
    <p:sldLayoutId xmlns:r="http://schemas.openxmlformats.org/officeDocument/2006/relationships" id="2147483656" r:id="Rd3c2be3866254fdf"/>
    <p:sldLayoutId xmlns:r="http://schemas.openxmlformats.org/officeDocument/2006/relationships" id="2147483657" r:id="R70a2e99bc0564567"/>
    <p:sldLayoutId xmlns:r="http://schemas.openxmlformats.org/officeDocument/2006/relationships" id="2147483658" r:id="R1787381b25c4450f"/>
    <p:sldLayoutId xmlns:r="http://schemas.openxmlformats.org/officeDocument/2006/relationships" id="2147483659" r:id="Rb73a2475adde44e9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c613e3296d41a6" /><Relationship Type="http://schemas.openxmlformats.org/officeDocument/2006/relationships/notesSlide" Target="/ppt/notesSlides/notesSlide1.xml" Id="Re0687785c9bf47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1d00a463c84ebd" /><Relationship Type="http://schemas.openxmlformats.org/officeDocument/2006/relationships/notesSlide" Target="/ppt/notesSlides/notesSlide2.xml" Id="R41f7bcf94c8843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bf7d5109254b88" /><Relationship Type="http://schemas.openxmlformats.org/officeDocument/2006/relationships/notesSlide" Target="/ppt/notesSlides/notesSlide3.xml" Id="R3a5c7001bff944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c324dcbe3d48c9" /><Relationship Type="http://schemas.openxmlformats.org/officeDocument/2006/relationships/notesSlide" Target="/ppt/notesSlides/notesSlide4.xml" Id="R2d092adf87e240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362702418c4efb" /><Relationship Type="http://schemas.openxmlformats.org/officeDocument/2006/relationships/notesSlide" Target="/ppt/notesSlides/notesSlide5.xml" Id="R776b821a360341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b01d3ba16d45b1" /><Relationship Type="http://schemas.openxmlformats.org/officeDocument/2006/relationships/notesSlide" Target="/ppt/notesSlides/notesSlide6.xml" Id="R6e58527466b845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2026-07-27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World Bank; Statistics Canada; Health Canada; NZ Ministry of Health;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 records; 39 market measures + 36 Swedish FHM register counts; not sales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274.180m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AIS/AVP subtotal · ≈EUR 153.3m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New Zealand passes 7/10: D5 failed; D8 and D10 open. Not accepted; the donor gate remains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Base: 195/578 WB; not sales. Poland 2020–23 flow; 2025 tax bridge 4,382,500 devices / 62,500 sets. Canada CAD 1.219160bn (≈EUR 822.6m; ECB 2024); Health Canada shipments CAD 1.160754bn (≈EUR 783.2m; ECB 2024); FTC USD 2.763bn (≈EUR 2.336bn; ECB 2021). Euromonitor 0/6; donor 0/3.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2026.07.27-29 · 2026-07-27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2026-07-27T14:18:23.6920000Z</dcterms:created>
  <dcterms:modified xsi:type="dcterms:W3CDTF">2026-07-27T14:18:23.6920000Z</dcterms:modified>
</coreProperties>
</file>