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77c5de90e74793" /><Relationship Type="http://schemas.openxmlformats.org/officeDocument/2006/relationships/extended-properties" Target="/docProps/app.xml" Id="R338e5ce476cf490e" /><Relationship Type="http://schemas.openxmlformats.org/officeDocument/2006/relationships/officeDocument" Target="/ppt/presentation.xml" Id="R2aab7d8bfbf849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fbc3c2391e4926"/>
  </p:sldMasterIdLst>
  <p:notesMasterIdLst>
    <p:notesMasterId xmlns:r="http://schemas.openxmlformats.org/officeDocument/2006/relationships" r:id="Re5b15b87dd8a448c"/>
  </p:notesMasterIdLst>
  <p:sldIdLst>
    <p:sldId xmlns:r="http://schemas.openxmlformats.org/officeDocument/2006/relationships" id="256" r:id="R0a8036c98e9e4731"/>
    <p:sldId xmlns:r="http://schemas.openxmlformats.org/officeDocument/2006/relationships" id="257" r:id="R62ec4e1d44a4402f"/>
    <p:sldId xmlns:r="http://schemas.openxmlformats.org/officeDocument/2006/relationships" id="258" r:id="Rb5d4a5e609f946d6"/>
    <p:sldId xmlns:r="http://schemas.openxmlformats.org/officeDocument/2006/relationships" id="259" r:id="Ree25e0f5599d4653"/>
    <p:sldId xmlns:r="http://schemas.openxmlformats.org/officeDocument/2006/relationships" id="260" r:id="R954baa4eb94b42c7"/>
    <p:sldId xmlns:r="http://schemas.openxmlformats.org/officeDocument/2006/relationships" id="261" r:id="R5eae6d8a6b7b4895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61339ec60c4aa4" /><Relationship Type="http://schemas.openxmlformats.org/officeDocument/2006/relationships/slideMaster" Target="/ppt/slideMasters/slideMaster1.xml" Id="R0cfbc3c2391e4926" /><Relationship Type="http://schemas.openxmlformats.org/officeDocument/2006/relationships/notesMaster" Target="/ppt/notesMasters/notesMaster1.xml" Id="Re5b15b87dd8a448c" /><Relationship Type="http://schemas.openxmlformats.org/officeDocument/2006/relationships/presProps" Target="/ppt/presProps.xml" Id="Rce17d6f4ae76419c" /><Relationship Type="http://schemas.openxmlformats.org/officeDocument/2006/relationships/viewProps" Target="/ppt/viewProps.xml" Id="Rf635c10e6cb548c1" /><Relationship Type="http://schemas.openxmlformats.org/officeDocument/2006/relationships/tableStyles" Target="/ppt/tableStyles.xml" Id="R83bd3b823fba46ec" /><Relationship Type="http://schemas.openxmlformats.org/officeDocument/2006/relationships/slide" Target="/ppt/slides/slide1.xml" Id="R0a8036c98e9e4731" /><Relationship Type="http://schemas.openxmlformats.org/officeDocument/2006/relationships/slide" Target="/ppt/slides/slide2.xml" Id="R62ec4e1d44a4402f" /><Relationship Type="http://schemas.openxmlformats.org/officeDocument/2006/relationships/slide" Target="/ppt/slides/slide3.xml" Id="Rb5d4a5e609f946d6" /><Relationship Type="http://schemas.openxmlformats.org/officeDocument/2006/relationships/slide" Target="/ppt/slides/slide4.xml" Id="Ree25e0f5599d4653" /><Relationship Type="http://schemas.openxmlformats.org/officeDocument/2006/relationships/slide" Target="/ppt/slides/slide5.xml" Id="R954baa4eb94b42c7" /><Relationship Type="http://schemas.openxmlformats.org/officeDocument/2006/relationships/slide" Target="/ppt/slides/slide6.xml" Id="R5eae6d8a6b7b48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bf268bb47646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0a1bf392fa4102" /><Relationship Type="http://schemas.openxmlformats.org/officeDocument/2006/relationships/notesMaster" Target="/ppt/notesMasters/notesMaster1.xml" Id="R6b64b564366f46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4f6ec23e8d4f9e" /><Relationship Type="http://schemas.openxmlformats.org/officeDocument/2006/relationships/notesMaster" Target="/ppt/notesMasters/notesMaster1.xml" Id="Rf070affcfe8843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63cc2a1b9b42c8" /><Relationship Type="http://schemas.openxmlformats.org/officeDocument/2006/relationships/notesMaster" Target="/ppt/notesMasters/notesMaster1.xml" Id="R8bb2bc0e17d845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f06217173e49c6" /><Relationship Type="http://schemas.openxmlformats.org/officeDocument/2006/relationships/notesMaster" Target="/ppt/notesMasters/notesMaster1.xml" Id="Rfe875e44b4254e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8b020c6a6f453b" /><Relationship Type="http://schemas.openxmlformats.org/officeDocument/2006/relationships/notesMaster" Target="/ppt/notesMasters/notesMaster1.xml" Id="R0e8963b8095e49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31aa320fdf4327" /><Relationship Type="http://schemas.openxmlformats.org/officeDocument/2006/relationships/notesMaster" Target="/ppt/notesMasters/notesMaster1.xml" Id="R1294fa5cfa2d4f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43f12df1cf4f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978131b78b490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224e47a7f441d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94ef982b9453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8289a379624f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a66d83970c45f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fc60115eba4c2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11b382e7b04b0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7d8e3b350e4cf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0df0c7fa8945d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55e678482d422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4ffd1ece7d429e" /><Relationship Type="http://schemas.openxmlformats.org/officeDocument/2006/relationships/slideLayout" Target="/ppt/slideLayouts/slideLayout1.xml" Id="Ra012fdc2f3174a25" /><Relationship Type="http://schemas.openxmlformats.org/officeDocument/2006/relationships/slideLayout" Target="/ppt/slideLayouts/slideLayout2.xml" Id="R3c9269511a664708" /><Relationship Type="http://schemas.openxmlformats.org/officeDocument/2006/relationships/slideLayout" Target="/ppt/slideLayouts/slideLayout3.xml" Id="R46844abc670149d1" /><Relationship Type="http://schemas.openxmlformats.org/officeDocument/2006/relationships/slideLayout" Target="/ppt/slideLayouts/slideLayout4.xml" Id="R3c404ff81c594959" /><Relationship Type="http://schemas.openxmlformats.org/officeDocument/2006/relationships/slideLayout" Target="/ppt/slideLayouts/slideLayout5.xml" Id="Rc89937b840574c96" /><Relationship Type="http://schemas.openxmlformats.org/officeDocument/2006/relationships/slideLayout" Target="/ppt/slideLayouts/slideLayout6.xml" Id="R331ec71050f5406b" /><Relationship Type="http://schemas.openxmlformats.org/officeDocument/2006/relationships/slideLayout" Target="/ppt/slideLayouts/slideLayout7.xml" Id="Rf1eaa21d441f4b28" /><Relationship Type="http://schemas.openxmlformats.org/officeDocument/2006/relationships/slideLayout" Target="/ppt/slideLayouts/slideLayout8.xml" Id="Rd0e7370b38904ebd" /><Relationship Type="http://schemas.openxmlformats.org/officeDocument/2006/relationships/slideLayout" Target="/ppt/slideLayouts/slideLayout9.xml" Id="R2f69e620b2f545d3" /><Relationship Type="http://schemas.openxmlformats.org/officeDocument/2006/relationships/slideLayout" Target="/ppt/slideLayouts/slideLayout10.xml" Id="R6bb880b4a1ee4a97" /><Relationship Type="http://schemas.openxmlformats.org/officeDocument/2006/relationships/slideLayout" Target="/ppt/slideLayouts/slideLayout11.xml" Id="R89276ec61073455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12fdc2f3174a25"/>
    <p:sldLayoutId xmlns:r="http://schemas.openxmlformats.org/officeDocument/2006/relationships" id="2147483650" r:id="R3c9269511a664708"/>
    <p:sldLayoutId xmlns:r="http://schemas.openxmlformats.org/officeDocument/2006/relationships" id="2147483651" r:id="R46844abc670149d1"/>
    <p:sldLayoutId xmlns:r="http://schemas.openxmlformats.org/officeDocument/2006/relationships" id="2147483652" r:id="R3c404ff81c594959"/>
    <p:sldLayoutId xmlns:r="http://schemas.openxmlformats.org/officeDocument/2006/relationships" id="2147483653" r:id="Rc89937b840574c96"/>
    <p:sldLayoutId xmlns:r="http://schemas.openxmlformats.org/officeDocument/2006/relationships" id="2147483654" r:id="R331ec71050f5406b"/>
    <p:sldLayoutId xmlns:r="http://schemas.openxmlformats.org/officeDocument/2006/relationships" id="2147483655" r:id="Rf1eaa21d441f4b28"/>
    <p:sldLayoutId xmlns:r="http://schemas.openxmlformats.org/officeDocument/2006/relationships" id="2147483656" r:id="Rd0e7370b38904ebd"/>
    <p:sldLayoutId xmlns:r="http://schemas.openxmlformats.org/officeDocument/2006/relationships" id="2147483657" r:id="R2f69e620b2f545d3"/>
    <p:sldLayoutId xmlns:r="http://schemas.openxmlformats.org/officeDocument/2006/relationships" id="2147483658" r:id="R6bb880b4a1ee4a97"/>
    <p:sldLayoutId xmlns:r="http://schemas.openxmlformats.org/officeDocument/2006/relationships" id="2147483659" r:id="R89276ec61073455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97a657575a4979" /><Relationship Type="http://schemas.openxmlformats.org/officeDocument/2006/relationships/notesSlide" Target="/ppt/notesSlides/notesSlide1.xml" Id="R23596a9d478d4c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ac4f9b86964e9f" /><Relationship Type="http://schemas.openxmlformats.org/officeDocument/2006/relationships/notesSlide" Target="/ppt/notesSlides/notesSlide2.xml" Id="R0685f11eb9f94d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e0969f00b94c43" /><Relationship Type="http://schemas.openxmlformats.org/officeDocument/2006/relationships/notesSlide" Target="/ppt/notesSlides/notesSlide3.xml" Id="Rade09070ef6249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1216bcf2a54c2e" /><Relationship Type="http://schemas.openxmlformats.org/officeDocument/2006/relationships/notesSlide" Target="/ppt/notesSlides/notesSlide4.xml" Id="R72b976f6478443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4d019eda724d32" /><Relationship Type="http://schemas.openxmlformats.org/officeDocument/2006/relationships/notesSlide" Target="/ppt/notesSlides/notesSlide5.xml" Id="R30377396b3db4e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310d2f0eb34245" /><Relationship Type="http://schemas.openxmlformats.org/officeDocument/2006/relationships/notesSlide" Target="/ppt/notesSlides/notesSlide6.xml" Id="R7a6ef385222e4c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2026.07.31-37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2026-07-31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7/10: D5/D7 failed, D8 passed (GST/HST/PST/QST excluded; additional duties included), D10 open. NZ 7 August follow-up prepared, not sent. Poland's tax bridge is broad-group only. Euromonitor paused 0/6, NOT SCORED; no purchase or fee.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Method control 28 / 0 / 15 / 152. Canada retail CAD 1.219160bn (≈EUR 822.6m; ECB 2024) and shipments CAD 1.160754bn (≈EUR 783.2m; ECB 2024). New Zealand NZD 274.180m (≈EUR 153.3m; ECB 2024), 7/10. Poland has no donor score because retail value is absent.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2026.07.31-37 · 2026-07-31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2026-07-31T08:53:10.7120000Z</dcterms:created>
  <dcterms:modified xsi:type="dcterms:W3CDTF">2026-07-31T08:53:10.7120000Z</dcterms:modified>
</coreProperties>
</file>