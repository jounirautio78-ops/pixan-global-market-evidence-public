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cb6a60eeddc47ea" /><Relationship Type="http://schemas.openxmlformats.org/officeDocument/2006/relationships/extended-properties" Target="/docProps/app.xml" Id="R1ab87a6023c04c91" /><Relationship Type="http://schemas.openxmlformats.org/officeDocument/2006/relationships/officeDocument" Target="/ppt/presentation.xml" Id="Re25b1804094247b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5e77e35b91d482b"/>
  </p:sldMasterIdLst>
  <p:notesMasterIdLst>
    <p:notesMasterId xmlns:r="http://schemas.openxmlformats.org/officeDocument/2006/relationships" r:id="R63eaf161dd094f7d"/>
  </p:notesMasterIdLst>
  <p:sldIdLst>
    <p:sldId xmlns:r="http://schemas.openxmlformats.org/officeDocument/2006/relationships" id="256" r:id="R0725c15bf0864e0d"/>
    <p:sldId xmlns:r="http://schemas.openxmlformats.org/officeDocument/2006/relationships" id="257" r:id="Rc8b427b655c243b7"/>
    <p:sldId xmlns:r="http://schemas.openxmlformats.org/officeDocument/2006/relationships" id="258" r:id="R31824a5268b74959"/>
    <p:sldId xmlns:r="http://schemas.openxmlformats.org/officeDocument/2006/relationships" id="259" r:id="R24b8e5f2b6884404"/>
    <p:sldId xmlns:r="http://schemas.openxmlformats.org/officeDocument/2006/relationships" id="260" r:id="Rc6114520a3a04808"/>
    <p:sldId xmlns:r="http://schemas.openxmlformats.org/officeDocument/2006/relationships" id="261" r:id="R30983f7403d649db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7b756f91db74cbf" /><Relationship Type="http://schemas.openxmlformats.org/officeDocument/2006/relationships/slideMaster" Target="/ppt/slideMasters/slideMaster1.xml" Id="R65e77e35b91d482b" /><Relationship Type="http://schemas.openxmlformats.org/officeDocument/2006/relationships/notesMaster" Target="/ppt/notesMasters/notesMaster1.xml" Id="R63eaf161dd094f7d" /><Relationship Type="http://schemas.openxmlformats.org/officeDocument/2006/relationships/presProps" Target="/ppt/presProps.xml" Id="R173bfead09d54691" /><Relationship Type="http://schemas.openxmlformats.org/officeDocument/2006/relationships/viewProps" Target="/ppt/viewProps.xml" Id="Rf7b742ae5c354157" /><Relationship Type="http://schemas.openxmlformats.org/officeDocument/2006/relationships/tableStyles" Target="/ppt/tableStyles.xml" Id="R5b6c9c92d9fb4a2a" /><Relationship Type="http://schemas.openxmlformats.org/officeDocument/2006/relationships/slide" Target="/ppt/slides/slide1.xml" Id="R0725c15bf0864e0d" /><Relationship Type="http://schemas.openxmlformats.org/officeDocument/2006/relationships/slide" Target="/ppt/slides/slide2.xml" Id="Rc8b427b655c243b7" /><Relationship Type="http://schemas.openxmlformats.org/officeDocument/2006/relationships/slide" Target="/ppt/slides/slide3.xml" Id="R31824a5268b74959" /><Relationship Type="http://schemas.openxmlformats.org/officeDocument/2006/relationships/slide" Target="/ppt/slides/slide4.xml" Id="R24b8e5f2b6884404" /><Relationship Type="http://schemas.openxmlformats.org/officeDocument/2006/relationships/slide" Target="/ppt/slides/slide5.xml" Id="Rc6114520a3a04808" /><Relationship Type="http://schemas.openxmlformats.org/officeDocument/2006/relationships/slide" Target="/ppt/slides/slide6.xml" Id="R30983f7403d649d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27acebc11e0429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e48e524fed546a7" /><Relationship Type="http://schemas.openxmlformats.org/officeDocument/2006/relationships/notesMaster" Target="/ppt/notesMasters/notesMaster1.xml" Id="R1db7e78018714b5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e3103f308514fce" /><Relationship Type="http://schemas.openxmlformats.org/officeDocument/2006/relationships/notesMaster" Target="/ppt/notesMasters/notesMaster1.xml" Id="Rc88b489c20fe4c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e55e4064bdb45aa" /><Relationship Type="http://schemas.openxmlformats.org/officeDocument/2006/relationships/notesMaster" Target="/ppt/notesMasters/notesMaster1.xml" Id="R26b829be0c014d8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15333de07394a74" /><Relationship Type="http://schemas.openxmlformats.org/officeDocument/2006/relationships/notesMaster" Target="/ppt/notesMasters/notesMaster1.xml" Id="R3442c9fe262146e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6b8045c783a4cbc" /><Relationship Type="http://schemas.openxmlformats.org/officeDocument/2006/relationships/notesMaster" Target="/ppt/notesMasters/notesMaster1.xml" Id="Rf8e361055c9f478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a00a92ceb0446e1" /><Relationship Type="http://schemas.openxmlformats.org/officeDocument/2006/relationships/notesMaster" Target="/ppt/notesMasters/notesMaster1.xml" Id="R861b4ce26c1b4ba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ccf1359083462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351c76a6f142c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4230086ea84b3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b96430a80848e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76ead52bb9469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4584f2f7964bb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5bccee4b35417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fd0b615b78485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b15ceb4d764ef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2aa96b351d4be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b494965c45483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6C710B-5706-4679-9A22-DAD8377FC2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E3DD999-3F97-41EE-B876-F23D71B0E3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3EC3A1F-438E-4FCB-84ED-5AFFD4D441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FFB539-4089-4626-BD32-8CBC35F8B9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34E8C78-2256-4379-85AF-2FD7D4EED9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0FE6FB-334C-4C90-8D1C-805B824C8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E6660D-1B1F-4B08-801F-8ED5C6B78F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B2DEB-874A-4A26-B57D-7896A20581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5F40BD-F2A2-41E0-A0E5-AE0CF63E8E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F4C834-3134-47E6-8BE4-271BD1B73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16D8C9-C1A6-48D4-B43F-F42F73F316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64F53D-1233-40AE-B789-C9EED50FDE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9FF319-FF96-4360-8FD8-19B1334CC1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36B8C3-EF90-46B8-98B5-D45C35D068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8577CD-BDB1-426B-9D45-BB3CC2349A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96CE4A-0A7D-41E7-BA28-D1B5E4BC8A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8E6D2E-FCC7-4649-921A-16D4C94AD5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6CE855-07EB-47D5-97A5-A462BF4D10E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C937F56-118F-4465-A476-4CAC9927B2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02580A-F116-465D-9B68-926C795B74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87F393-8B33-43E5-A667-1F17271BF7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D6EBEF-9546-4F14-9226-F21BE61892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632BC7-CFE3-430B-953A-1B964A3C8A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ECBFA31-CA8E-4C82-B483-5586589E34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896A6-1107-4D75-86DE-AFE728E8CD9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514D321-9B75-4380-B77F-FC1A90C4863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281C62-79FA-46D7-BCB7-AD57FF2AC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EEF5B33-C8A5-4735-8E2B-5E7614600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0E6995C-5F7C-43E9-AB93-134432785F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52B6F-B8D8-4BCA-AF11-50CEEDC9DD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048539-19D6-4520-80C0-5FD3935BF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28436F7-54DD-4E94-B027-2D52CF7B9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A61784D-4A45-4E68-9872-80D8CE4802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63103F-BE1D-457C-9D33-7BA816223F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51D9F7-4E24-408C-B584-DFFBB9992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B0AC4BD-7E62-4ED5-B191-B66EB81D0C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F03AE59-6171-4DC8-A597-526DAA5774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7F3E22-F5CA-4C29-AA6D-87FAB98872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C16FCE2-10DD-41D2-B209-933B9904E7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E4C2921-1F58-4168-B6E9-983C5F5CD1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AAABFD-55F8-4F05-81F2-5B49F27A0F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213D0E-FDCC-414E-99C3-E5C2633AF7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A23159-3117-4A67-98BC-25C20CFB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3FC9F0F-097F-41C5-9302-E927720DD0F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7C33D5D-2E62-4D0F-B1DE-C8CC3FB9E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6BDB037-02B5-4387-BD61-66D1A6103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AA2C29-64EE-4F57-B713-CC46935217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06584F0-E0E2-4FE4-9409-FD4B9C94B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ECB1D8-CE5F-4C44-BA3B-36BE09400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AE5F83-4F1F-4F33-8F2A-AE0502492D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3D2ACC-B0E1-450C-8423-5E0E2C6D03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A9372F0-3793-4343-9D69-F7F0D51A44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7D8888-C27B-4B9F-98E5-FDE92CD6B0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53F0F45-61C4-4E81-81DB-3CDFE6A7D4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CB3A95-81D9-4745-A972-32A51B7AF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ED8105-4918-4867-ACB5-6CE8F5A8C3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F6482E-2C1B-4CFA-9A9F-4CEE562EB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4A8A2C-79EF-490F-8944-A128B2C70B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50237f8057544dc" /><Relationship Type="http://schemas.openxmlformats.org/officeDocument/2006/relationships/slideLayout" Target="/ppt/slideLayouts/slideLayout1.xml" Id="R479528375dc34d80" /><Relationship Type="http://schemas.openxmlformats.org/officeDocument/2006/relationships/slideLayout" Target="/ppt/slideLayouts/slideLayout2.xml" Id="R60239772daa44345" /><Relationship Type="http://schemas.openxmlformats.org/officeDocument/2006/relationships/slideLayout" Target="/ppt/slideLayouts/slideLayout3.xml" Id="R242fbcbb425c460f" /><Relationship Type="http://schemas.openxmlformats.org/officeDocument/2006/relationships/slideLayout" Target="/ppt/slideLayouts/slideLayout4.xml" Id="R3849c74f72a6465f" /><Relationship Type="http://schemas.openxmlformats.org/officeDocument/2006/relationships/slideLayout" Target="/ppt/slideLayouts/slideLayout5.xml" Id="R6ea04e6e8af945cd" /><Relationship Type="http://schemas.openxmlformats.org/officeDocument/2006/relationships/slideLayout" Target="/ppt/slideLayouts/slideLayout6.xml" Id="R5b9317d7e3be495e" /><Relationship Type="http://schemas.openxmlformats.org/officeDocument/2006/relationships/slideLayout" Target="/ppt/slideLayouts/slideLayout7.xml" Id="Raf996e1ecce942b7" /><Relationship Type="http://schemas.openxmlformats.org/officeDocument/2006/relationships/slideLayout" Target="/ppt/slideLayouts/slideLayout8.xml" Id="R4af21c740ad641dc" /><Relationship Type="http://schemas.openxmlformats.org/officeDocument/2006/relationships/slideLayout" Target="/ppt/slideLayouts/slideLayout9.xml" Id="Reb04138ac779450c" /><Relationship Type="http://schemas.openxmlformats.org/officeDocument/2006/relationships/slideLayout" Target="/ppt/slideLayouts/slideLayout10.xml" Id="R33063d9fd8224f38" /><Relationship Type="http://schemas.openxmlformats.org/officeDocument/2006/relationships/slideLayout" Target="/ppt/slideLayouts/slideLayout11.xml" Id="Rc9bb28ca5c60419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FDBC3E4-868F-4F63-85A2-687CA1AD6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9ADF63-FBCB-4539-8E93-EB37D5E598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E6BB-88A0-4CE1-AA50-71588519B2F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7CF98E-CCD7-4027-ADDA-9E350594406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D137D2-F745-4BA1-B2B7-92E1ACDB2DC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79528375dc34d80"/>
    <p:sldLayoutId xmlns:r="http://schemas.openxmlformats.org/officeDocument/2006/relationships" id="2147483650" r:id="R60239772daa44345"/>
    <p:sldLayoutId xmlns:r="http://schemas.openxmlformats.org/officeDocument/2006/relationships" id="2147483651" r:id="R242fbcbb425c460f"/>
    <p:sldLayoutId xmlns:r="http://schemas.openxmlformats.org/officeDocument/2006/relationships" id="2147483652" r:id="R3849c74f72a6465f"/>
    <p:sldLayoutId xmlns:r="http://schemas.openxmlformats.org/officeDocument/2006/relationships" id="2147483653" r:id="R6ea04e6e8af945cd"/>
    <p:sldLayoutId xmlns:r="http://schemas.openxmlformats.org/officeDocument/2006/relationships" id="2147483654" r:id="R5b9317d7e3be495e"/>
    <p:sldLayoutId xmlns:r="http://schemas.openxmlformats.org/officeDocument/2006/relationships" id="2147483655" r:id="Raf996e1ecce942b7"/>
    <p:sldLayoutId xmlns:r="http://schemas.openxmlformats.org/officeDocument/2006/relationships" id="2147483656" r:id="R4af21c740ad641dc"/>
    <p:sldLayoutId xmlns:r="http://schemas.openxmlformats.org/officeDocument/2006/relationships" id="2147483657" r:id="Reb04138ac779450c"/>
    <p:sldLayoutId xmlns:r="http://schemas.openxmlformats.org/officeDocument/2006/relationships" id="2147483658" r:id="R33063d9fd8224f38"/>
    <p:sldLayoutId xmlns:r="http://schemas.openxmlformats.org/officeDocument/2006/relationships" id="2147483659" r:id="Rc9bb28ca5c60419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c86de33008f4bd6" /><Relationship Type="http://schemas.openxmlformats.org/officeDocument/2006/relationships/notesSlide" Target="/ppt/notesSlides/notesSlide1.xml" Id="R2c1e7b68cd674bd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9501146ace94f08" /><Relationship Type="http://schemas.openxmlformats.org/officeDocument/2006/relationships/notesSlide" Target="/ppt/notesSlides/notesSlide2.xml" Id="R71ad96aa98594c5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2a288b3a914c66" /><Relationship Type="http://schemas.openxmlformats.org/officeDocument/2006/relationships/notesSlide" Target="/ppt/notesSlides/notesSlide3.xml" Id="R3e71b3587991434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b5d901308048f2" /><Relationship Type="http://schemas.openxmlformats.org/officeDocument/2006/relationships/notesSlide" Target="/ppt/notesSlides/notesSlide4.xml" Id="Rd27777f66fc54c1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bdae5bb50634151" /><Relationship Type="http://schemas.openxmlformats.org/officeDocument/2006/relationships/notesSlide" Target="/ppt/notesSlides/notesSlide5.xml" Id="R1bbf71350db94fc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a31a3325bf459c" /><Relationship Type="http://schemas.openxmlformats.org/officeDocument/2006/relationships/notesSlide" Target="/ppt/notesSlides/notesSlide6.xml" Id="Rbf52958c62224d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A015171-0212-434B-9C2C-9A139C65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085DE9-0834-4CF3-BD2F-28DBBE9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E5D755-A9C6-4FA7-9620-63D7E4DA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Defensible patent value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through evidence gates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A897F9-9EDA-46E0-98B7-DCB1BE4D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Independent public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7CE15DB-D1B2-4FB3-897D-704E1E4F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3068A9-D50E-46B2-A308-A7C2F5A3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5453E6-2B72-4F00-A727-E738DE1B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2026.08.03-44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049AE7-0B91-430E-AD5D-A9E28B6F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2026-08-03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EA4DFCF-EDE8-4753-8DB3-51A39203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CA49F7F-75D4-4B29-8377-0D9FA01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D2932B-BF98-45B1-8F81-767F50E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5195848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0D888B-FEA5-4315-ADCD-4C45A4F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F4CD3-E4D2-4A1D-9EF9-6F7871E9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Financing thesis: value has not been computed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5A8BD6-698C-4991-984A-27EFEFFF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973341-05EA-42EF-8AE7-EC3B5852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C275CD-1E69-418E-A74B-CF39C19E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3F9828-A5C8-45C0-B005-8E9296A2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FC2919-29EC-4B50-B29C-AAA42590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objective is to estimate defensible, premise-specific patent-value ranges—not to select the largest possible market number.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440A39-1EF7-4712-8F65-873B71BE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Seven premise-specific, non-additive outputs are null/NOT_COMPUTED; all seven valuation gates are OPEN.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Market evidence is input only: market size is not patent value and missing evidence is not zero.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German judgment is possible case-specific evidence for the adjudicated product and claim only; transfer requires fresh counsel review.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6A5033-F49D-4DA2-B5C4-04AF5EB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564ABE-DC7B-4FE6-9E7A-9A80AAF2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EDED32-E968-4261-A025-202BA8FE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Current evidence supports further diligence, not a specific patent value, loan amount or equity value.</a:t>
            </a:r>
          </a:p>
        </p:txBody>
      </p:sp>
    </p:spTree>
    <p:extLst>
      <p:ext uri="{BB962C8B-B14F-4D97-AF65-F5344CB8AC3E}">
        <p14:creationId xmlns:p14="http://schemas.microsoft.com/office/powerpoint/2010/main" val="10718270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77D62E-D7F5-4B55-A3EE-3C35DC9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049508-0798-406E-8A8E-E15EEE60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 informs the adjudicated case—it does not globalise 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BA8479-696C-46A4-92A0-573F53E5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BE64CA-E449-4720-AF93-63A2FC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C20A3A-DD6F-4376-BEC3-29332E83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CB3A42-94DB-4EAE-B9CF-9A699DDC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954D54-D39F-4A78-9306-66AF7ECF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0B291E-CF92-4820-AEBE-EB7BC8FB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9CC223-6D57-480C-81AF-DDE81B58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B21AA11-C7CC-4D55-9954-32F85A5E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125E1C-CACE-4373-9232-C040F67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E61A3CE-DDB7-49F4-9F9F-F49D434E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BA2AA3-8C1B-41AE-BA3C-2158C1E8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E119199-8925-4893-9C8D-68F300E1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09DEBF-BB6A-4334-8229-0EA062FF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BFD6FB-E2BC-46FC-A1E8-DBD5063B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Legal evidence has value only with country-specific rights, covered-use mapping and verified local acts.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0FFCB0-7E63-454A-8039-5DF3E9D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6390D8-080C-492F-A536-BA75792F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B83730-962E-49C5-8A1E-C3625FFD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Rights are territorial. Ordinary PCT/EP expansion windows have expired; any exceptional route for a missing country requires country-specific counsel review.</a:t>
            </a:r>
          </a:p>
        </p:txBody>
      </p:sp>
    </p:spTree>
    <p:extLst>
      <p:ext uri="{BB962C8B-B14F-4D97-AF65-F5344CB8AC3E}">
        <p14:creationId xmlns:p14="http://schemas.microsoft.com/office/powerpoint/2010/main" val="15763646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ED61B8-201F-4353-A5AB-F4AF107A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512841-DD2B-412F-88B8-AA73E0A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Seven steps to separate value outputs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CAFE5B-4168-4142-8139-C401AB24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E9343CA-AFA0-4082-9292-8B7461BD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07FF05-94C4-4F9C-B649-BC219E5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not Pixan Oy's official position · 2026.08.03-44 · 2026-08-03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48460-8827-4FEB-9529-AA583B7E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8CEC53-BB21-4B13-B535-B593A5F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92AC2A-CFAC-4358-A39F-4F04FC4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DF9361-69BB-4E55-A911-6A6DDF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75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mandatory gates · all OPEN · seven outputs NOT_COMPUTED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8B3372A-42EC-4FD9-8E8A-704D0676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51213E-63D1-413B-8C70-88BE3BE0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NOT_COMPUTED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1602CA-28F6-4D1D-8848-4C7F9EDE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all output values = null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BA29147-8D18-42E0-A0FD-1FFD25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BE35305-4D29-4311-B3C2-C143AB69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B619F3-C991-4BF6-AA75-20B7DE75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2B9F0E-22D0-4F4F-9AB8-17CB912C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8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evidence → scope-key reconciliation → covered sales → route-specific economic benefit → weighted dated cash flows → PV/non-overlapping adjustments → separate non-additive output.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FE525A-4505-4A12-826C-30163EC1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84482F-06B7-4271-915E-69C61B48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ACDACF-432C-431B-8A91-0BA7D93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Licensing does not require infringing sales; only the past-enforcement branch does. Missing is not zero. Donor 0/3 is an evidence-readiness input, not the final objective.</a:t>
            </a:r>
          </a:p>
        </p:txBody>
      </p:sp>
    </p:spTree>
    <p:extLst>
      <p:ext uri="{BB962C8B-B14F-4D97-AF65-F5344CB8AC3E}">
        <p14:creationId xmlns:p14="http://schemas.microsoft.com/office/powerpoint/2010/main" val="17689003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4C6306-1B63-4BF2-AD60-8C16D7A5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3C954C-8852-441D-B464-1C4251CA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Seven open gates define the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11CE50-4ADB-41DA-B47B-7CA16D44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821E28-9977-4B94-AE0B-8B3024C5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5BE68B-5BDE-4419-B27F-B27C2E13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2026.08.03-44 · 2026-08-03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667956-F33B-4F7B-B6D2-FB94B776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481F39-B9DF-4517-819F-488E56B2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Fix basis/subject, rights, claim mapping, covered sales, economics, cash flow and risk before any output-specific computation.</a:t>
            </a:r>
          </a:p>
        </p:txBody>
      </p:sp>
    </p:spTree>
    <p:extLst>
      <p:ext uri="{BB962C8B-B14F-4D97-AF65-F5344CB8AC3E}">
        <p14:creationId xmlns:p14="http://schemas.microsoft.com/office/powerpoint/2010/main" val="8331962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BAA44E-5A84-4F2A-A352-DD7F2DE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BF27A3-0666-408D-A967-38B236CD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close the gates before a value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C55AE55-0D68-402E-BC98-DA9C974A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Basis and subject: rights, territories, intended use, market-participant/owner premise and gross/net/tax basis.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Rights, product and covered sales: Boolean/time masks, measured SKU allocation and counsel-reviewed claim state.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Four branches: RFR/direct use, licensing, past enforcement and strategic option; only enforcement requires infringing sales.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Weighted dated cash flows, each risk once and a separate collateral-recovery case; never add the outputs.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345E2BD-E74D-4F84-A9B4-7A8ED981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2026.08.03-44 · 2026-08-03 · 6 / 6</a:t>
            </a:r>
          </a:p>
        </p:txBody>
      </p:sp>
    </p:spTree>
    <p:extLst>
      <p:ext uri="{BB962C8B-B14F-4D97-AF65-F5344CB8AC3E}">
        <p14:creationId xmlns:p14="http://schemas.microsoft.com/office/powerpoint/2010/main" val="620561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2026-08-04T06:59:06.3340000Z</dcterms:created>
  <dcterms:modified xsi:type="dcterms:W3CDTF">2026-08-04T06:59:06.3340000Z</dcterms:modified>
</coreProperties>
</file>