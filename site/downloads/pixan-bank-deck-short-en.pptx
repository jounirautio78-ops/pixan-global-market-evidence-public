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07aab571684154" /><Relationship Type="http://schemas.openxmlformats.org/officeDocument/2006/relationships/extended-properties" Target="/docProps/app.xml" Id="R3538d077e5e24aa5" /><Relationship Type="http://schemas.openxmlformats.org/officeDocument/2006/relationships/officeDocument" Target="/ppt/presentation.xml" Id="R9252ecff42c345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73139a5c0e41ba"/>
  </p:sldMasterIdLst>
  <p:notesMasterIdLst>
    <p:notesMasterId xmlns:r="http://schemas.openxmlformats.org/officeDocument/2006/relationships" r:id="Rd4fcf366c895476c"/>
  </p:notesMasterIdLst>
  <p:sldIdLst>
    <p:sldId xmlns:r="http://schemas.openxmlformats.org/officeDocument/2006/relationships" id="256" r:id="R12e6b2683f2b4be8"/>
    <p:sldId xmlns:r="http://schemas.openxmlformats.org/officeDocument/2006/relationships" id="257" r:id="Refcd70a0d01d4dc3"/>
    <p:sldId xmlns:r="http://schemas.openxmlformats.org/officeDocument/2006/relationships" id="258" r:id="R1e1db9843a134709"/>
    <p:sldId xmlns:r="http://schemas.openxmlformats.org/officeDocument/2006/relationships" id="259" r:id="R76b5f1fa3e3942e5"/>
    <p:sldId xmlns:r="http://schemas.openxmlformats.org/officeDocument/2006/relationships" id="260" r:id="R06278abcd9064d2a"/>
    <p:sldId xmlns:r="http://schemas.openxmlformats.org/officeDocument/2006/relationships" id="261" r:id="R0e4d434499e44eb2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bb2cd7c385415b" /><Relationship Type="http://schemas.openxmlformats.org/officeDocument/2006/relationships/slideMaster" Target="/ppt/slideMasters/slideMaster1.xml" Id="Rbd73139a5c0e41ba" /><Relationship Type="http://schemas.openxmlformats.org/officeDocument/2006/relationships/notesMaster" Target="/ppt/notesMasters/notesMaster1.xml" Id="Rd4fcf366c895476c" /><Relationship Type="http://schemas.openxmlformats.org/officeDocument/2006/relationships/presProps" Target="/ppt/presProps.xml" Id="R4d7abd6945f94c84" /><Relationship Type="http://schemas.openxmlformats.org/officeDocument/2006/relationships/viewProps" Target="/ppt/viewProps.xml" Id="R6b86ca63c3684d94" /><Relationship Type="http://schemas.openxmlformats.org/officeDocument/2006/relationships/tableStyles" Target="/ppt/tableStyles.xml" Id="R55438765370a473d" /><Relationship Type="http://schemas.openxmlformats.org/officeDocument/2006/relationships/slide" Target="/ppt/slides/slide1.xml" Id="R12e6b2683f2b4be8" /><Relationship Type="http://schemas.openxmlformats.org/officeDocument/2006/relationships/slide" Target="/ppt/slides/slide2.xml" Id="Refcd70a0d01d4dc3" /><Relationship Type="http://schemas.openxmlformats.org/officeDocument/2006/relationships/slide" Target="/ppt/slides/slide3.xml" Id="R1e1db9843a134709" /><Relationship Type="http://schemas.openxmlformats.org/officeDocument/2006/relationships/slide" Target="/ppt/slides/slide4.xml" Id="R76b5f1fa3e3942e5" /><Relationship Type="http://schemas.openxmlformats.org/officeDocument/2006/relationships/slide" Target="/ppt/slides/slide5.xml" Id="R06278abcd9064d2a" /><Relationship Type="http://schemas.openxmlformats.org/officeDocument/2006/relationships/slide" Target="/ppt/slides/slide6.xml" Id="R0e4d434499e44e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6fb12947b94c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085fe9ecc54697" /><Relationship Type="http://schemas.openxmlformats.org/officeDocument/2006/relationships/notesMaster" Target="/ppt/notesMasters/notesMaster1.xml" Id="R4bec4a92495b46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70c2a0287d4bf9" /><Relationship Type="http://schemas.openxmlformats.org/officeDocument/2006/relationships/notesMaster" Target="/ppt/notesMasters/notesMaster1.xml" Id="R33fd6d8a2b014f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ae7da0c2bb4e7a" /><Relationship Type="http://schemas.openxmlformats.org/officeDocument/2006/relationships/notesMaster" Target="/ppt/notesMasters/notesMaster1.xml" Id="Rade9d58c7f5446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2d6297a32e45a1" /><Relationship Type="http://schemas.openxmlformats.org/officeDocument/2006/relationships/notesMaster" Target="/ppt/notesMasters/notesMaster1.xml" Id="Rfaecfb9ff4af4c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67cf47811f4c23" /><Relationship Type="http://schemas.openxmlformats.org/officeDocument/2006/relationships/notesMaster" Target="/ppt/notesMasters/notesMaster1.xml" Id="R76a014695c2843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820ca6615d4ab1" /><Relationship Type="http://schemas.openxmlformats.org/officeDocument/2006/relationships/notesMaster" Target="/ppt/notesMasters/notesMaster1.xml" Id="R035ab9f58a2d4b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0d508a8c764d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37b4c6ecc1407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ca6ae92c604b6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e3cdab4e61407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eb38e52f5544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698118db24492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6193c3ddce445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c88d724874e1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a79fee9c9444e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3b331865b4c3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ecf1b5e324bb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DD249A-B478-4FD4-9EFD-DA8220D97A5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8EE8BFB-2052-4B58-B840-A1EB5AD5CA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5BA057-588C-462D-AE49-9B805A94CC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C44C9E-A082-4F51-A792-1560CF66D2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3553D-7D51-4D92-9EA3-DBCDC14D49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B985E-B143-4393-BA7B-5E9B5DC3AF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713EF8-D091-4FF1-A980-0512F9F5BD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17C4C02-D79B-434B-ABF9-0455EC6517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BC1EE98-1EAE-4F23-86F1-B254BE50D2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33BF99-F6B6-403F-A5E5-5CFED1FC3C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71EA8D-054E-4DDC-B4E8-C0295C7109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C2BFB0-C304-4761-A30A-AFEA07C764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E1A876-F228-44D2-87FA-598FB58187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85BF48-DD8A-4B18-9A4B-AE614E7392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E5EF77-99C7-4BFF-B82F-98F4E71478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A53049-941B-47CB-B9BD-7F8D87EF7C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3C0B3F-B190-4582-832D-4587BA70A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8CDDC9E-E2A1-44FF-9876-38A3788289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0B9FF8F-7C01-4235-9069-EE61C9F840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37997F0-1F18-4C51-B334-3701612523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BCDB2FD-2DAB-4753-B1D2-B3AC76C20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4DDBF1-A4EA-4AD9-8DA1-3C141B31C9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6059DE-ADAB-493E-B20E-466AA36D93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5EBE74-AE6E-478C-A619-ED79DAFE86A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E715C4-D895-4C02-860B-563839F6124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7E411F3-483A-4E11-8597-9AD52EDD539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BC901E2-D8F6-4C13-A375-E48C7BBE44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E75E6D-13A9-4E9D-8332-A0BB10AE68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CA2837-EEAD-4D61-AE1E-37101690D3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954A8A0-3C75-4CB5-9B35-50980A70F3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004C029-B5DE-41F5-A5B8-90F82703A5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7DE1465-8EBE-40FD-9697-DCD4D3E983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A82DBF7-9E57-4C5A-9F7B-777D0B5BC11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8D49F2-DF9C-4D95-ADC2-3CC1E4172B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C57C159-3C8D-44B4-A767-09DC7F54D3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520C707-DC7E-4E9F-901C-999D95D4BF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6E587C-F680-4765-86D2-30717D1E8F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D2DEF8B-E32C-47EE-BC3E-5ED2172CFC6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BBB9C0A-C415-41FD-B780-6E70DE8550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2AEB680-CDC2-4677-9AC1-C5FEE225FB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76F8D54-025E-409F-9DFC-79CEEC8930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856734-3642-4299-8FC0-191C545369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DDBA91-FA60-458F-8DB3-33F4755EEA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2EFB459-D552-469B-BF18-4E4758E9AC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8391B98-3DA5-4996-BD5A-E9147538EE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34884D0-C75D-4E5C-A550-733A866A08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C82E478-1B58-4923-A2DC-8010B27471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2594374-4D2C-4D81-ABC6-CA65D8A9A2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1E5958-4453-4976-9ABC-E958B589DF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D123BAD-8403-4DE9-BE6E-68A9131E0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C7CA43-6BCA-4B6A-9A3E-6F2108E67A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586E2F-D23B-4A90-B08D-84F8E91F4A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C8D6F-8D51-4979-B1DA-21B8F5257A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2C1DD69-4E2D-41E1-9885-ADDC7B21E4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64CFC1-16CA-4F85-9CD9-539A8AF692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7BF62C-7BDF-465F-8A89-8B1E4A74D8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FC882BD-C2FA-4D19-BBEE-9F1B38CDDB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4949CAD-B2AF-43D3-B0B3-9E13C332FD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8c33e1fc90492d" /><Relationship Type="http://schemas.openxmlformats.org/officeDocument/2006/relationships/slideLayout" Target="/ppt/slideLayouts/slideLayout1.xml" Id="Rc728c456b9f544ae" /><Relationship Type="http://schemas.openxmlformats.org/officeDocument/2006/relationships/slideLayout" Target="/ppt/slideLayouts/slideLayout2.xml" Id="R29d592f2d46c48c1" /><Relationship Type="http://schemas.openxmlformats.org/officeDocument/2006/relationships/slideLayout" Target="/ppt/slideLayouts/slideLayout3.xml" Id="R630946af37e04ca5" /><Relationship Type="http://schemas.openxmlformats.org/officeDocument/2006/relationships/slideLayout" Target="/ppt/slideLayouts/slideLayout4.xml" Id="R2913747249844f10" /><Relationship Type="http://schemas.openxmlformats.org/officeDocument/2006/relationships/slideLayout" Target="/ppt/slideLayouts/slideLayout5.xml" Id="R8d2702ad5f8a4b68" /><Relationship Type="http://schemas.openxmlformats.org/officeDocument/2006/relationships/slideLayout" Target="/ppt/slideLayouts/slideLayout6.xml" Id="Rcff53d9c67714dda" /><Relationship Type="http://schemas.openxmlformats.org/officeDocument/2006/relationships/slideLayout" Target="/ppt/slideLayouts/slideLayout7.xml" Id="Re221b716230844d5" /><Relationship Type="http://schemas.openxmlformats.org/officeDocument/2006/relationships/slideLayout" Target="/ppt/slideLayouts/slideLayout8.xml" Id="Re09ed32a86cd4cf5" /><Relationship Type="http://schemas.openxmlformats.org/officeDocument/2006/relationships/slideLayout" Target="/ppt/slideLayouts/slideLayout9.xml" Id="Reb32572ddb654371" /><Relationship Type="http://schemas.openxmlformats.org/officeDocument/2006/relationships/slideLayout" Target="/ppt/slideLayouts/slideLayout10.xml" Id="R9d6fc4321caa45a8" /><Relationship Type="http://schemas.openxmlformats.org/officeDocument/2006/relationships/slideLayout" Target="/ppt/slideLayouts/slideLayout11.xml" Id="R2aa25080a54f45c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E286A80-1075-45D6-BE0A-F64C832B54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CFA997-0AEB-452D-8BC4-E46B83270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34CD9D-3AB1-4125-AA9D-3E2DA886EAE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27A70B-897E-4766-853D-B41C8FBF6C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4CF3EA-557E-48AC-AE00-0FE07B535F2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28c456b9f544ae"/>
    <p:sldLayoutId xmlns:r="http://schemas.openxmlformats.org/officeDocument/2006/relationships" id="2147483650" r:id="R29d592f2d46c48c1"/>
    <p:sldLayoutId xmlns:r="http://schemas.openxmlformats.org/officeDocument/2006/relationships" id="2147483651" r:id="R630946af37e04ca5"/>
    <p:sldLayoutId xmlns:r="http://schemas.openxmlformats.org/officeDocument/2006/relationships" id="2147483652" r:id="R2913747249844f10"/>
    <p:sldLayoutId xmlns:r="http://schemas.openxmlformats.org/officeDocument/2006/relationships" id="2147483653" r:id="R8d2702ad5f8a4b68"/>
    <p:sldLayoutId xmlns:r="http://schemas.openxmlformats.org/officeDocument/2006/relationships" id="2147483654" r:id="Rcff53d9c67714dda"/>
    <p:sldLayoutId xmlns:r="http://schemas.openxmlformats.org/officeDocument/2006/relationships" id="2147483655" r:id="Re221b716230844d5"/>
    <p:sldLayoutId xmlns:r="http://schemas.openxmlformats.org/officeDocument/2006/relationships" id="2147483656" r:id="Re09ed32a86cd4cf5"/>
    <p:sldLayoutId xmlns:r="http://schemas.openxmlformats.org/officeDocument/2006/relationships" id="2147483657" r:id="Reb32572ddb654371"/>
    <p:sldLayoutId xmlns:r="http://schemas.openxmlformats.org/officeDocument/2006/relationships" id="2147483658" r:id="R9d6fc4321caa45a8"/>
    <p:sldLayoutId xmlns:r="http://schemas.openxmlformats.org/officeDocument/2006/relationships" id="2147483659" r:id="R2aa25080a54f45c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8b5a130b7c4fc4" /><Relationship Type="http://schemas.openxmlformats.org/officeDocument/2006/relationships/notesSlide" Target="/ppt/notesSlides/notesSlide1.xml" Id="R783d17e940c64d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98f25c5b5b4722" /><Relationship Type="http://schemas.openxmlformats.org/officeDocument/2006/relationships/notesSlide" Target="/ppt/notesSlides/notesSlide2.xml" Id="R8147615c4bb442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0c08aa287f42e5" /><Relationship Type="http://schemas.openxmlformats.org/officeDocument/2006/relationships/notesSlide" Target="/ppt/notesSlides/notesSlide3.xml" Id="Rf2180ed47da24b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1cc03eb2394303" /><Relationship Type="http://schemas.openxmlformats.org/officeDocument/2006/relationships/notesSlide" Target="/ppt/notesSlides/notesSlide4.xml" Id="R09dc4487ead542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500887d0d647e8" /><Relationship Type="http://schemas.openxmlformats.org/officeDocument/2006/relationships/notesSlide" Target="/ppt/notesSlides/notesSlide5.xml" Id="Ra667a6c9d99944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adce4a845c4c5e" /><Relationship Type="http://schemas.openxmlformats.org/officeDocument/2006/relationships/notesSlide" Target="/ppt/notesSlides/notesSlide6.xml" Id="Ra5e8a9ef5a784c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A802FC1-DD42-40F7-882D-A4F10A5D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41E7E5-491E-4A97-AE6C-DDFCF62D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C609B19-3EF3-4301-ACEA-94F0B28A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36EB339-34E8-4E64-B076-B7908F9F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1266609-51AC-4AA2-B8ED-052D94A5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AC0A77-102F-42DF-9483-EAA23A37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859C1D-9383-4317-AF2D-85985F71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618F25-16BD-409D-979D-43321B54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D7FF5CD-5DC8-4683-BF04-635BA754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9593B6C-5399-4D03-9248-D50D6828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E64A404-A657-4747-B8EC-2293B4E5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9382378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9E7138-22D0-4A43-902D-3362EB82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3047D91-2D04-4767-86EB-A86A7A5E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1F9DF7F-035E-45C9-8502-2DB4BFEB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3AF9FF-B92D-4B13-B21B-36529957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24E779-5A34-4ABD-A272-802C0C0F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A0F4D25-34AD-4E7C-AB78-8CFFADDA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A0AF63C-21FA-4092-B1AC-D1291AEE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241BC5-3ED8-4EC8-AADC-3DD4CFD2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1438402-381B-4AAD-9676-85A4DD63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8BE035-9AC2-43F4-9DF3-E1F47F20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C38CB4-B4E2-430C-BC1E-D49DA5ED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5922913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44A638-96B0-4A07-87B7-BB6B3948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FC33C6-740C-4AFB-B44C-24C65963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1574271-502F-47E1-8976-A2CDAA29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EA3862-2E07-49EA-9213-61FB411F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711961-EF14-4778-BE07-F026DD71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4C8169-10FC-45CE-A2BB-9B638BB9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B8B9891-D724-4DB8-8244-539A8919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925C8EF-F62A-4275-A6B7-1CC129C5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039891-5AAC-43AC-8074-CE699259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4F3168C-B480-421E-B0E9-8FD27D28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6F2D5F0-A244-417E-BE34-DDA2C829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6AD8AF2-257C-4F3F-B36A-906A59B0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3FB22C-C0A5-4277-96BE-7BEC2C7B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C453CA-6B8A-43A6-8A70-E4B84340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0D16503-B7B4-431F-9594-5E6A6ECC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87A0843-393B-447A-AFE8-671995CF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D70CBDF-24C5-4571-B209-6C9C42AC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070718B-C479-4E89-B4AF-1B575BE0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AA090C4-3905-45E2-83FD-E0723003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2540808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C8F1F9-B1F4-40CF-A4EB-27AA0893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922A290-1A4B-487C-899B-F3621CE4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723E84-2318-4E70-A83B-24A9C634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5A2EED-891D-4183-A516-0B150305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D4DEE9-2672-461A-AF23-3B0C25BF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29768B-50DF-4F99-8EC9-BB032509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D39267-5180-40B2-A495-B8B07F99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5908B1-4A8E-4F2E-B63E-C59244E9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6E405A-41A3-429F-8458-9E255268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E0CD9D3-8FC3-483A-B81B-DE383B2A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A18ED43-5A7D-4030-B178-71221044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20A6D3A-6459-42E4-9C1C-29F45398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E710A4D-B382-4A8E-9B7A-368CC187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720A0B-B011-4D24-B4C2-899E0B82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C87B847-5CE5-413A-985D-52DA7EE0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61D6E23-7389-4601-8BE3-9E6C2C4E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294CEF8-8E51-43D1-B636-BAEB0C63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CE3C00A-1C67-4ED2-BAAF-486190B5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86C52A2-2198-4A27-8DDC-11CCA78D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52353827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BA90B0D-1243-4BE1-B232-8198019F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934446-7634-4C07-9713-6E6D8B6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162241-EFF5-4E3A-B62D-A4FC3BD6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A633AF-DE20-4B81-B3EC-A81A378D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9BBF3C4-D5E2-424D-9F4D-7E7FC379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A71BFF2-D693-4CDD-929C-6BF3FC52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C5B60B2-CD26-43CE-BA2D-23FEAC0A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2352435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DDF54B-C7A6-48F0-BD80-7D202DF1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E039D2-A44A-4077-91B6-78DC1DF2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DBB164A-F8C0-4DEB-93F6-FD438558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0FB4B4B-0893-48C8-9210-20BCAD13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2026.07.23-10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129617617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2026-07-23T08:35:23.0510000Z</dcterms:created>
  <dcterms:modified xsi:type="dcterms:W3CDTF">2026-07-23T08:35:23.0520000Z</dcterms:modified>
</coreProperties>
</file>