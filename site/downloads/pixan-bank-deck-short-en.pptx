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d86ee5dc6a4d1d" /><Relationship Type="http://schemas.openxmlformats.org/officeDocument/2006/relationships/extended-properties" Target="/docProps/app.xml" Id="R512ebf35d59c4577" /><Relationship Type="http://schemas.openxmlformats.org/officeDocument/2006/relationships/officeDocument" Target="/ppt/presentation.xml" Id="R417d3bd2280542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cfec17c4cf40e8"/>
  </p:sldMasterIdLst>
  <p:notesMasterIdLst>
    <p:notesMasterId xmlns:r="http://schemas.openxmlformats.org/officeDocument/2006/relationships" r:id="R7f70113644204236"/>
  </p:notesMasterIdLst>
  <p:sldIdLst>
    <p:sldId xmlns:r="http://schemas.openxmlformats.org/officeDocument/2006/relationships" id="256" r:id="R29b1ae09238844b6"/>
    <p:sldId xmlns:r="http://schemas.openxmlformats.org/officeDocument/2006/relationships" id="257" r:id="R72ed4edc056b40af"/>
    <p:sldId xmlns:r="http://schemas.openxmlformats.org/officeDocument/2006/relationships" id="258" r:id="R4ad532a981eb4574"/>
    <p:sldId xmlns:r="http://schemas.openxmlformats.org/officeDocument/2006/relationships" id="259" r:id="Rc948579256d34d0b"/>
    <p:sldId xmlns:r="http://schemas.openxmlformats.org/officeDocument/2006/relationships" id="260" r:id="R7e16bc1292d84ec7"/>
    <p:sldId xmlns:r="http://schemas.openxmlformats.org/officeDocument/2006/relationships" id="261" r:id="R0128d4d2c4e9462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60b9e923e5415f" /><Relationship Type="http://schemas.openxmlformats.org/officeDocument/2006/relationships/slideMaster" Target="/ppt/slideMasters/slideMaster1.xml" Id="R75cfec17c4cf40e8" /><Relationship Type="http://schemas.openxmlformats.org/officeDocument/2006/relationships/notesMaster" Target="/ppt/notesMasters/notesMaster1.xml" Id="R7f70113644204236" /><Relationship Type="http://schemas.openxmlformats.org/officeDocument/2006/relationships/presProps" Target="/ppt/presProps.xml" Id="R8662912e175d4a6e" /><Relationship Type="http://schemas.openxmlformats.org/officeDocument/2006/relationships/viewProps" Target="/ppt/viewProps.xml" Id="Re7461d59421b41bc" /><Relationship Type="http://schemas.openxmlformats.org/officeDocument/2006/relationships/tableStyles" Target="/ppt/tableStyles.xml" Id="Rdfc10fe96b5f41ef" /><Relationship Type="http://schemas.openxmlformats.org/officeDocument/2006/relationships/slide" Target="/ppt/slides/slide1.xml" Id="R29b1ae09238844b6" /><Relationship Type="http://schemas.openxmlformats.org/officeDocument/2006/relationships/slide" Target="/ppt/slides/slide2.xml" Id="R72ed4edc056b40af" /><Relationship Type="http://schemas.openxmlformats.org/officeDocument/2006/relationships/slide" Target="/ppt/slides/slide3.xml" Id="R4ad532a981eb4574" /><Relationship Type="http://schemas.openxmlformats.org/officeDocument/2006/relationships/slide" Target="/ppt/slides/slide4.xml" Id="Rc948579256d34d0b" /><Relationship Type="http://schemas.openxmlformats.org/officeDocument/2006/relationships/slide" Target="/ppt/slides/slide5.xml" Id="R7e16bc1292d84ec7" /><Relationship Type="http://schemas.openxmlformats.org/officeDocument/2006/relationships/slide" Target="/ppt/slides/slide6.xml" Id="R0128d4d2c4e946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14ad14174844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1a5f89ffca412f" /><Relationship Type="http://schemas.openxmlformats.org/officeDocument/2006/relationships/notesMaster" Target="/ppt/notesMasters/notesMaster1.xml" Id="Rcc75128d40ff4c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3edadf4bc244d0" /><Relationship Type="http://schemas.openxmlformats.org/officeDocument/2006/relationships/notesMaster" Target="/ppt/notesMasters/notesMaster1.xml" Id="R31e02bf3bc4d4d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0b4954a77a4f81" /><Relationship Type="http://schemas.openxmlformats.org/officeDocument/2006/relationships/notesMaster" Target="/ppt/notesMasters/notesMaster1.xml" Id="R19ac12131b364d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69a34c46a3425e" /><Relationship Type="http://schemas.openxmlformats.org/officeDocument/2006/relationships/notesMaster" Target="/ppt/notesMasters/notesMaster1.xml" Id="R54105310cc7447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37fe30a98b489c" /><Relationship Type="http://schemas.openxmlformats.org/officeDocument/2006/relationships/notesMaster" Target="/ppt/notesMasters/notesMaster1.xml" Id="Raf3028929e8b4e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56f08877cc4234" /><Relationship Type="http://schemas.openxmlformats.org/officeDocument/2006/relationships/notesMaster" Target="/ppt/notesMasters/notesMaster1.xml" Id="Ra0576db64d7d42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ebb90bc5845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978a74bf54e0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7b8034286949f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7bd20775f243e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974fb7483f45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e7caedcfe480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3cdfcc7e45483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702cc20c34f6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71c3dccc0946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01727661e14d4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22226d5e7415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60b111b6b64f00" /><Relationship Type="http://schemas.openxmlformats.org/officeDocument/2006/relationships/slideLayout" Target="/ppt/slideLayouts/slideLayout1.xml" Id="Raa54a991895d4f6c" /><Relationship Type="http://schemas.openxmlformats.org/officeDocument/2006/relationships/slideLayout" Target="/ppt/slideLayouts/slideLayout2.xml" Id="R33726160e87f44fb" /><Relationship Type="http://schemas.openxmlformats.org/officeDocument/2006/relationships/slideLayout" Target="/ppt/slideLayouts/slideLayout3.xml" Id="Re27c9a13aef04f7a" /><Relationship Type="http://schemas.openxmlformats.org/officeDocument/2006/relationships/slideLayout" Target="/ppt/slideLayouts/slideLayout4.xml" Id="Rffba2bc5531b4202" /><Relationship Type="http://schemas.openxmlformats.org/officeDocument/2006/relationships/slideLayout" Target="/ppt/slideLayouts/slideLayout5.xml" Id="R733dee1646bd4da9" /><Relationship Type="http://schemas.openxmlformats.org/officeDocument/2006/relationships/slideLayout" Target="/ppt/slideLayouts/slideLayout6.xml" Id="R9023138c39f149ef" /><Relationship Type="http://schemas.openxmlformats.org/officeDocument/2006/relationships/slideLayout" Target="/ppt/slideLayouts/slideLayout7.xml" Id="R1d016956cff74820" /><Relationship Type="http://schemas.openxmlformats.org/officeDocument/2006/relationships/slideLayout" Target="/ppt/slideLayouts/slideLayout8.xml" Id="R56126f598a7e4f6e" /><Relationship Type="http://schemas.openxmlformats.org/officeDocument/2006/relationships/slideLayout" Target="/ppt/slideLayouts/slideLayout9.xml" Id="R827c19d0dd074f13" /><Relationship Type="http://schemas.openxmlformats.org/officeDocument/2006/relationships/slideLayout" Target="/ppt/slideLayouts/slideLayout10.xml" Id="Rae10b44bb8f44cb1" /><Relationship Type="http://schemas.openxmlformats.org/officeDocument/2006/relationships/slideLayout" Target="/ppt/slideLayouts/slideLayout11.xml" Id="Ra7cbd7a76235441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54a991895d4f6c"/>
    <p:sldLayoutId xmlns:r="http://schemas.openxmlformats.org/officeDocument/2006/relationships" id="2147483650" r:id="R33726160e87f44fb"/>
    <p:sldLayoutId xmlns:r="http://schemas.openxmlformats.org/officeDocument/2006/relationships" id="2147483651" r:id="Re27c9a13aef04f7a"/>
    <p:sldLayoutId xmlns:r="http://schemas.openxmlformats.org/officeDocument/2006/relationships" id="2147483652" r:id="Rffba2bc5531b4202"/>
    <p:sldLayoutId xmlns:r="http://schemas.openxmlformats.org/officeDocument/2006/relationships" id="2147483653" r:id="R733dee1646bd4da9"/>
    <p:sldLayoutId xmlns:r="http://schemas.openxmlformats.org/officeDocument/2006/relationships" id="2147483654" r:id="R9023138c39f149ef"/>
    <p:sldLayoutId xmlns:r="http://schemas.openxmlformats.org/officeDocument/2006/relationships" id="2147483655" r:id="R1d016956cff74820"/>
    <p:sldLayoutId xmlns:r="http://schemas.openxmlformats.org/officeDocument/2006/relationships" id="2147483656" r:id="R56126f598a7e4f6e"/>
    <p:sldLayoutId xmlns:r="http://schemas.openxmlformats.org/officeDocument/2006/relationships" id="2147483657" r:id="R827c19d0dd074f13"/>
    <p:sldLayoutId xmlns:r="http://schemas.openxmlformats.org/officeDocument/2006/relationships" id="2147483658" r:id="Rae10b44bb8f44cb1"/>
    <p:sldLayoutId xmlns:r="http://schemas.openxmlformats.org/officeDocument/2006/relationships" id="2147483659" r:id="Ra7cbd7a76235441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4b73b2778b46d2" /><Relationship Type="http://schemas.openxmlformats.org/officeDocument/2006/relationships/notesSlide" Target="/ppt/notesSlides/notesSlide1.xml" Id="R43825f9f6ddd4c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3e48953c254794" /><Relationship Type="http://schemas.openxmlformats.org/officeDocument/2006/relationships/notesSlide" Target="/ppt/notesSlides/notesSlide2.xml" Id="R7c3967edc6c141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4ee80e39224e49" /><Relationship Type="http://schemas.openxmlformats.org/officeDocument/2006/relationships/notesSlide" Target="/ppt/notesSlides/notesSlide3.xml" Id="Re94ac1afbae34a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2efddeb5cb4c5a" /><Relationship Type="http://schemas.openxmlformats.org/officeDocument/2006/relationships/notesSlide" Target="/ppt/notesSlides/notesSlide4.xml" Id="Rc7f7ee8e462140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7dc5ceae9745c1" /><Relationship Type="http://schemas.openxmlformats.org/officeDocument/2006/relationships/notesSlide" Target="/ppt/notesSlides/notesSlide5.xml" Id="Re4a5757e2a2742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5bd1b85d9f4bc2" /><Relationship Type="http://schemas.openxmlformats.org/officeDocument/2006/relationships/notesSlide" Target="/ppt/notesSlides/notesSlide6.xml" Id="Ra00ed3059c2949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Statistics Canada; Health Canada; NZ Ministry of Health; European Commission;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market measures across 7 countries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1.219160bn (≈EUR 822.6m; ECB 2024); shipments CAD 1.160754bn (≈EUR 783.2m; ECB 2024). Canada and New Zealand are 7/10 but not accepted. Poland is the next official-data programme. FTC 2021: USD 2.763bn (≈EUR 2.336bn; ECB 2021). Do not sum.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2026.07.27-26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2026-07-27T06:09:49.5690000Z</dcterms:created>
  <dcterms:modified xsi:type="dcterms:W3CDTF">2026-07-27T06:09:49.5690000Z</dcterms:modified>
</coreProperties>
</file>