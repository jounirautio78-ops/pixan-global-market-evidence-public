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eaa25718ce4bc0" /><Relationship Type="http://schemas.openxmlformats.org/officeDocument/2006/relationships/extended-properties" Target="/docProps/app.xml" Id="Ra13970ffa7bd4e1c" /><Relationship Type="http://schemas.openxmlformats.org/officeDocument/2006/relationships/officeDocument" Target="/ppt/presentation.xml" Id="R5f2f7033311a43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28da79ce52438a"/>
  </p:sldMasterIdLst>
  <p:notesMasterIdLst>
    <p:notesMasterId xmlns:r="http://schemas.openxmlformats.org/officeDocument/2006/relationships" r:id="Ra30521dd1a1c431f"/>
  </p:notesMasterIdLst>
  <p:sldIdLst>
    <p:sldId xmlns:r="http://schemas.openxmlformats.org/officeDocument/2006/relationships" id="256" r:id="Rbcc44debce8e4347"/>
    <p:sldId xmlns:r="http://schemas.openxmlformats.org/officeDocument/2006/relationships" id="257" r:id="R893822e60fec419e"/>
    <p:sldId xmlns:r="http://schemas.openxmlformats.org/officeDocument/2006/relationships" id="258" r:id="R47149a7f7a9d4b27"/>
    <p:sldId xmlns:r="http://schemas.openxmlformats.org/officeDocument/2006/relationships" id="259" r:id="R84167868bd0c469d"/>
    <p:sldId xmlns:r="http://schemas.openxmlformats.org/officeDocument/2006/relationships" id="260" r:id="R4bada82ab4224ec0"/>
    <p:sldId xmlns:r="http://schemas.openxmlformats.org/officeDocument/2006/relationships" id="261" r:id="R4adb563756f948df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89ee69d8c14c58" /><Relationship Type="http://schemas.openxmlformats.org/officeDocument/2006/relationships/slideMaster" Target="/ppt/slideMasters/slideMaster1.xml" Id="Rf528da79ce52438a" /><Relationship Type="http://schemas.openxmlformats.org/officeDocument/2006/relationships/notesMaster" Target="/ppt/notesMasters/notesMaster1.xml" Id="Ra30521dd1a1c431f" /><Relationship Type="http://schemas.openxmlformats.org/officeDocument/2006/relationships/presProps" Target="/ppt/presProps.xml" Id="R6be47f40b299434e" /><Relationship Type="http://schemas.openxmlformats.org/officeDocument/2006/relationships/viewProps" Target="/ppt/viewProps.xml" Id="R099de272f6a148d5" /><Relationship Type="http://schemas.openxmlformats.org/officeDocument/2006/relationships/tableStyles" Target="/ppt/tableStyles.xml" Id="R0871223a8fd74b4d" /><Relationship Type="http://schemas.openxmlformats.org/officeDocument/2006/relationships/slide" Target="/ppt/slides/slide1.xml" Id="Rbcc44debce8e4347" /><Relationship Type="http://schemas.openxmlformats.org/officeDocument/2006/relationships/slide" Target="/ppt/slides/slide2.xml" Id="R893822e60fec419e" /><Relationship Type="http://schemas.openxmlformats.org/officeDocument/2006/relationships/slide" Target="/ppt/slides/slide3.xml" Id="R47149a7f7a9d4b27" /><Relationship Type="http://schemas.openxmlformats.org/officeDocument/2006/relationships/slide" Target="/ppt/slides/slide4.xml" Id="R84167868bd0c469d" /><Relationship Type="http://schemas.openxmlformats.org/officeDocument/2006/relationships/slide" Target="/ppt/slides/slide5.xml" Id="R4bada82ab4224ec0" /><Relationship Type="http://schemas.openxmlformats.org/officeDocument/2006/relationships/slide" Target="/ppt/slides/slide6.xml" Id="R4adb563756f948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3a46fd3e0c4c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411b20d5914da7" /><Relationship Type="http://schemas.openxmlformats.org/officeDocument/2006/relationships/notesMaster" Target="/ppt/notesMasters/notesMaster1.xml" Id="R3752276fab794b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cd72b2e5174431" /><Relationship Type="http://schemas.openxmlformats.org/officeDocument/2006/relationships/notesMaster" Target="/ppt/notesMasters/notesMaster1.xml" Id="R660867e46c8842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50ff12de184101" /><Relationship Type="http://schemas.openxmlformats.org/officeDocument/2006/relationships/notesMaster" Target="/ppt/notesMasters/notesMaster1.xml" Id="R22eb4bf87aa54e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820a40ba58442e" /><Relationship Type="http://schemas.openxmlformats.org/officeDocument/2006/relationships/notesMaster" Target="/ppt/notesMasters/notesMaster1.xml" Id="Re0ce78bdf2ca47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e6e50fe26446fa" /><Relationship Type="http://schemas.openxmlformats.org/officeDocument/2006/relationships/notesMaster" Target="/ppt/notesMasters/notesMaster1.xml" Id="Rea59fc2dc4e144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a598fe8bfd4a34" /><Relationship Type="http://schemas.openxmlformats.org/officeDocument/2006/relationships/notesMaster" Target="/ppt/notesMasters/notesMaster1.xml" Id="Rd6c613cd445549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0eb10afeef41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99a0515be64d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0e624840b40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e6f8d9906242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fd6b3fcac44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aabb527290432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ba28f652ce42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8f5b663fce458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cd38769a63430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e9535ac2b4db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8f5298268418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13879F-626F-4A62-B69D-E76CE0C6DE3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C40EDFB-6DF6-4AF8-B545-13A4CAED994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20F384-BCE5-4C10-B118-C5331475A1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0A10A-2FAD-4722-855C-36FC71528D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C0A956-3102-413F-8786-C7D4912B85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F5CE0E-D04D-4A61-BB0D-80ACF6A4C9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ABCBA36-AA9D-49C2-8ED0-19F072435B4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55B9DD-8A7A-4EA4-803B-ACADC33956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3BCD5-9311-42AA-9182-55D4F957B7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2FCDC9-DD3D-4241-BA57-EB328A7FAD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C236EB-D977-4EE7-B238-27488C6DD1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1CC5855-5DED-49D8-B087-9223F5CB9E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FA58122-CE50-4781-A888-56C8262623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47F71-E5C9-464F-98BC-7F0D02CC1E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FE34E3-A156-466E-B07A-852AC996A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851FF2-6E35-4FFF-A9C6-6EC999CDAD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8A4BCA-43BE-4A60-A08A-5999C6D33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3FB2B58-4A1A-47BE-9667-E4F5ACB938C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3514DF-9C27-4543-937B-817CD47CA1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E64F08A-4E76-4972-8115-2B85C8C136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8FEC53-C063-444A-B9B5-C7F5B2C5B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3208E7-942F-4C4E-AAF1-22CFA8F3C2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0688BF-AD70-4D41-977B-74D4D67201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AA5BBA8-E066-47C1-A4B0-C0F97E45AF1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4BA6B51-FA6B-44E0-95A2-7B9380B0B98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D5FD611-2BBF-4C47-926E-E2A681CC21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EB9CB78-687D-48E6-806A-25679B727A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53FA93A-9512-4734-A841-3AA3585DBE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5FF34A3-7DEF-49F7-8B5E-C3C22221C3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3AF86C-95E8-487A-8A4B-5D995F01B4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A8B844D-D186-475B-AF92-F82C1D81FD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6A6DAAD-72B0-4812-965E-D2FBFC01AB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E3462AB-1EE5-4902-9F0E-194028083A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4B67777-AB97-4359-B68A-4C7CAEFBE5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957BA20-E01D-41D5-A29B-4D106E9164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0CB7944-A62F-42EC-977E-B678791618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272D63-CEE0-414D-94B1-2FAE231DBC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62DDF8E-A76F-46EE-9AE6-88EEFC8E11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156E65F-AD2B-470A-8946-E96FE692F6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52BBD58-E938-4B8F-9153-9446104F10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6D6727C-82C1-4C35-BD7B-DC3FA8576B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74979CB-2483-4CE9-A0EF-D1BF4F64CA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9D5BB3-BCD4-4BA9-B742-7EC71E1ADB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580563A-F6CA-49B5-B13A-ED49CB02209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288E696-AD14-4AA6-8E75-A3A8B173D8E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9E75687-F240-4C38-9681-C681C46782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332126B-3B4E-4C3B-8F8F-CA13BBB8D2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36A8153-2246-4E83-8EEB-A63ABC3612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89B70F-87BD-4CA7-A8F2-D3D28537C4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AE63CA5-2F0A-44E5-B414-CCCFEDA395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C67EB3-BBFF-4464-B8BC-D188098149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D41E6AF-E16B-4ACE-9EC8-F32552C6AD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299D5A-2D46-498E-B88D-DEFE6C8F3B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870529-2DC0-4C9C-B0D6-C0BFD3896B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A6D5D5-BA07-4ADB-A476-A58230A706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9643EF-E106-44C0-BC4C-F222E935F5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B33112-3B09-4AC2-8B1F-ED8116CAD2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049F6D-2E8A-4B23-9462-1F6FAD541D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96046b6bc9420e" /><Relationship Type="http://schemas.openxmlformats.org/officeDocument/2006/relationships/slideLayout" Target="/ppt/slideLayouts/slideLayout1.xml" Id="Ra7cb2f64426545fc" /><Relationship Type="http://schemas.openxmlformats.org/officeDocument/2006/relationships/slideLayout" Target="/ppt/slideLayouts/slideLayout2.xml" Id="R64da783551574c22" /><Relationship Type="http://schemas.openxmlformats.org/officeDocument/2006/relationships/slideLayout" Target="/ppt/slideLayouts/slideLayout3.xml" Id="R43d64ba4fc5c4ec6" /><Relationship Type="http://schemas.openxmlformats.org/officeDocument/2006/relationships/slideLayout" Target="/ppt/slideLayouts/slideLayout4.xml" Id="R1a17a776f49747a0" /><Relationship Type="http://schemas.openxmlformats.org/officeDocument/2006/relationships/slideLayout" Target="/ppt/slideLayouts/slideLayout5.xml" Id="Rdee44365587c47a4" /><Relationship Type="http://schemas.openxmlformats.org/officeDocument/2006/relationships/slideLayout" Target="/ppt/slideLayouts/slideLayout6.xml" Id="R8d73caff7a134117" /><Relationship Type="http://schemas.openxmlformats.org/officeDocument/2006/relationships/slideLayout" Target="/ppt/slideLayouts/slideLayout7.xml" Id="Rdc5bd48eca8a4444" /><Relationship Type="http://schemas.openxmlformats.org/officeDocument/2006/relationships/slideLayout" Target="/ppt/slideLayouts/slideLayout8.xml" Id="Rd390f2fb42924241" /><Relationship Type="http://schemas.openxmlformats.org/officeDocument/2006/relationships/slideLayout" Target="/ppt/slideLayouts/slideLayout9.xml" Id="R98162967c2514973" /><Relationship Type="http://schemas.openxmlformats.org/officeDocument/2006/relationships/slideLayout" Target="/ppt/slideLayouts/slideLayout10.xml" Id="R76a3e1a14e2c41f8" /><Relationship Type="http://schemas.openxmlformats.org/officeDocument/2006/relationships/slideLayout" Target="/ppt/slideLayouts/slideLayout11.xml" Id="R0e9f9e31f4334b9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FF196DD-E358-426C-895F-016AF50D0D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0DBC08-DB36-42B4-B2E3-34AA894211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9303B0-3B0E-468D-A929-3EE351A6FCB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5EC4F5-A516-43A4-8C20-8D1D261E4A2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434B43-9528-45E8-B0B5-9C61EDB669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cb2f64426545fc"/>
    <p:sldLayoutId xmlns:r="http://schemas.openxmlformats.org/officeDocument/2006/relationships" id="2147483650" r:id="R64da783551574c22"/>
    <p:sldLayoutId xmlns:r="http://schemas.openxmlformats.org/officeDocument/2006/relationships" id="2147483651" r:id="R43d64ba4fc5c4ec6"/>
    <p:sldLayoutId xmlns:r="http://schemas.openxmlformats.org/officeDocument/2006/relationships" id="2147483652" r:id="R1a17a776f49747a0"/>
    <p:sldLayoutId xmlns:r="http://schemas.openxmlformats.org/officeDocument/2006/relationships" id="2147483653" r:id="Rdee44365587c47a4"/>
    <p:sldLayoutId xmlns:r="http://schemas.openxmlformats.org/officeDocument/2006/relationships" id="2147483654" r:id="R8d73caff7a134117"/>
    <p:sldLayoutId xmlns:r="http://schemas.openxmlformats.org/officeDocument/2006/relationships" id="2147483655" r:id="Rdc5bd48eca8a4444"/>
    <p:sldLayoutId xmlns:r="http://schemas.openxmlformats.org/officeDocument/2006/relationships" id="2147483656" r:id="Rd390f2fb42924241"/>
    <p:sldLayoutId xmlns:r="http://schemas.openxmlformats.org/officeDocument/2006/relationships" id="2147483657" r:id="R98162967c2514973"/>
    <p:sldLayoutId xmlns:r="http://schemas.openxmlformats.org/officeDocument/2006/relationships" id="2147483658" r:id="R76a3e1a14e2c41f8"/>
    <p:sldLayoutId xmlns:r="http://schemas.openxmlformats.org/officeDocument/2006/relationships" id="2147483659" r:id="R0e9f9e31f4334b9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e55c8f53f643f7" /><Relationship Type="http://schemas.openxmlformats.org/officeDocument/2006/relationships/notesSlide" Target="/ppt/notesSlides/notesSlide1.xml" Id="R27dba4068ede41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d94752915040a1" /><Relationship Type="http://schemas.openxmlformats.org/officeDocument/2006/relationships/notesSlide" Target="/ppt/notesSlides/notesSlide2.xml" Id="R8ded160163e642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00e254cccd46b6" /><Relationship Type="http://schemas.openxmlformats.org/officeDocument/2006/relationships/notesSlide" Target="/ppt/notesSlides/notesSlide3.xml" Id="Rf74e88df490247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f9d21b1c47469c" /><Relationship Type="http://schemas.openxmlformats.org/officeDocument/2006/relationships/notesSlide" Target="/ppt/notesSlides/notesSlide4.xml" Id="Rfd215a45025d4a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c2828a27314996" /><Relationship Type="http://schemas.openxmlformats.org/officeDocument/2006/relationships/notesSlide" Target="/ppt/notesSlides/notesSlide5.xml" Id="R2baf6b25099249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3ccfd199d34a9b" /><Relationship Type="http://schemas.openxmlformats.org/officeDocument/2006/relationships/notesSlide" Target="/ppt/notesSlides/notesSlide6.xml" Id="R211ae8e3452240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B37FBDA-6E72-47F6-BABF-C30967F6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9C3E62-CF55-4712-B5BE-D0B7BB8C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F2F84F5-CAB7-4300-A63C-FF5154B8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A35D780-FC7C-470A-976E-91AE51EB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191FF0B-E65B-438D-AEE5-96076BD3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55D7DB-2813-429A-B67D-15FEEAF5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684661C-FC81-4817-BA2A-201D043F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2026.07.22-9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DBB9FEE-84A2-41AF-8D3E-695D61DD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63D2CDC-3493-4A4F-8419-8058FF27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248C4F-88E1-445A-8445-1847481D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32496F6-EDEA-467E-8BB2-90DED9DA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288225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007704-345F-436F-A363-451E0405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1011576-CB50-4141-A614-1116447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2ED0BA-7EEA-4684-861B-4478577A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B0D292-4C5C-412C-8B7C-4E4015C3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911CC37-0A64-4C12-808E-BAC787C1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5FC97A-5D32-4DF7-8BEE-67013ECF8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5FD80B2-C052-480D-BF7C-67BFCCB0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7A4BBE-AB15-4F44-81B1-445D2FB1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26EC1F1-3786-4B93-91DE-EB251CF8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D43D07A-CF04-4B1F-AA18-62F06D45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FCB24E3-EFCF-463D-885B-11285198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1973766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A07926C-6A6B-46CC-9468-A0D8D6FF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C92FEA0-CC96-4D40-A0CE-14A6C77C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C67173B-44C1-48F6-98A1-4AB1492F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771ED69-3219-4D37-A75D-24E99061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F47B25-34C6-44B4-B340-394B03FD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2B918C-8A28-45CD-9F59-94DDE351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780F7D8-2D7D-4E26-90DA-A58D11FA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006B2A-2E3E-4AEB-8EE6-DF5F91EB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515E939-DC0E-465A-AD1D-23862539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64A3BF0-47F9-4DD9-84D3-1220ADE8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B72C06C-62AE-4EC0-A48F-B443F08B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56D6182-DAF8-4B2E-A1D5-A7922FEC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97BD297-FECE-45F6-952A-BB2EACA8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180AA30-92E0-41C3-91E3-C9CC202F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ABE974C-FE57-444B-88A1-0F362929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65D97A7-803E-4EE2-A404-E8E16975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3ED6392-F5EB-4E6F-A7FD-113487C9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ACD41C2-D20F-4FC5-B8E1-271119D4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36617E7-147C-4F6C-9D24-AF8F6E78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20868476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232686-C6EB-4FA0-BDF3-EB2EB3BE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C9B79B-04EB-4BDE-BF03-D9590D03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04951D-B900-4DC1-ACB0-39BCD606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1B1753-73C3-472B-9909-B759B1BE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9A4F62-FF5F-47E6-AB16-5A24A91E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36332A-451A-4416-8CD4-3DEBDC44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45CF709-C7E6-467E-9353-5FC4579E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D03B72-D9EF-432F-962E-1DE59FC3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6280BBD-B863-46A7-9999-5A81351D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AB4CBB9-11A3-499D-958F-F0D9926E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83617B-D766-4A82-8BF1-16E1B62E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BC76F3F-2F57-462D-BD74-F88B02E3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7999C87-7EB9-4916-B7EC-81ED2C31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D2C1A32-A482-499C-A004-65253E45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975BD27-685B-490C-9530-D0208E42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8BDC42-4E3F-4C78-971D-99B3F292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50850AE-EF88-4A81-AEB5-CA5E7998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499D8A3-BE54-4D60-9BEB-EA568310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E42CFB7-3DA7-411C-9545-9052E983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9552677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F8A69F-D474-447B-B2A8-CD3B75E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DC7E89-0C0B-4F5E-9585-14BABA89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6F0F1E9-9F86-4EAC-BE91-089F288D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593C71-533E-4B71-92D6-6B7E2C6F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2C7A025-166F-41EE-B069-705DEED2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2026.07.22-9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55CEC4-E748-4D66-8C68-7153E08A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5D54D2-EBF5-48A9-AEB2-E9634399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13132806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1BF2D0-B564-465A-8FDE-BD8C8AF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E4D08F-80EB-48AF-B260-339134B2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2B246C-2C5F-4165-A276-4421ACBC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1A48112-A672-458D-A5AD-FB19FF03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2026.07.22-9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160663956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2026-07-22T20:28:17.7930000Z</dcterms:created>
  <dcterms:modified xsi:type="dcterms:W3CDTF">2026-07-22T20:28:17.7930000Z</dcterms:modified>
</coreProperties>
</file>