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1b7e399f0c423c" /><Relationship Type="http://schemas.openxmlformats.org/officeDocument/2006/relationships/extended-properties" Target="/docProps/app.xml" Id="R293132536e4c4666" /><Relationship Type="http://schemas.openxmlformats.org/officeDocument/2006/relationships/officeDocument" Target="/ppt/presentation.xml" Id="R82edaea4fdcb4d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6ea6ae029e4522"/>
  </p:sldMasterIdLst>
  <p:notesMasterIdLst>
    <p:notesMasterId xmlns:r="http://schemas.openxmlformats.org/officeDocument/2006/relationships" r:id="R190ad435f3f64115"/>
  </p:notesMasterIdLst>
  <p:sldIdLst>
    <p:sldId xmlns:r="http://schemas.openxmlformats.org/officeDocument/2006/relationships" id="256" r:id="R1270984f07e4431b"/>
    <p:sldId xmlns:r="http://schemas.openxmlformats.org/officeDocument/2006/relationships" id="257" r:id="R76aaf663587544c2"/>
    <p:sldId xmlns:r="http://schemas.openxmlformats.org/officeDocument/2006/relationships" id="258" r:id="R692b649dd1704754"/>
    <p:sldId xmlns:r="http://schemas.openxmlformats.org/officeDocument/2006/relationships" id="259" r:id="R5b2e10f2eb3c486a"/>
    <p:sldId xmlns:r="http://schemas.openxmlformats.org/officeDocument/2006/relationships" id="260" r:id="R8895bf26a4824343"/>
    <p:sldId xmlns:r="http://schemas.openxmlformats.org/officeDocument/2006/relationships" id="261" r:id="R1afdc703239e452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8cc16a11f94e27" /><Relationship Type="http://schemas.openxmlformats.org/officeDocument/2006/relationships/slideMaster" Target="/ppt/slideMasters/slideMaster1.xml" Id="Rf26ea6ae029e4522" /><Relationship Type="http://schemas.openxmlformats.org/officeDocument/2006/relationships/notesMaster" Target="/ppt/notesMasters/notesMaster1.xml" Id="R190ad435f3f64115" /><Relationship Type="http://schemas.openxmlformats.org/officeDocument/2006/relationships/presProps" Target="/ppt/presProps.xml" Id="R496bc61394a2406d" /><Relationship Type="http://schemas.openxmlformats.org/officeDocument/2006/relationships/viewProps" Target="/ppt/viewProps.xml" Id="R18e84ecd06b14d88" /><Relationship Type="http://schemas.openxmlformats.org/officeDocument/2006/relationships/tableStyles" Target="/ppt/tableStyles.xml" Id="Red4820064c51471b" /><Relationship Type="http://schemas.openxmlformats.org/officeDocument/2006/relationships/slide" Target="/ppt/slides/slide1.xml" Id="R1270984f07e4431b" /><Relationship Type="http://schemas.openxmlformats.org/officeDocument/2006/relationships/slide" Target="/ppt/slides/slide2.xml" Id="R76aaf663587544c2" /><Relationship Type="http://schemas.openxmlformats.org/officeDocument/2006/relationships/slide" Target="/ppt/slides/slide3.xml" Id="R692b649dd1704754" /><Relationship Type="http://schemas.openxmlformats.org/officeDocument/2006/relationships/slide" Target="/ppt/slides/slide4.xml" Id="R5b2e10f2eb3c486a" /><Relationship Type="http://schemas.openxmlformats.org/officeDocument/2006/relationships/slide" Target="/ppt/slides/slide5.xml" Id="R8895bf26a4824343" /><Relationship Type="http://schemas.openxmlformats.org/officeDocument/2006/relationships/slide" Target="/ppt/slides/slide6.xml" Id="R1afdc703239e45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a8a6ea58df4d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9b645123f247d0" /><Relationship Type="http://schemas.openxmlformats.org/officeDocument/2006/relationships/notesMaster" Target="/ppt/notesMasters/notesMaster1.xml" Id="Rdfb1e560d29e4b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00d98010584ad2" /><Relationship Type="http://schemas.openxmlformats.org/officeDocument/2006/relationships/notesMaster" Target="/ppt/notesMasters/notesMaster1.xml" Id="R7d40316f85004a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e0c1d241964cab" /><Relationship Type="http://schemas.openxmlformats.org/officeDocument/2006/relationships/notesMaster" Target="/ppt/notesMasters/notesMaster1.xml" Id="R03d53d1ecd1843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92e6000b15492b" /><Relationship Type="http://schemas.openxmlformats.org/officeDocument/2006/relationships/notesMaster" Target="/ppt/notesMasters/notesMaster1.xml" Id="R7089a4cc7f4947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5edcd2b4c8431c" /><Relationship Type="http://schemas.openxmlformats.org/officeDocument/2006/relationships/notesMaster" Target="/ppt/notesMasters/notesMaster1.xml" Id="R8485a86aeb4b41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f18cbf1fad4549" /><Relationship Type="http://schemas.openxmlformats.org/officeDocument/2006/relationships/notesMaster" Target="/ppt/notesMasters/notesMaster1.xml" Id="Rf12e2a1f87214c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7b55baf7243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a7c423853d4a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288c13502046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737f2fcfcb48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3a40425a04f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98766f1f22481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2cffc4fadf4a9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f34de3075b4ad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5341ded54e454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358bf808784fc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f7903401404a0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d2edc711df4e57" /><Relationship Type="http://schemas.openxmlformats.org/officeDocument/2006/relationships/slideLayout" Target="/ppt/slideLayouts/slideLayout1.xml" Id="R28d16a486c314271" /><Relationship Type="http://schemas.openxmlformats.org/officeDocument/2006/relationships/slideLayout" Target="/ppt/slideLayouts/slideLayout2.xml" Id="Ra12864fc757a408f" /><Relationship Type="http://schemas.openxmlformats.org/officeDocument/2006/relationships/slideLayout" Target="/ppt/slideLayouts/slideLayout3.xml" Id="Rc2800e9802d04e33" /><Relationship Type="http://schemas.openxmlformats.org/officeDocument/2006/relationships/slideLayout" Target="/ppt/slideLayouts/slideLayout4.xml" Id="R553a694a63e34a9a" /><Relationship Type="http://schemas.openxmlformats.org/officeDocument/2006/relationships/slideLayout" Target="/ppt/slideLayouts/slideLayout5.xml" Id="R1d4c1e36f3b543f9" /><Relationship Type="http://schemas.openxmlformats.org/officeDocument/2006/relationships/slideLayout" Target="/ppt/slideLayouts/slideLayout6.xml" Id="Ra57e18311c504aa1" /><Relationship Type="http://schemas.openxmlformats.org/officeDocument/2006/relationships/slideLayout" Target="/ppt/slideLayouts/slideLayout7.xml" Id="R18317121690a4b59" /><Relationship Type="http://schemas.openxmlformats.org/officeDocument/2006/relationships/slideLayout" Target="/ppt/slideLayouts/slideLayout8.xml" Id="Re09f337927b7478b" /><Relationship Type="http://schemas.openxmlformats.org/officeDocument/2006/relationships/slideLayout" Target="/ppt/slideLayouts/slideLayout9.xml" Id="R7a3e8aa656464163" /><Relationship Type="http://schemas.openxmlformats.org/officeDocument/2006/relationships/slideLayout" Target="/ppt/slideLayouts/slideLayout10.xml" Id="R5e62253a1de043a6" /><Relationship Type="http://schemas.openxmlformats.org/officeDocument/2006/relationships/slideLayout" Target="/ppt/slideLayouts/slideLayout11.xml" Id="R6ea9c11b78bb4e8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d16a486c314271"/>
    <p:sldLayoutId xmlns:r="http://schemas.openxmlformats.org/officeDocument/2006/relationships" id="2147483650" r:id="Ra12864fc757a408f"/>
    <p:sldLayoutId xmlns:r="http://schemas.openxmlformats.org/officeDocument/2006/relationships" id="2147483651" r:id="Rc2800e9802d04e33"/>
    <p:sldLayoutId xmlns:r="http://schemas.openxmlformats.org/officeDocument/2006/relationships" id="2147483652" r:id="R553a694a63e34a9a"/>
    <p:sldLayoutId xmlns:r="http://schemas.openxmlformats.org/officeDocument/2006/relationships" id="2147483653" r:id="R1d4c1e36f3b543f9"/>
    <p:sldLayoutId xmlns:r="http://schemas.openxmlformats.org/officeDocument/2006/relationships" id="2147483654" r:id="Ra57e18311c504aa1"/>
    <p:sldLayoutId xmlns:r="http://schemas.openxmlformats.org/officeDocument/2006/relationships" id="2147483655" r:id="R18317121690a4b59"/>
    <p:sldLayoutId xmlns:r="http://schemas.openxmlformats.org/officeDocument/2006/relationships" id="2147483656" r:id="Re09f337927b7478b"/>
    <p:sldLayoutId xmlns:r="http://schemas.openxmlformats.org/officeDocument/2006/relationships" id="2147483657" r:id="R7a3e8aa656464163"/>
    <p:sldLayoutId xmlns:r="http://schemas.openxmlformats.org/officeDocument/2006/relationships" id="2147483658" r:id="R5e62253a1de043a6"/>
    <p:sldLayoutId xmlns:r="http://schemas.openxmlformats.org/officeDocument/2006/relationships" id="2147483659" r:id="R6ea9c11b78bb4e8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9a290ecfb249ea" /><Relationship Type="http://schemas.openxmlformats.org/officeDocument/2006/relationships/notesSlide" Target="/ppt/notesSlides/notesSlide1.xml" Id="R97db92d8cb354e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3c8d9613114b08" /><Relationship Type="http://schemas.openxmlformats.org/officeDocument/2006/relationships/notesSlide" Target="/ppt/notesSlides/notesSlide2.xml" Id="R08eff1bd5cba4e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bf3853eb944d14" /><Relationship Type="http://schemas.openxmlformats.org/officeDocument/2006/relationships/notesSlide" Target="/ppt/notesSlides/notesSlide3.xml" Id="R823694029d7d41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f370b065c047db" /><Relationship Type="http://schemas.openxmlformats.org/officeDocument/2006/relationships/notesSlide" Target="/ppt/notesSlides/notesSlide4.xml" Id="Red03e0e44aa348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e9e5bc01254d47" /><Relationship Type="http://schemas.openxmlformats.org/officeDocument/2006/relationships/notesSlide" Target="/ppt/notesSlides/notesSlide5.xml" Id="R677bd543f2084c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cd06acdb474b23" /><Relationship Type="http://schemas.openxmlformats.org/officeDocument/2006/relationships/notesSlide" Target="/ppt/notesSlides/notesSlide6.xml" Id="R13d0b25bb7aa4a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2026.08.03-43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2026-08-03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116 market measures + 36 Swedish FHM register counts; unlike measures are not summed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remains 7/10; NZ border proxies are not retail values. Germany's private DE-BLIND audit passed the 2023, 2024 and combined caps; values remain withheld. Euromonitor is 1/6 and NOT SCORED; the wider package is on hold.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Method control 28 / 0 / 15 / 152. Canada retail CAD 1.219160bn (≈EUR 822.6m; ECB 2024) and shipments CAD 1.160754bn (≈EUR 783.2m; ECB 2024). New Zealand NZD 274.180m (≈EUR 153.3m; ECB 2024), 7/10; customs ratios are not margins.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2026.08.03-43 · 2026-08-03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2026-08-03T15:43:52.9110000Z</dcterms:created>
  <dcterms:modified xsi:type="dcterms:W3CDTF">2026-08-03T15:43:52.9110000Z</dcterms:modified>
</coreProperties>
</file>