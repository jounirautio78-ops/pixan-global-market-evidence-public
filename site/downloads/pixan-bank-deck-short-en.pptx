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d90e13c72f44f1" /><Relationship Type="http://schemas.openxmlformats.org/officeDocument/2006/relationships/extended-properties" Target="/docProps/app.xml" Id="R1d87dcf71e824f6a" /><Relationship Type="http://schemas.openxmlformats.org/officeDocument/2006/relationships/officeDocument" Target="/ppt/presentation.xml" Id="R3a6f180553a64c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b0d3ae0e244311"/>
  </p:sldMasterIdLst>
  <p:notesMasterIdLst>
    <p:notesMasterId xmlns:r="http://schemas.openxmlformats.org/officeDocument/2006/relationships" r:id="R5187682e048c41d1"/>
  </p:notesMasterIdLst>
  <p:sldIdLst>
    <p:sldId xmlns:r="http://schemas.openxmlformats.org/officeDocument/2006/relationships" id="256" r:id="R4f7c9b2c090245cf"/>
    <p:sldId xmlns:r="http://schemas.openxmlformats.org/officeDocument/2006/relationships" id="257" r:id="Re8ddd25dbcfb4e1a"/>
    <p:sldId xmlns:r="http://schemas.openxmlformats.org/officeDocument/2006/relationships" id="258" r:id="R05197762c75c48e9"/>
    <p:sldId xmlns:r="http://schemas.openxmlformats.org/officeDocument/2006/relationships" id="259" r:id="R6182236c22b9435d"/>
    <p:sldId xmlns:r="http://schemas.openxmlformats.org/officeDocument/2006/relationships" id="260" r:id="R60adaea36fcd4c42"/>
    <p:sldId xmlns:r="http://schemas.openxmlformats.org/officeDocument/2006/relationships" id="261" r:id="R8f52a9f2b9f74d3c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f85dfac379476c" /><Relationship Type="http://schemas.openxmlformats.org/officeDocument/2006/relationships/slideMaster" Target="/ppt/slideMasters/slideMaster1.xml" Id="Rd6b0d3ae0e244311" /><Relationship Type="http://schemas.openxmlformats.org/officeDocument/2006/relationships/notesMaster" Target="/ppt/notesMasters/notesMaster1.xml" Id="R5187682e048c41d1" /><Relationship Type="http://schemas.openxmlformats.org/officeDocument/2006/relationships/presProps" Target="/ppt/presProps.xml" Id="R23c0656fbbd24bc2" /><Relationship Type="http://schemas.openxmlformats.org/officeDocument/2006/relationships/viewProps" Target="/ppt/viewProps.xml" Id="Reabb319a39694141" /><Relationship Type="http://schemas.openxmlformats.org/officeDocument/2006/relationships/tableStyles" Target="/ppt/tableStyles.xml" Id="Rde6e88ce8db9438a" /><Relationship Type="http://schemas.openxmlformats.org/officeDocument/2006/relationships/slide" Target="/ppt/slides/slide1.xml" Id="R4f7c9b2c090245cf" /><Relationship Type="http://schemas.openxmlformats.org/officeDocument/2006/relationships/slide" Target="/ppt/slides/slide2.xml" Id="Re8ddd25dbcfb4e1a" /><Relationship Type="http://schemas.openxmlformats.org/officeDocument/2006/relationships/slide" Target="/ppt/slides/slide3.xml" Id="R05197762c75c48e9" /><Relationship Type="http://schemas.openxmlformats.org/officeDocument/2006/relationships/slide" Target="/ppt/slides/slide4.xml" Id="R6182236c22b9435d" /><Relationship Type="http://schemas.openxmlformats.org/officeDocument/2006/relationships/slide" Target="/ppt/slides/slide5.xml" Id="R60adaea36fcd4c42" /><Relationship Type="http://schemas.openxmlformats.org/officeDocument/2006/relationships/slide" Target="/ppt/slides/slide6.xml" Id="R8f52a9f2b9f74d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f16a84141844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faca456bd24991" /><Relationship Type="http://schemas.openxmlformats.org/officeDocument/2006/relationships/notesMaster" Target="/ppt/notesMasters/notesMaster1.xml" Id="Raa14100f7fe443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1efe3818314660" /><Relationship Type="http://schemas.openxmlformats.org/officeDocument/2006/relationships/notesMaster" Target="/ppt/notesMasters/notesMaster1.xml" Id="R60724d34013f48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f45c6be28c4640" /><Relationship Type="http://schemas.openxmlformats.org/officeDocument/2006/relationships/notesMaster" Target="/ppt/notesMasters/notesMaster1.xml" Id="R66b31074d1fb4e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727af1d00b4a06" /><Relationship Type="http://schemas.openxmlformats.org/officeDocument/2006/relationships/notesMaster" Target="/ppt/notesMasters/notesMaster1.xml" Id="Rbf410ad4420a45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04a66fa6744cb9" /><Relationship Type="http://schemas.openxmlformats.org/officeDocument/2006/relationships/notesMaster" Target="/ppt/notesMasters/notesMaster1.xml" Id="R7288ba28f26a41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d466b5b26a4324" /><Relationship Type="http://schemas.openxmlformats.org/officeDocument/2006/relationships/notesMaster" Target="/ppt/notesMasters/notesMaster1.xml" Id="R9134a405b6fb48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c8f7d2da1b442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fe09dd37be4c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f06f0b40f643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751c999e84a4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13a13c44c842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3ef81ca3c4492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25e7805fdf404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51d104e4654d2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49ff41fd0242f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a2f1febbc845a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84fefeee6447c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e64595707b4878" /><Relationship Type="http://schemas.openxmlformats.org/officeDocument/2006/relationships/slideLayout" Target="/ppt/slideLayouts/slideLayout1.xml" Id="R2796c957d0bf4657" /><Relationship Type="http://schemas.openxmlformats.org/officeDocument/2006/relationships/slideLayout" Target="/ppt/slideLayouts/slideLayout2.xml" Id="R3c4deba5b4074ffb" /><Relationship Type="http://schemas.openxmlformats.org/officeDocument/2006/relationships/slideLayout" Target="/ppt/slideLayouts/slideLayout3.xml" Id="R8ac5af31e10e47c5" /><Relationship Type="http://schemas.openxmlformats.org/officeDocument/2006/relationships/slideLayout" Target="/ppt/slideLayouts/slideLayout4.xml" Id="R65683bfe9c1b4a2e" /><Relationship Type="http://schemas.openxmlformats.org/officeDocument/2006/relationships/slideLayout" Target="/ppt/slideLayouts/slideLayout5.xml" Id="Rc0a2005a949d4ddf" /><Relationship Type="http://schemas.openxmlformats.org/officeDocument/2006/relationships/slideLayout" Target="/ppt/slideLayouts/slideLayout6.xml" Id="R70662eadec364069" /><Relationship Type="http://schemas.openxmlformats.org/officeDocument/2006/relationships/slideLayout" Target="/ppt/slideLayouts/slideLayout7.xml" Id="Ra5522b97e9114292" /><Relationship Type="http://schemas.openxmlformats.org/officeDocument/2006/relationships/slideLayout" Target="/ppt/slideLayouts/slideLayout8.xml" Id="Re8649ca1adac4ccb" /><Relationship Type="http://schemas.openxmlformats.org/officeDocument/2006/relationships/slideLayout" Target="/ppt/slideLayouts/slideLayout9.xml" Id="R9aade797eda84762" /><Relationship Type="http://schemas.openxmlformats.org/officeDocument/2006/relationships/slideLayout" Target="/ppt/slideLayouts/slideLayout10.xml" Id="R2c0eb25d80f6456e" /><Relationship Type="http://schemas.openxmlformats.org/officeDocument/2006/relationships/slideLayout" Target="/ppt/slideLayouts/slideLayout11.xml" Id="R4a0e5b49e227494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96c957d0bf4657"/>
    <p:sldLayoutId xmlns:r="http://schemas.openxmlformats.org/officeDocument/2006/relationships" id="2147483650" r:id="R3c4deba5b4074ffb"/>
    <p:sldLayoutId xmlns:r="http://schemas.openxmlformats.org/officeDocument/2006/relationships" id="2147483651" r:id="R8ac5af31e10e47c5"/>
    <p:sldLayoutId xmlns:r="http://schemas.openxmlformats.org/officeDocument/2006/relationships" id="2147483652" r:id="R65683bfe9c1b4a2e"/>
    <p:sldLayoutId xmlns:r="http://schemas.openxmlformats.org/officeDocument/2006/relationships" id="2147483653" r:id="Rc0a2005a949d4ddf"/>
    <p:sldLayoutId xmlns:r="http://schemas.openxmlformats.org/officeDocument/2006/relationships" id="2147483654" r:id="R70662eadec364069"/>
    <p:sldLayoutId xmlns:r="http://schemas.openxmlformats.org/officeDocument/2006/relationships" id="2147483655" r:id="Ra5522b97e9114292"/>
    <p:sldLayoutId xmlns:r="http://schemas.openxmlformats.org/officeDocument/2006/relationships" id="2147483656" r:id="Re8649ca1adac4ccb"/>
    <p:sldLayoutId xmlns:r="http://schemas.openxmlformats.org/officeDocument/2006/relationships" id="2147483657" r:id="R9aade797eda84762"/>
    <p:sldLayoutId xmlns:r="http://schemas.openxmlformats.org/officeDocument/2006/relationships" id="2147483658" r:id="R2c0eb25d80f6456e"/>
    <p:sldLayoutId xmlns:r="http://schemas.openxmlformats.org/officeDocument/2006/relationships" id="2147483659" r:id="R4a0e5b49e227494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d047b22a6046c1" /><Relationship Type="http://schemas.openxmlformats.org/officeDocument/2006/relationships/notesSlide" Target="/ppt/notesSlides/notesSlide1.xml" Id="R85913c85f73a4c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971825bcc548fa" /><Relationship Type="http://schemas.openxmlformats.org/officeDocument/2006/relationships/notesSlide" Target="/ppt/notesSlides/notesSlide2.xml" Id="R2d58780a996446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0e114b7bbf47a3" /><Relationship Type="http://schemas.openxmlformats.org/officeDocument/2006/relationships/notesSlide" Target="/ppt/notesSlides/notesSlide3.xml" Id="R58d1ac6e5f2948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10dce99e0045f5" /><Relationship Type="http://schemas.openxmlformats.org/officeDocument/2006/relationships/notesSlide" Target="/ppt/notesSlides/notesSlide4.xml" Id="R97bf2884068541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d0b1d8c0ce4a31" /><Relationship Type="http://schemas.openxmlformats.org/officeDocument/2006/relationships/notesSlide" Target="/ppt/notesSlides/notesSlide5.xml" Id="Rac5c161b0a0c49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97a090e84a47fd" /><Relationship Type="http://schemas.openxmlformats.org/officeDocument/2006/relationships/notesSlide" Target="/ppt/notesSlides/notesSlide6.xml" Id="Rd4699a3ae0ec41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2026.07.24-17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2026.07.24-17 · 2026-07-24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2026.07.24-17 · 2026-07-24 · Sources: Health Canada; New Zealand Ministry of Health; Destatis; Vero; Sejm; Swedish Government;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6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280.685m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New Zealand 2024: raw sum from 29 files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4/4 candidates failed the D1–D10 protocol; the accepted-donor gate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Zealand's raw sum reconciles to the official ≥NZD 280m headline. The NZD 264.561m sensitivity from removing exact repeated rows is not a corrected estimate; the identified-vaping raw sum is NZD 274.18m. The EU figure is a supported benchmark based on commercial Euromonitor 2025 data; Cyprus, Luxembourg and Malta are missing. The commercial USD 26.0–46.32bn range is only a reasonableness check; the measures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2026.07.24-17 · 2026-07-24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2026.07.24-17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2026-07-23T22:56:22.4110000Z</dcterms:created>
  <dcterms:modified xsi:type="dcterms:W3CDTF">2026-07-23T22:56:22.4110000Z</dcterms:modified>
</coreProperties>
</file>