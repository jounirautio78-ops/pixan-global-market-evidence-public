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5d8c49490a4937" /><Relationship Type="http://schemas.openxmlformats.org/officeDocument/2006/relationships/extended-properties" Target="/docProps/app.xml" Id="R686a1b65b01c4c96" /><Relationship Type="http://schemas.openxmlformats.org/officeDocument/2006/relationships/officeDocument" Target="/ppt/presentation.xml" Id="R7d3cb15585054a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026327303a43f4"/>
  </p:sldMasterIdLst>
  <p:notesMasterIdLst>
    <p:notesMasterId xmlns:r="http://schemas.openxmlformats.org/officeDocument/2006/relationships" r:id="Rb910945d913b49ad"/>
  </p:notesMasterIdLst>
  <p:sldIdLst>
    <p:sldId xmlns:r="http://schemas.openxmlformats.org/officeDocument/2006/relationships" id="256" r:id="R02132dfc0fe348cd"/>
    <p:sldId xmlns:r="http://schemas.openxmlformats.org/officeDocument/2006/relationships" id="257" r:id="R1ec53f9d183f448b"/>
    <p:sldId xmlns:r="http://schemas.openxmlformats.org/officeDocument/2006/relationships" id="258" r:id="R91f9361286654e93"/>
    <p:sldId xmlns:r="http://schemas.openxmlformats.org/officeDocument/2006/relationships" id="259" r:id="R39b45bc158a0478c"/>
    <p:sldId xmlns:r="http://schemas.openxmlformats.org/officeDocument/2006/relationships" id="260" r:id="R587a4432994645d0"/>
    <p:sldId xmlns:r="http://schemas.openxmlformats.org/officeDocument/2006/relationships" id="261" r:id="R502bf0eab8ac43e8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84ea1da4594c3f" /><Relationship Type="http://schemas.openxmlformats.org/officeDocument/2006/relationships/slideMaster" Target="/ppt/slideMasters/slideMaster1.xml" Id="R03026327303a43f4" /><Relationship Type="http://schemas.openxmlformats.org/officeDocument/2006/relationships/notesMaster" Target="/ppt/notesMasters/notesMaster1.xml" Id="Rb910945d913b49ad" /><Relationship Type="http://schemas.openxmlformats.org/officeDocument/2006/relationships/presProps" Target="/ppt/presProps.xml" Id="R689f5684d752406e" /><Relationship Type="http://schemas.openxmlformats.org/officeDocument/2006/relationships/viewProps" Target="/ppt/viewProps.xml" Id="R2156ba4aa8e7477a" /><Relationship Type="http://schemas.openxmlformats.org/officeDocument/2006/relationships/tableStyles" Target="/ppt/tableStyles.xml" Id="R18ad396bfc3e4b9b" /><Relationship Type="http://schemas.openxmlformats.org/officeDocument/2006/relationships/slide" Target="/ppt/slides/slide1.xml" Id="R02132dfc0fe348cd" /><Relationship Type="http://schemas.openxmlformats.org/officeDocument/2006/relationships/slide" Target="/ppt/slides/slide2.xml" Id="R1ec53f9d183f448b" /><Relationship Type="http://schemas.openxmlformats.org/officeDocument/2006/relationships/slide" Target="/ppt/slides/slide3.xml" Id="R91f9361286654e93" /><Relationship Type="http://schemas.openxmlformats.org/officeDocument/2006/relationships/slide" Target="/ppt/slides/slide4.xml" Id="R39b45bc158a0478c" /><Relationship Type="http://schemas.openxmlformats.org/officeDocument/2006/relationships/slide" Target="/ppt/slides/slide5.xml" Id="R587a4432994645d0" /><Relationship Type="http://schemas.openxmlformats.org/officeDocument/2006/relationships/slide" Target="/ppt/slides/slide6.xml" Id="R502bf0eab8ac43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dbecabab3946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fb9666c82e4a60" /><Relationship Type="http://schemas.openxmlformats.org/officeDocument/2006/relationships/notesMaster" Target="/ppt/notesMasters/notesMaster1.xml" Id="Rbfb16d1fb5484d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0adb2f3fa24af2" /><Relationship Type="http://schemas.openxmlformats.org/officeDocument/2006/relationships/notesMaster" Target="/ppt/notesMasters/notesMaster1.xml" Id="R0f30f0e45fbd46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81769a4e624519" /><Relationship Type="http://schemas.openxmlformats.org/officeDocument/2006/relationships/notesMaster" Target="/ppt/notesMasters/notesMaster1.xml" Id="Rafdd6c392ff340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02563fd306457a" /><Relationship Type="http://schemas.openxmlformats.org/officeDocument/2006/relationships/notesMaster" Target="/ppt/notesMasters/notesMaster1.xml" Id="R849491d8d7d240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3757c589af41b7" /><Relationship Type="http://schemas.openxmlformats.org/officeDocument/2006/relationships/notesMaster" Target="/ppt/notesMasters/notesMaster1.xml" Id="R48d75b0b962e4d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aa6a2ef11f4421" /><Relationship Type="http://schemas.openxmlformats.org/officeDocument/2006/relationships/notesMaster" Target="/ppt/notesMasters/notesMaster1.xml" Id="Rbffb1f89086149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c1c7bff464e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dc707d0074b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4eab9eebb04b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858d2593334c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d6cb52a2874f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826639423499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6737744404eb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ac78582a3846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8d6e4377f4aa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002ad71724c7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08aa5254164eb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e8aae9ee15490d" /><Relationship Type="http://schemas.openxmlformats.org/officeDocument/2006/relationships/slideLayout" Target="/ppt/slideLayouts/slideLayout1.xml" Id="Rc9804dc6cb8c43f7" /><Relationship Type="http://schemas.openxmlformats.org/officeDocument/2006/relationships/slideLayout" Target="/ppt/slideLayouts/slideLayout2.xml" Id="Rbf29913736d8404f" /><Relationship Type="http://schemas.openxmlformats.org/officeDocument/2006/relationships/slideLayout" Target="/ppt/slideLayouts/slideLayout3.xml" Id="R65165047a3814e58" /><Relationship Type="http://schemas.openxmlformats.org/officeDocument/2006/relationships/slideLayout" Target="/ppt/slideLayouts/slideLayout4.xml" Id="Red844ad0edf54a2d" /><Relationship Type="http://schemas.openxmlformats.org/officeDocument/2006/relationships/slideLayout" Target="/ppt/slideLayouts/slideLayout5.xml" Id="R41f39825a9ce4084" /><Relationship Type="http://schemas.openxmlformats.org/officeDocument/2006/relationships/slideLayout" Target="/ppt/slideLayouts/slideLayout6.xml" Id="R7c4b7f465b5d4b79" /><Relationship Type="http://schemas.openxmlformats.org/officeDocument/2006/relationships/slideLayout" Target="/ppt/slideLayouts/slideLayout7.xml" Id="R1b1f0e28ac7d4b58" /><Relationship Type="http://schemas.openxmlformats.org/officeDocument/2006/relationships/slideLayout" Target="/ppt/slideLayouts/slideLayout8.xml" Id="Rd0b1e021bd5c4040" /><Relationship Type="http://schemas.openxmlformats.org/officeDocument/2006/relationships/slideLayout" Target="/ppt/slideLayouts/slideLayout9.xml" Id="R29c3c9460dba4eef" /><Relationship Type="http://schemas.openxmlformats.org/officeDocument/2006/relationships/slideLayout" Target="/ppt/slideLayouts/slideLayout10.xml" Id="R80f19bcae98c42ae" /><Relationship Type="http://schemas.openxmlformats.org/officeDocument/2006/relationships/slideLayout" Target="/ppt/slideLayouts/slideLayout11.xml" Id="R527ad26d9cc7408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04dc6cb8c43f7"/>
    <p:sldLayoutId xmlns:r="http://schemas.openxmlformats.org/officeDocument/2006/relationships" id="2147483650" r:id="Rbf29913736d8404f"/>
    <p:sldLayoutId xmlns:r="http://schemas.openxmlformats.org/officeDocument/2006/relationships" id="2147483651" r:id="R65165047a3814e58"/>
    <p:sldLayoutId xmlns:r="http://schemas.openxmlformats.org/officeDocument/2006/relationships" id="2147483652" r:id="Red844ad0edf54a2d"/>
    <p:sldLayoutId xmlns:r="http://schemas.openxmlformats.org/officeDocument/2006/relationships" id="2147483653" r:id="R41f39825a9ce4084"/>
    <p:sldLayoutId xmlns:r="http://schemas.openxmlformats.org/officeDocument/2006/relationships" id="2147483654" r:id="R7c4b7f465b5d4b79"/>
    <p:sldLayoutId xmlns:r="http://schemas.openxmlformats.org/officeDocument/2006/relationships" id="2147483655" r:id="R1b1f0e28ac7d4b58"/>
    <p:sldLayoutId xmlns:r="http://schemas.openxmlformats.org/officeDocument/2006/relationships" id="2147483656" r:id="Rd0b1e021bd5c4040"/>
    <p:sldLayoutId xmlns:r="http://schemas.openxmlformats.org/officeDocument/2006/relationships" id="2147483657" r:id="R29c3c9460dba4eef"/>
    <p:sldLayoutId xmlns:r="http://schemas.openxmlformats.org/officeDocument/2006/relationships" id="2147483658" r:id="R80f19bcae98c42ae"/>
    <p:sldLayoutId xmlns:r="http://schemas.openxmlformats.org/officeDocument/2006/relationships" id="2147483659" r:id="R527ad26d9cc7408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182759008745ff" /><Relationship Type="http://schemas.openxmlformats.org/officeDocument/2006/relationships/notesSlide" Target="/ppt/notesSlides/notesSlide1.xml" Id="R0bb50921c03a44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eec948a0f34cb3" /><Relationship Type="http://schemas.openxmlformats.org/officeDocument/2006/relationships/notesSlide" Target="/ppt/notesSlides/notesSlide2.xml" Id="R6db9130934284c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3da00ce6e4704" /><Relationship Type="http://schemas.openxmlformats.org/officeDocument/2006/relationships/notesSlide" Target="/ppt/notesSlides/notesSlide3.xml" Id="R7e762a2c215143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098cb1256941d3" /><Relationship Type="http://schemas.openxmlformats.org/officeDocument/2006/relationships/notesSlide" Target="/ppt/notesSlides/notesSlide4.xml" Id="R52dd22a7059744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d72fec404d48d7" /><Relationship Type="http://schemas.openxmlformats.org/officeDocument/2006/relationships/notesSlide" Target="/ppt/notesSlides/notesSlide5.xml" Id="Rc9287a0fb45149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a4ae88308245dd" /><Relationship Type="http://schemas.openxmlformats.org/officeDocument/2006/relationships/notesSlide" Target="/ppt/notesSlides/notesSlide6.xml" Id="R2524ecf80fc448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2026.07.30-36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2026-07-30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2740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is 7/10: an official clarification excludes GST/HST/PST/QST, includes embedded additional duties and changes no values; D5/D7/D10 remain open. Germany's narrowed reply asks the authority to handle only material available without charge; paid work is withheld absent separate approval. France remains a customs proxy. Euromonitor remains paused; 0/6, NOT SCORED and no purchase or fee is authorised.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152; 5 new country plans, not sales. Belgium ≈83,333 litres (9 months; not retail); Italy EUR 84.31m PLI tax (not retail). Canada retail CAD 1.219160bn (≈EUR 822.6m; ECB 2024) and shipments CAD 1.160754bn (≈EUR 783.2m; ECB 2024); FTC USD 2.763bn (≈EUR 2.336bn;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2026.07.30-36 · 2026-07-30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2026-07-30T09:50:52.4760000Z</dcterms:created>
  <dcterms:modified xsi:type="dcterms:W3CDTF">2026-07-30T09:50:52.4760000Z</dcterms:modified>
</coreProperties>
</file>