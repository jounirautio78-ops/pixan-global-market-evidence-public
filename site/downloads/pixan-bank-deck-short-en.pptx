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e92645dd414eb9" /><Relationship Type="http://schemas.openxmlformats.org/officeDocument/2006/relationships/extended-properties" Target="/docProps/app.xml" Id="R22716d8ea1854291" /><Relationship Type="http://schemas.openxmlformats.org/officeDocument/2006/relationships/officeDocument" Target="/ppt/presentation.xml" Id="Rf743953f2a75453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177d7cc960483d"/>
  </p:sldMasterIdLst>
  <p:notesMasterIdLst>
    <p:notesMasterId xmlns:r="http://schemas.openxmlformats.org/officeDocument/2006/relationships" r:id="R8e7a0fc75f324444"/>
  </p:notesMasterIdLst>
  <p:sldIdLst>
    <p:sldId xmlns:r="http://schemas.openxmlformats.org/officeDocument/2006/relationships" id="256" r:id="Recb802599b1a44c7"/>
    <p:sldId xmlns:r="http://schemas.openxmlformats.org/officeDocument/2006/relationships" id="257" r:id="R1f2b9acfd18b4a6a"/>
    <p:sldId xmlns:r="http://schemas.openxmlformats.org/officeDocument/2006/relationships" id="258" r:id="R604f1d518594446a"/>
    <p:sldId xmlns:r="http://schemas.openxmlformats.org/officeDocument/2006/relationships" id="259" r:id="R75606f1d41774067"/>
    <p:sldId xmlns:r="http://schemas.openxmlformats.org/officeDocument/2006/relationships" id="260" r:id="R79e5e486adfb4ff5"/>
    <p:sldId xmlns:r="http://schemas.openxmlformats.org/officeDocument/2006/relationships" id="261" r:id="R9dc5eefadba3487e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a14a2c15f924869" /><Relationship Type="http://schemas.openxmlformats.org/officeDocument/2006/relationships/slideMaster" Target="/ppt/slideMasters/slideMaster1.xml" Id="Rc4177d7cc960483d" /><Relationship Type="http://schemas.openxmlformats.org/officeDocument/2006/relationships/notesMaster" Target="/ppt/notesMasters/notesMaster1.xml" Id="R8e7a0fc75f324444" /><Relationship Type="http://schemas.openxmlformats.org/officeDocument/2006/relationships/presProps" Target="/ppt/presProps.xml" Id="Redd21a23f81a4465" /><Relationship Type="http://schemas.openxmlformats.org/officeDocument/2006/relationships/viewProps" Target="/ppt/viewProps.xml" Id="R4e1bcafa416f4ed8" /><Relationship Type="http://schemas.openxmlformats.org/officeDocument/2006/relationships/tableStyles" Target="/ppt/tableStyles.xml" Id="R492c380f24a74a60" /><Relationship Type="http://schemas.openxmlformats.org/officeDocument/2006/relationships/slide" Target="/ppt/slides/slide1.xml" Id="Recb802599b1a44c7" /><Relationship Type="http://schemas.openxmlformats.org/officeDocument/2006/relationships/slide" Target="/ppt/slides/slide2.xml" Id="R1f2b9acfd18b4a6a" /><Relationship Type="http://schemas.openxmlformats.org/officeDocument/2006/relationships/slide" Target="/ppt/slides/slide3.xml" Id="R604f1d518594446a" /><Relationship Type="http://schemas.openxmlformats.org/officeDocument/2006/relationships/slide" Target="/ppt/slides/slide4.xml" Id="R75606f1d41774067" /><Relationship Type="http://schemas.openxmlformats.org/officeDocument/2006/relationships/slide" Target="/ppt/slides/slide5.xml" Id="R79e5e486adfb4ff5" /><Relationship Type="http://schemas.openxmlformats.org/officeDocument/2006/relationships/slide" Target="/ppt/slides/slide6.xml" Id="R9dc5eefadba348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0e78dcbf7b49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0526128141431f" /><Relationship Type="http://schemas.openxmlformats.org/officeDocument/2006/relationships/notesMaster" Target="/ppt/notesMasters/notesMaster1.xml" Id="Rdf5767cd5be544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8eda71cb0e42c6" /><Relationship Type="http://schemas.openxmlformats.org/officeDocument/2006/relationships/notesMaster" Target="/ppt/notesMasters/notesMaster1.xml" Id="Rb3b2a143b190455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5647439ff91464f" /><Relationship Type="http://schemas.openxmlformats.org/officeDocument/2006/relationships/notesMaster" Target="/ppt/notesMasters/notesMaster1.xml" Id="R1265b4a160c84b3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57fba6c998f46a5" /><Relationship Type="http://schemas.openxmlformats.org/officeDocument/2006/relationships/notesMaster" Target="/ppt/notesMasters/notesMaster1.xml" Id="Rbb05dfcaf0ac4a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491ae4653048f9" /><Relationship Type="http://schemas.openxmlformats.org/officeDocument/2006/relationships/notesMaster" Target="/ppt/notesMasters/notesMaster1.xml" Id="Re42d2438e6c740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d7763b0c349487f" /><Relationship Type="http://schemas.openxmlformats.org/officeDocument/2006/relationships/notesMaster" Target="/ppt/notesMasters/notesMaster1.xml" Id="R4ce32fe880f145e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db7f84d4d144b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c51ae681f0403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39bd17be95479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d71e2c83d346b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199083ee2f4c8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905429bf7243d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a9f18d2c20401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232a86a2414e0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e17f687291416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9f88dec6b4439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fd524c1cfe44a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5d6d2041b849cc" /><Relationship Type="http://schemas.openxmlformats.org/officeDocument/2006/relationships/slideLayout" Target="/ppt/slideLayouts/slideLayout1.xml" Id="Rc9834c267aa547fe" /><Relationship Type="http://schemas.openxmlformats.org/officeDocument/2006/relationships/slideLayout" Target="/ppt/slideLayouts/slideLayout2.xml" Id="R966229ad0e5648ac" /><Relationship Type="http://schemas.openxmlformats.org/officeDocument/2006/relationships/slideLayout" Target="/ppt/slideLayouts/slideLayout3.xml" Id="R004c67d2720f47f7" /><Relationship Type="http://schemas.openxmlformats.org/officeDocument/2006/relationships/slideLayout" Target="/ppt/slideLayouts/slideLayout4.xml" Id="Ra604ee9371454d8b" /><Relationship Type="http://schemas.openxmlformats.org/officeDocument/2006/relationships/slideLayout" Target="/ppt/slideLayouts/slideLayout5.xml" Id="R8ed72acdbea145a9" /><Relationship Type="http://schemas.openxmlformats.org/officeDocument/2006/relationships/slideLayout" Target="/ppt/slideLayouts/slideLayout6.xml" Id="R52be7fc70b4c41a2" /><Relationship Type="http://schemas.openxmlformats.org/officeDocument/2006/relationships/slideLayout" Target="/ppt/slideLayouts/slideLayout7.xml" Id="R1bbcdbe93c474dfc" /><Relationship Type="http://schemas.openxmlformats.org/officeDocument/2006/relationships/slideLayout" Target="/ppt/slideLayouts/slideLayout8.xml" Id="R1ea871a960fa4419" /><Relationship Type="http://schemas.openxmlformats.org/officeDocument/2006/relationships/slideLayout" Target="/ppt/slideLayouts/slideLayout9.xml" Id="R166fc41e55fc4b46" /><Relationship Type="http://schemas.openxmlformats.org/officeDocument/2006/relationships/slideLayout" Target="/ppt/slideLayouts/slideLayout10.xml" Id="R0704d73bc5dc46c1" /><Relationship Type="http://schemas.openxmlformats.org/officeDocument/2006/relationships/slideLayout" Target="/ppt/slideLayouts/slideLayout11.xml" Id="R93ec95e6bac8484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834c267aa547fe"/>
    <p:sldLayoutId xmlns:r="http://schemas.openxmlformats.org/officeDocument/2006/relationships" id="2147483650" r:id="R966229ad0e5648ac"/>
    <p:sldLayoutId xmlns:r="http://schemas.openxmlformats.org/officeDocument/2006/relationships" id="2147483651" r:id="R004c67d2720f47f7"/>
    <p:sldLayoutId xmlns:r="http://schemas.openxmlformats.org/officeDocument/2006/relationships" id="2147483652" r:id="Ra604ee9371454d8b"/>
    <p:sldLayoutId xmlns:r="http://schemas.openxmlformats.org/officeDocument/2006/relationships" id="2147483653" r:id="R8ed72acdbea145a9"/>
    <p:sldLayoutId xmlns:r="http://schemas.openxmlformats.org/officeDocument/2006/relationships" id="2147483654" r:id="R52be7fc70b4c41a2"/>
    <p:sldLayoutId xmlns:r="http://schemas.openxmlformats.org/officeDocument/2006/relationships" id="2147483655" r:id="R1bbcdbe93c474dfc"/>
    <p:sldLayoutId xmlns:r="http://schemas.openxmlformats.org/officeDocument/2006/relationships" id="2147483656" r:id="R1ea871a960fa4419"/>
    <p:sldLayoutId xmlns:r="http://schemas.openxmlformats.org/officeDocument/2006/relationships" id="2147483657" r:id="R166fc41e55fc4b46"/>
    <p:sldLayoutId xmlns:r="http://schemas.openxmlformats.org/officeDocument/2006/relationships" id="2147483658" r:id="R0704d73bc5dc46c1"/>
    <p:sldLayoutId xmlns:r="http://schemas.openxmlformats.org/officeDocument/2006/relationships" id="2147483659" r:id="R93ec95e6bac8484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f6d7d1060634a50" /><Relationship Type="http://schemas.openxmlformats.org/officeDocument/2006/relationships/notesSlide" Target="/ppt/notesSlides/notesSlide1.xml" Id="Recdd82832c4549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c61af3c06d147c2" /><Relationship Type="http://schemas.openxmlformats.org/officeDocument/2006/relationships/notesSlide" Target="/ppt/notesSlides/notesSlide2.xml" Id="Redb68a6d91d64b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ab008a51f3416a" /><Relationship Type="http://schemas.openxmlformats.org/officeDocument/2006/relationships/notesSlide" Target="/ppt/notesSlides/notesSlide3.xml" Id="Raac74bd76fb44dc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8cf432d98a4c6f" /><Relationship Type="http://schemas.openxmlformats.org/officeDocument/2006/relationships/notesSlide" Target="/ppt/notesSlides/notesSlide4.xml" Id="R70b4d60e70934c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a5c7f2e362d422c" /><Relationship Type="http://schemas.openxmlformats.org/officeDocument/2006/relationships/notesSlide" Target="/ppt/notesSlides/notesSlide5.xml" Id="R8059ba967eeb49f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1be5f2263f4374" /><Relationship Type="http://schemas.openxmlformats.org/officeDocument/2006/relationships/notesSlide" Target="/ppt/notesSlides/notesSlide6.xml" Id="Ra78008defb1e43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2026.07.25-24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2026-07-24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2026-07-25 · Sources: Statistics Canada; Health Canada; NZ Ministry of Health; European Commission;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 + 36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34 market measures across 7 countries + 36 Swedish FHM register counts; not sales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533.7–731.2m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≈EUR 298.5–408.9m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candidates remain outside the D1–D10 gate; the accepted-donor count is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2024 — retail CAD 1.219160bn (≈EUR 822.6m; ECB 2024); shipments CAD 1.160754bn (≈EUR 783.2m; ECB 2024); 7/10 (D5/D7/D10 open). FTC 2021: USD 2.763bn (≈EUR 2.336bn; ECB 2021), manufacturer reporting. Do not sum.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2026.07.25-24 · 2026-07-24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2026-07-25T11:59:52.2770000Z</dcterms:created>
  <dcterms:modified xsi:type="dcterms:W3CDTF">2026-07-25T11:59:52.2770000Z</dcterms:modified>
</coreProperties>
</file>