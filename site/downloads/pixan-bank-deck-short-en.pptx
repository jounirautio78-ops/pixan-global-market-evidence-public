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69f50ae33c4da1" /><Relationship Type="http://schemas.openxmlformats.org/officeDocument/2006/relationships/extended-properties" Target="/docProps/app.xml" Id="R69db29f6ebfe4f6c" /><Relationship Type="http://schemas.openxmlformats.org/officeDocument/2006/relationships/officeDocument" Target="/ppt/presentation.xml" Id="R537a3be85cb14e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9b73e4f69c4f26"/>
  </p:sldMasterIdLst>
  <p:notesMasterIdLst>
    <p:notesMasterId xmlns:r="http://schemas.openxmlformats.org/officeDocument/2006/relationships" r:id="R25b6a1faf6124431"/>
  </p:notesMasterIdLst>
  <p:sldIdLst>
    <p:sldId xmlns:r="http://schemas.openxmlformats.org/officeDocument/2006/relationships" id="256" r:id="Rf4a8e977625a4b4b"/>
    <p:sldId xmlns:r="http://schemas.openxmlformats.org/officeDocument/2006/relationships" id="257" r:id="Rd08a0ff037ab42dc"/>
    <p:sldId xmlns:r="http://schemas.openxmlformats.org/officeDocument/2006/relationships" id="258" r:id="R947b1f025d384f41"/>
    <p:sldId xmlns:r="http://schemas.openxmlformats.org/officeDocument/2006/relationships" id="259" r:id="R342bc96687324bb7"/>
    <p:sldId xmlns:r="http://schemas.openxmlformats.org/officeDocument/2006/relationships" id="260" r:id="R26d56cf9506f4bdf"/>
    <p:sldId xmlns:r="http://schemas.openxmlformats.org/officeDocument/2006/relationships" id="261" r:id="R41c937515f8649c3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54a0b37c2234ce3" /><Relationship Type="http://schemas.openxmlformats.org/officeDocument/2006/relationships/slideMaster" Target="/ppt/slideMasters/slideMaster1.xml" Id="R519b73e4f69c4f26" /><Relationship Type="http://schemas.openxmlformats.org/officeDocument/2006/relationships/notesMaster" Target="/ppt/notesMasters/notesMaster1.xml" Id="R25b6a1faf6124431" /><Relationship Type="http://schemas.openxmlformats.org/officeDocument/2006/relationships/presProps" Target="/ppt/presProps.xml" Id="R735ed85cfcaa49d4" /><Relationship Type="http://schemas.openxmlformats.org/officeDocument/2006/relationships/viewProps" Target="/ppt/viewProps.xml" Id="R4304249709dc4fba" /><Relationship Type="http://schemas.openxmlformats.org/officeDocument/2006/relationships/tableStyles" Target="/ppt/tableStyles.xml" Id="R77f4c05696404c85" /><Relationship Type="http://schemas.openxmlformats.org/officeDocument/2006/relationships/slide" Target="/ppt/slides/slide1.xml" Id="Rf4a8e977625a4b4b" /><Relationship Type="http://schemas.openxmlformats.org/officeDocument/2006/relationships/slide" Target="/ppt/slides/slide2.xml" Id="Rd08a0ff037ab42dc" /><Relationship Type="http://schemas.openxmlformats.org/officeDocument/2006/relationships/slide" Target="/ppt/slides/slide3.xml" Id="R947b1f025d384f41" /><Relationship Type="http://schemas.openxmlformats.org/officeDocument/2006/relationships/slide" Target="/ppt/slides/slide4.xml" Id="R342bc96687324bb7" /><Relationship Type="http://schemas.openxmlformats.org/officeDocument/2006/relationships/slide" Target="/ppt/slides/slide5.xml" Id="R26d56cf9506f4bdf" /><Relationship Type="http://schemas.openxmlformats.org/officeDocument/2006/relationships/slide" Target="/ppt/slides/slide6.xml" Id="R41c937515f8649c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ff19d476de45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c62d80c1034bb1" /><Relationship Type="http://schemas.openxmlformats.org/officeDocument/2006/relationships/notesMaster" Target="/ppt/notesMasters/notesMaster1.xml" Id="Re3296c14a65c44c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f285d0d2e742d3" /><Relationship Type="http://schemas.openxmlformats.org/officeDocument/2006/relationships/notesMaster" Target="/ppt/notesMasters/notesMaster1.xml" Id="Rc1ff583a711240b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eff08ef803439f" /><Relationship Type="http://schemas.openxmlformats.org/officeDocument/2006/relationships/notesMaster" Target="/ppt/notesMasters/notesMaster1.xml" Id="R309414bf24c247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985dc0809a4895" /><Relationship Type="http://schemas.openxmlformats.org/officeDocument/2006/relationships/notesMaster" Target="/ppt/notesMasters/notesMaster1.xml" Id="Rd2057341abc444e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6b87adc18e49d1" /><Relationship Type="http://schemas.openxmlformats.org/officeDocument/2006/relationships/notesMaster" Target="/ppt/notesMasters/notesMaster1.xml" Id="R41049336254041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dd86d45a9d4162" /><Relationship Type="http://schemas.openxmlformats.org/officeDocument/2006/relationships/notesMaster" Target="/ppt/notesMasters/notesMaster1.xml" Id="Rebe9a7927ac544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9f3e963e46405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c871baf4d44c0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513f91fb9e407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f3c9a945364c6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ec026b3698478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be047c9fb44f8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67f5ae0797432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f922655869463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2c49d26cff48d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a8e06a848149e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4cf32ec15045d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ca8b9aa827b4b6b" /><Relationship Type="http://schemas.openxmlformats.org/officeDocument/2006/relationships/slideLayout" Target="/ppt/slideLayouts/slideLayout1.xml" Id="Rcff9ac45755e4f1d" /><Relationship Type="http://schemas.openxmlformats.org/officeDocument/2006/relationships/slideLayout" Target="/ppt/slideLayouts/slideLayout2.xml" Id="R10915c2a052c48b9" /><Relationship Type="http://schemas.openxmlformats.org/officeDocument/2006/relationships/slideLayout" Target="/ppt/slideLayouts/slideLayout3.xml" Id="R35d32141869943ee" /><Relationship Type="http://schemas.openxmlformats.org/officeDocument/2006/relationships/slideLayout" Target="/ppt/slideLayouts/slideLayout4.xml" Id="R42bd8df1285144b5" /><Relationship Type="http://schemas.openxmlformats.org/officeDocument/2006/relationships/slideLayout" Target="/ppt/slideLayouts/slideLayout5.xml" Id="R34e778aec9d74e4a" /><Relationship Type="http://schemas.openxmlformats.org/officeDocument/2006/relationships/slideLayout" Target="/ppt/slideLayouts/slideLayout6.xml" Id="Rc492214964e1439f" /><Relationship Type="http://schemas.openxmlformats.org/officeDocument/2006/relationships/slideLayout" Target="/ppt/slideLayouts/slideLayout7.xml" Id="Rc4e86a19bf6842d3" /><Relationship Type="http://schemas.openxmlformats.org/officeDocument/2006/relationships/slideLayout" Target="/ppt/slideLayouts/slideLayout8.xml" Id="R9f176303b50a46d7" /><Relationship Type="http://schemas.openxmlformats.org/officeDocument/2006/relationships/slideLayout" Target="/ppt/slideLayouts/slideLayout9.xml" Id="Rbcfb4e4dcf7a477a" /><Relationship Type="http://schemas.openxmlformats.org/officeDocument/2006/relationships/slideLayout" Target="/ppt/slideLayouts/slideLayout10.xml" Id="R3f4d8f570124411e" /><Relationship Type="http://schemas.openxmlformats.org/officeDocument/2006/relationships/slideLayout" Target="/ppt/slideLayouts/slideLayout11.xml" Id="Raeff86f97c444c6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f9ac45755e4f1d"/>
    <p:sldLayoutId xmlns:r="http://schemas.openxmlformats.org/officeDocument/2006/relationships" id="2147483650" r:id="R10915c2a052c48b9"/>
    <p:sldLayoutId xmlns:r="http://schemas.openxmlformats.org/officeDocument/2006/relationships" id="2147483651" r:id="R35d32141869943ee"/>
    <p:sldLayoutId xmlns:r="http://schemas.openxmlformats.org/officeDocument/2006/relationships" id="2147483652" r:id="R42bd8df1285144b5"/>
    <p:sldLayoutId xmlns:r="http://schemas.openxmlformats.org/officeDocument/2006/relationships" id="2147483653" r:id="R34e778aec9d74e4a"/>
    <p:sldLayoutId xmlns:r="http://schemas.openxmlformats.org/officeDocument/2006/relationships" id="2147483654" r:id="Rc492214964e1439f"/>
    <p:sldLayoutId xmlns:r="http://schemas.openxmlformats.org/officeDocument/2006/relationships" id="2147483655" r:id="Rc4e86a19bf6842d3"/>
    <p:sldLayoutId xmlns:r="http://schemas.openxmlformats.org/officeDocument/2006/relationships" id="2147483656" r:id="R9f176303b50a46d7"/>
    <p:sldLayoutId xmlns:r="http://schemas.openxmlformats.org/officeDocument/2006/relationships" id="2147483657" r:id="Rbcfb4e4dcf7a477a"/>
    <p:sldLayoutId xmlns:r="http://schemas.openxmlformats.org/officeDocument/2006/relationships" id="2147483658" r:id="R3f4d8f570124411e"/>
    <p:sldLayoutId xmlns:r="http://schemas.openxmlformats.org/officeDocument/2006/relationships" id="2147483659" r:id="Raeff86f97c444c63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378092ef8948f5" /><Relationship Type="http://schemas.openxmlformats.org/officeDocument/2006/relationships/notesSlide" Target="/ppt/notesSlides/notesSlide1.xml" Id="R519894fc95a44e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67c8f6139140b7" /><Relationship Type="http://schemas.openxmlformats.org/officeDocument/2006/relationships/notesSlide" Target="/ppt/notesSlides/notesSlide2.xml" Id="Rf9654f8fd0474ae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f4f12d15134c0c" /><Relationship Type="http://schemas.openxmlformats.org/officeDocument/2006/relationships/notesSlide" Target="/ppt/notesSlides/notesSlide3.xml" Id="R9bd2fb46628f487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0c2b7ac278491e" /><Relationship Type="http://schemas.openxmlformats.org/officeDocument/2006/relationships/notesSlide" Target="/ppt/notesSlides/notesSlide4.xml" Id="Rc2be1e7b9b7f495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ccbf55b50247ea" /><Relationship Type="http://schemas.openxmlformats.org/officeDocument/2006/relationships/notesSlide" Target="/ppt/notesSlides/notesSlide5.xml" Id="Rbf6fc04620ac44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665ceabe1349a8" /><Relationship Type="http://schemas.openxmlformats.org/officeDocument/2006/relationships/notesSlide" Target="/ppt/notesSlides/notesSlide6.xml" Id="Rf04554fa0d554f5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2026.07.24-21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2026-07-24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Statistics Canada; Health Canada; New Zealand Ministry of Health; Destatis; Vero; Sejm; Swedish Government; FTC; European Commission;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annual observations from 7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533.7–731.2m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≈EUR 298.5–408.9m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candidates remain outside the D1–D10 gate; the accepted-donor count is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2024: retail CAD 1.219bn (≈EUR 822.6m; ECB 2024); shipments CAD 1.161bn (≈EUR 783.2m; ECB 2024); all retail quarters quality E. NZ is a model; FTC 2021 USD 2.763bn (≈EUR 2.336bn; ECB 2021) is manufacturer reporting. Do not sum the measures.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2026.07.24-21 · 2026-07-24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2026-07-24T13:59:12.7970000Z</dcterms:created>
  <dcterms:modified xsi:type="dcterms:W3CDTF">2026-07-24T13:59:12.7970000Z</dcterms:modified>
</coreProperties>
</file>