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cd80fcb430c4b9f" /><Relationship Type="http://schemas.openxmlformats.org/officeDocument/2006/relationships/extended-properties" Target="/docProps/app.xml" Id="R96a1cd6c434e440c" /><Relationship Type="http://schemas.openxmlformats.org/officeDocument/2006/relationships/officeDocument" Target="/ppt/presentation.xml" Id="Rf09a73fd6a804d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c26368e5414112"/>
  </p:sldMasterIdLst>
  <p:notesMasterIdLst>
    <p:notesMasterId xmlns:r="http://schemas.openxmlformats.org/officeDocument/2006/relationships" r:id="R15c09b6c451743fe"/>
  </p:notesMasterIdLst>
  <p:sldIdLst>
    <p:sldId xmlns:r="http://schemas.openxmlformats.org/officeDocument/2006/relationships" id="256" r:id="R6e0c6a35d7ab44f6"/>
    <p:sldId xmlns:r="http://schemas.openxmlformats.org/officeDocument/2006/relationships" id="257" r:id="R8d100e46df544be4"/>
    <p:sldId xmlns:r="http://schemas.openxmlformats.org/officeDocument/2006/relationships" id="258" r:id="Rae2b830180c14341"/>
    <p:sldId xmlns:r="http://schemas.openxmlformats.org/officeDocument/2006/relationships" id="259" r:id="R03a9f1bde2424002"/>
    <p:sldId xmlns:r="http://schemas.openxmlformats.org/officeDocument/2006/relationships" id="260" r:id="Re893b4caecda4a71"/>
    <p:sldId xmlns:r="http://schemas.openxmlformats.org/officeDocument/2006/relationships" id="261" r:id="R5658988d93864406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7a57d4c86ed4eee" /><Relationship Type="http://schemas.openxmlformats.org/officeDocument/2006/relationships/slideMaster" Target="/ppt/slideMasters/slideMaster1.xml" Id="R51c26368e5414112" /><Relationship Type="http://schemas.openxmlformats.org/officeDocument/2006/relationships/notesMaster" Target="/ppt/notesMasters/notesMaster1.xml" Id="R15c09b6c451743fe" /><Relationship Type="http://schemas.openxmlformats.org/officeDocument/2006/relationships/presProps" Target="/ppt/presProps.xml" Id="R9cf8c5912d974a5e" /><Relationship Type="http://schemas.openxmlformats.org/officeDocument/2006/relationships/viewProps" Target="/ppt/viewProps.xml" Id="R2eb21a865f674571" /><Relationship Type="http://schemas.openxmlformats.org/officeDocument/2006/relationships/tableStyles" Target="/ppt/tableStyles.xml" Id="R9e48c2da070f4edc" /><Relationship Type="http://schemas.openxmlformats.org/officeDocument/2006/relationships/slide" Target="/ppt/slides/slide1.xml" Id="R6e0c6a35d7ab44f6" /><Relationship Type="http://schemas.openxmlformats.org/officeDocument/2006/relationships/slide" Target="/ppt/slides/slide2.xml" Id="R8d100e46df544be4" /><Relationship Type="http://schemas.openxmlformats.org/officeDocument/2006/relationships/slide" Target="/ppt/slides/slide3.xml" Id="Rae2b830180c14341" /><Relationship Type="http://schemas.openxmlformats.org/officeDocument/2006/relationships/slide" Target="/ppt/slides/slide4.xml" Id="R03a9f1bde2424002" /><Relationship Type="http://schemas.openxmlformats.org/officeDocument/2006/relationships/slide" Target="/ppt/slides/slide5.xml" Id="Re893b4caecda4a71" /><Relationship Type="http://schemas.openxmlformats.org/officeDocument/2006/relationships/slide" Target="/ppt/slides/slide6.xml" Id="R5658988d938644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371c01bb7244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97c4ec3b42449e" /><Relationship Type="http://schemas.openxmlformats.org/officeDocument/2006/relationships/notesMaster" Target="/ppt/notesMasters/notesMaster1.xml" Id="R2593a79b33a743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277835f749469c" /><Relationship Type="http://schemas.openxmlformats.org/officeDocument/2006/relationships/notesMaster" Target="/ppt/notesMasters/notesMaster1.xml" Id="Rfaba6399ed2a4a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6e153de2ca4cbf" /><Relationship Type="http://schemas.openxmlformats.org/officeDocument/2006/relationships/notesMaster" Target="/ppt/notesMasters/notesMaster1.xml" Id="Ra4f49fffff3241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298119f31b47c7" /><Relationship Type="http://schemas.openxmlformats.org/officeDocument/2006/relationships/notesMaster" Target="/ppt/notesMasters/notesMaster1.xml" Id="R8b6a4a79c21a48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147b9f0be149b8" /><Relationship Type="http://schemas.openxmlformats.org/officeDocument/2006/relationships/notesMaster" Target="/ppt/notesMasters/notesMaster1.xml" Id="Ra6c007891f9e4f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5a3b8b031b4232" /><Relationship Type="http://schemas.openxmlformats.org/officeDocument/2006/relationships/notesMaster" Target="/ppt/notesMasters/notesMaster1.xml" Id="Rb329c7f3370040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808227e4f5465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2314d20d49441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497e3afbec43e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9462be3a541f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cec104ae7456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4b8b3352b3440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fe452eff574f6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12bfcd9b2648f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2331c1ff5d46b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49b6633ce1415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3e74340d84d7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113eeeeab343f5" /><Relationship Type="http://schemas.openxmlformats.org/officeDocument/2006/relationships/slideLayout" Target="/ppt/slideLayouts/slideLayout1.xml" Id="Rb46aecf6f46f4556" /><Relationship Type="http://schemas.openxmlformats.org/officeDocument/2006/relationships/slideLayout" Target="/ppt/slideLayouts/slideLayout2.xml" Id="R00de15d8d9f94493" /><Relationship Type="http://schemas.openxmlformats.org/officeDocument/2006/relationships/slideLayout" Target="/ppt/slideLayouts/slideLayout3.xml" Id="R29e866a1dc7f4632" /><Relationship Type="http://schemas.openxmlformats.org/officeDocument/2006/relationships/slideLayout" Target="/ppt/slideLayouts/slideLayout4.xml" Id="R0e8a02dc01e24a36" /><Relationship Type="http://schemas.openxmlformats.org/officeDocument/2006/relationships/slideLayout" Target="/ppt/slideLayouts/slideLayout5.xml" Id="Re8be0a355cc843a7" /><Relationship Type="http://schemas.openxmlformats.org/officeDocument/2006/relationships/slideLayout" Target="/ppt/slideLayouts/slideLayout6.xml" Id="Re8c05826782e4431" /><Relationship Type="http://schemas.openxmlformats.org/officeDocument/2006/relationships/slideLayout" Target="/ppt/slideLayouts/slideLayout7.xml" Id="Re30fe911c81a479e" /><Relationship Type="http://schemas.openxmlformats.org/officeDocument/2006/relationships/slideLayout" Target="/ppt/slideLayouts/slideLayout8.xml" Id="R0a526b2e2ed44065" /><Relationship Type="http://schemas.openxmlformats.org/officeDocument/2006/relationships/slideLayout" Target="/ppt/slideLayouts/slideLayout9.xml" Id="Rb5191e202da24889" /><Relationship Type="http://schemas.openxmlformats.org/officeDocument/2006/relationships/slideLayout" Target="/ppt/slideLayouts/slideLayout10.xml" Id="R0bafa29671f5427c" /><Relationship Type="http://schemas.openxmlformats.org/officeDocument/2006/relationships/slideLayout" Target="/ppt/slideLayouts/slideLayout11.xml" Id="R97a0a24d762545f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6aecf6f46f4556"/>
    <p:sldLayoutId xmlns:r="http://schemas.openxmlformats.org/officeDocument/2006/relationships" id="2147483650" r:id="R00de15d8d9f94493"/>
    <p:sldLayoutId xmlns:r="http://schemas.openxmlformats.org/officeDocument/2006/relationships" id="2147483651" r:id="R29e866a1dc7f4632"/>
    <p:sldLayoutId xmlns:r="http://schemas.openxmlformats.org/officeDocument/2006/relationships" id="2147483652" r:id="R0e8a02dc01e24a36"/>
    <p:sldLayoutId xmlns:r="http://schemas.openxmlformats.org/officeDocument/2006/relationships" id="2147483653" r:id="Re8be0a355cc843a7"/>
    <p:sldLayoutId xmlns:r="http://schemas.openxmlformats.org/officeDocument/2006/relationships" id="2147483654" r:id="Re8c05826782e4431"/>
    <p:sldLayoutId xmlns:r="http://schemas.openxmlformats.org/officeDocument/2006/relationships" id="2147483655" r:id="Re30fe911c81a479e"/>
    <p:sldLayoutId xmlns:r="http://schemas.openxmlformats.org/officeDocument/2006/relationships" id="2147483656" r:id="R0a526b2e2ed44065"/>
    <p:sldLayoutId xmlns:r="http://schemas.openxmlformats.org/officeDocument/2006/relationships" id="2147483657" r:id="Rb5191e202da24889"/>
    <p:sldLayoutId xmlns:r="http://schemas.openxmlformats.org/officeDocument/2006/relationships" id="2147483658" r:id="R0bafa29671f5427c"/>
    <p:sldLayoutId xmlns:r="http://schemas.openxmlformats.org/officeDocument/2006/relationships" id="2147483659" r:id="R97a0a24d762545f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b6d0a3dc564529" /><Relationship Type="http://schemas.openxmlformats.org/officeDocument/2006/relationships/notesSlide" Target="/ppt/notesSlides/notesSlide1.xml" Id="R0b43f83452604a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b0701629e94b8f" /><Relationship Type="http://schemas.openxmlformats.org/officeDocument/2006/relationships/notesSlide" Target="/ppt/notesSlides/notesSlide2.xml" Id="Rce9aa8151ca54e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044a3015c34eee" /><Relationship Type="http://schemas.openxmlformats.org/officeDocument/2006/relationships/notesSlide" Target="/ppt/notesSlides/notesSlide3.xml" Id="R5960e9bf95cb4f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89b78058f1413e" /><Relationship Type="http://schemas.openxmlformats.org/officeDocument/2006/relationships/notesSlide" Target="/ppt/notesSlides/notesSlide4.xml" Id="R1a3cfc90a88647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fa571b9d414d3e" /><Relationship Type="http://schemas.openxmlformats.org/officeDocument/2006/relationships/notesSlide" Target="/ppt/notesSlides/notesSlide5.xml" Id="R99a67f9a71d547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f3526dee2742de" /><Relationship Type="http://schemas.openxmlformats.org/officeDocument/2006/relationships/notesSlide" Target="/ppt/notesSlides/notesSlide6.xml" Id="Rd9546cab150b4a9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Health Canada; New Zealand Ministry of Health; Destatis; Vero; Sejm; Swedish Government;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annual observations from 7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NZ 2024: NZD 533.7–731.2m (≈EUR 298.5–408.9m; ECB 2024) is a supported model. FTC 2021: USD 2.763bn (≈EUR 2.336bn; ECB 2021) is manufacturer reporting. EU and commercial figures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2026.07.24-18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2026-07-24T09:17:44.7130000Z</dcterms:created>
  <dcterms:modified xsi:type="dcterms:W3CDTF">2026-07-24T09:17:44.7130000Z</dcterms:modified>
</coreProperties>
</file>