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15ba80806948fd" /><Relationship Type="http://schemas.openxmlformats.org/officeDocument/2006/relationships/extended-properties" Target="/docProps/app.xml" Id="Rfd7a566937224d5b" /><Relationship Type="http://schemas.openxmlformats.org/officeDocument/2006/relationships/officeDocument" Target="/ppt/presentation.xml" Id="R84e945f13b6241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e0dc036b8a4e98"/>
  </p:sldMasterIdLst>
  <p:notesMasterIdLst>
    <p:notesMasterId xmlns:r="http://schemas.openxmlformats.org/officeDocument/2006/relationships" r:id="R772e015c3b0e437b"/>
  </p:notesMasterIdLst>
  <p:sldIdLst>
    <p:sldId xmlns:r="http://schemas.openxmlformats.org/officeDocument/2006/relationships" id="256" r:id="R7f0fb31d3fa94d18"/>
    <p:sldId xmlns:r="http://schemas.openxmlformats.org/officeDocument/2006/relationships" id="257" r:id="Rf4f85d591b784ea4"/>
    <p:sldId xmlns:r="http://schemas.openxmlformats.org/officeDocument/2006/relationships" id="258" r:id="R94dbbadddade4809"/>
    <p:sldId xmlns:r="http://schemas.openxmlformats.org/officeDocument/2006/relationships" id="259" r:id="R018fded96ca54510"/>
    <p:sldId xmlns:r="http://schemas.openxmlformats.org/officeDocument/2006/relationships" id="260" r:id="R43c9e90852e84ad4"/>
    <p:sldId xmlns:r="http://schemas.openxmlformats.org/officeDocument/2006/relationships" id="261" r:id="Rf12be332a3654b6b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285772aee44f86" /><Relationship Type="http://schemas.openxmlformats.org/officeDocument/2006/relationships/slideMaster" Target="/ppt/slideMasters/slideMaster1.xml" Id="R51e0dc036b8a4e98" /><Relationship Type="http://schemas.openxmlformats.org/officeDocument/2006/relationships/notesMaster" Target="/ppt/notesMasters/notesMaster1.xml" Id="R772e015c3b0e437b" /><Relationship Type="http://schemas.openxmlformats.org/officeDocument/2006/relationships/presProps" Target="/ppt/presProps.xml" Id="Ra6429b0e49574d54" /><Relationship Type="http://schemas.openxmlformats.org/officeDocument/2006/relationships/viewProps" Target="/ppt/viewProps.xml" Id="R4252ce02ee144cb9" /><Relationship Type="http://schemas.openxmlformats.org/officeDocument/2006/relationships/tableStyles" Target="/ppt/tableStyles.xml" Id="R2eb2c93b036b42c9" /><Relationship Type="http://schemas.openxmlformats.org/officeDocument/2006/relationships/slide" Target="/ppt/slides/slide1.xml" Id="R7f0fb31d3fa94d18" /><Relationship Type="http://schemas.openxmlformats.org/officeDocument/2006/relationships/slide" Target="/ppt/slides/slide2.xml" Id="Rf4f85d591b784ea4" /><Relationship Type="http://schemas.openxmlformats.org/officeDocument/2006/relationships/slide" Target="/ppt/slides/slide3.xml" Id="R94dbbadddade4809" /><Relationship Type="http://schemas.openxmlformats.org/officeDocument/2006/relationships/slide" Target="/ppt/slides/slide4.xml" Id="R018fded96ca54510" /><Relationship Type="http://schemas.openxmlformats.org/officeDocument/2006/relationships/slide" Target="/ppt/slides/slide5.xml" Id="R43c9e90852e84ad4" /><Relationship Type="http://schemas.openxmlformats.org/officeDocument/2006/relationships/slide" Target="/ppt/slides/slide6.xml" Id="Rf12be332a3654b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c2926658df45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fdafd4fe76402c" /><Relationship Type="http://schemas.openxmlformats.org/officeDocument/2006/relationships/notesMaster" Target="/ppt/notesMasters/notesMaster1.xml" Id="Rd1a541e039d44b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4fdd1980cb4fb0" /><Relationship Type="http://schemas.openxmlformats.org/officeDocument/2006/relationships/notesMaster" Target="/ppt/notesMasters/notesMaster1.xml" Id="R5e2037d3f5324f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9084cb74a74235" /><Relationship Type="http://schemas.openxmlformats.org/officeDocument/2006/relationships/notesMaster" Target="/ppt/notesMasters/notesMaster1.xml" Id="R223643ce5d9f4c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ef91dd61be4465" /><Relationship Type="http://schemas.openxmlformats.org/officeDocument/2006/relationships/notesMaster" Target="/ppt/notesMasters/notesMaster1.xml" Id="R6f5ea96f537f4e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ac4e7711fc4b75" /><Relationship Type="http://schemas.openxmlformats.org/officeDocument/2006/relationships/notesMaster" Target="/ppt/notesMasters/notesMaster1.xml" Id="R56a5bc6cb58346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4cf4827e1142c1" /><Relationship Type="http://schemas.openxmlformats.org/officeDocument/2006/relationships/notesMaster" Target="/ppt/notesMasters/notesMaster1.xml" Id="Rf0d5d6bb051d4e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1befc3d3d3425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cd3415fac54b7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1d37d5a47f44f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a0866a88204ca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e4de3876954f2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7fea854d86419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2ecf2fd11c4a1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9aae8bb513426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de6fa425754a0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b7956c9b6644b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e94f470b2d473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455b2e629b494a" /><Relationship Type="http://schemas.openxmlformats.org/officeDocument/2006/relationships/slideLayout" Target="/ppt/slideLayouts/slideLayout1.xml" Id="Rc92d33f679294cdc" /><Relationship Type="http://schemas.openxmlformats.org/officeDocument/2006/relationships/slideLayout" Target="/ppt/slideLayouts/slideLayout2.xml" Id="Rc6aed6fac7444686" /><Relationship Type="http://schemas.openxmlformats.org/officeDocument/2006/relationships/slideLayout" Target="/ppt/slideLayouts/slideLayout3.xml" Id="R3017893fcadd4f4c" /><Relationship Type="http://schemas.openxmlformats.org/officeDocument/2006/relationships/slideLayout" Target="/ppt/slideLayouts/slideLayout4.xml" Id="Ra1ffce279e09476d" /><Relationship Type="http://schemas.openxmlformats.org/officeDocument/2006/relationships/slideLayout" Target="/ppt/slideLayouts/slideLayout5.xml" Id="R3a93253e04394a83" /><Relationship Type="http://schemas.openxmlformats.org/officeDocument/2006/relationships/slideLayout" Target="/ppt/slideLayouts/slideLayout6.xml" Id="Rb848a154e5cf4c75" /><Relationship Type="http://schemas.openxmlformats.org/officeDocument/2006/relationships/slideLayout" Target="/ppt/slideLayouts/slideLayout7.xml" Id="R8593c3eb678144b9" /><Relationship Type="http://schemas.openxmlformats.org/officeDocument/2006/relationships/slideLayout" Target="/ppt/slideLayouts/slideLayout8.xml" Id="R2f79a28621c8486b" /><Relationship Type="http://schemas.openxmlformats.org/officeDocument/2006/relationships/slideLayout" Target="/ppt/slideLayouts/slideLayout9.xml" Id="Rd9c7ee0d9c4e4af4" /><Relationship Type="http://schemas.openxmlformats.org/officeDocument/2006/relationships/slideLayout" Target="/ppt/slideLayouts/slideLayout10.xml" Id="Rd1e1b234e934495f" /><Relationship Type="http://schemas.openxmlformats.org/officeDocument/2006/relationships/slideLayout" Target="/ppt/slideLayouts/slideLayout11.xml" Id="R30b503bb2899459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2d33f679294cdc"/>
    <p:sldLayoutId xmlns:r="http://schemas.openxmlformats.org/officeDocument/2006/relationships" id="2147483650" r:id="Rc6aed6fac7444686"/>
    <p:sldLayoutId xmlns:r="http://schemas.openxmlformats.org/officeDocument/2006/relationships" id="2147483651" r:id="R3017893fcadd4f4c"/>
    <p:sldLayoutId xmlns:r="http://schemas.openxmlformats.org/officeDocument/2006/relationships" id="2147483652" r:id="Ra1ffce279e09476d"/>
    <p:sldLayoutId xmlns:r="http://schemas.openxmlformats.org/officeDocument/2006/relationships" id="2147483653" r:id="R3a93253e04394a83"/>
    <p:sldLayoutId xmlns:r="http://schemas.openxmlformats.org/officeDocument/2006/relationships" id="2147483654" r:id="Rb848a154e5cf4c75"/>
    <p:sldLayoutId xmlns:r="http://schemas.openxmlformats.org/officeDocument/2006/relationships" id="2147483655" r:id="R8593c3eb678144b9"/>
    <p:sldLayoutId xmlns:r="http://schemas.openxmlformats.org/officeDocument/2006/relationships" id="2147483656" r:id="R2f79a28621c8486b"/>
    <p:sldLayoutId xmlns:r="http://schemas.openxmlformats.org/officeDocument/2006/relationships" id="2147483657" r:id="Rd9c7ee0d9c4e4af4"/>
    <p:sldLayoutId xmlns:r="http://schemas.openxmlformats.org/officeDocument/2006/relationships" id="2147483658" r:id="Rd1e1b234e934495f"/>
    <p:sldLayoutId xmlns:r="http://schemas.openxmlformats.org/officeDocument/2006/relationships" id="2147483659" r:id="R30b503bb28994599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341efa7d5f4d03" /><Relationship Type="http://schemas.openxmlformats.org/officeDocument/2006/relationships/notesSlide" Target="/ppt/notesSlides/notesSlide1.xml" Id="R457a4b24a2f042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0402b2aaeb4b91" /><Relationship Type="http://schemas.openxmlformats.org/officeDocument/2006/relationships/notesSlide" Target="/ppt/notesSlides/notesSlide2.xml" Id="R4127e9303a544c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fb8e885f8d4f46" /><Relationship Type="http://schemas.openxmlformats.org/officeDocument/2006/relationships/notesSlide" Target="/ppt/notesSlides/notesSlide3.xml" Id="R17cead3f708a42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e944bf8db1483b" /><Relationship Type="http://schemas.openxmlformats.org/officeDocument/2006/relationships/notesSlide" Target="/ppt/notesSlides/notesSlide4.xml" Id="Re9dd4559cb6244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9f894000ba402e" /><Relationship Type="http://schemas.openxmlformats.org/officeDocument/2006/relationships/notesSlide" Target="/ppt/notesSlides/notesSlide5.xml" Id="R1eff7156542844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6991f767f14ce4" /><Relationship Type="http://schemas.openxmlformats.org/officeDocument/2006/relationships/notesSlide" Target="/ppt/notesSlides/notesSlide6.xml" Id="Rc2fefabe282d4d9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Statistics Canada; Health Canada; New Zealand Ministry of Health; Destatis; Vero; Sejm; Swedish Government; FHM; FTC; European Commission;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 + 36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34 market measures across 7 countries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533.7–731.2m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≈EUR 298.5–408.9m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candidates remain outside the D1–D10 gate; the accepted-donor count is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2024: retail CAD 1.219bn (≈EUR 822.6m; ECB 2024); shipments CAD 1.161bn (≈EUR 783.2m; ECB 2024); all retail quarters quality E. NZ is a model; FTC 2021 USD 2.763bn (≈EUR 2.336bn; ECB 2021) is manufacturer reporting. Do not sum the measures.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2026.07.24-22 · 2026-07-24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2026.07.24-22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2026-07-24T16:10:22.5480000Z</dcterms:created>
  <dcterms:modified xsi:type="dcterms:W3CDTF">2026-07-24T16:10:22.5480000Z</dcterms:modified>
</coreProperties>
</file>