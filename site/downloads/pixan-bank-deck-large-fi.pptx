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3a5bb844f04dfa" /><Relationship Type="http://schemas.openxmlformats.org/officeDocument/2006/relationships/extended-properties" Target="/docProps/app.xml" Id="R7766077dd4db4ee1" /><Relationship Type="http://schemas.openxmlformats.org/officeDocument/2006/relationships/officeDocument" Target="/ppt/presentation.xml" Id="R6caa553933f94f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8b400cf9a3435e"/>
  </p:sldMasterIdLst>
  <p:notesMasterIdLst>
    <p:notesMasterId xmlns:r="http://schemas.openxmlformats.org/officeDocument/2006/relationships" r:id="Rfb76a2db9d1a4274"/>
  </p:notesMasterIdLst>
  <p:sldIdLst>
    <p:sldId xmlns:r="http://schemas.openxmlformats.org/officeDocument/2006/relationships" id="256" r:id="Rcc3436deaf1c48a5"/>
    <p:sldId xmlns:r="http://schemas.openxmlformats.org/officeDocument/2006/relationships" id="257" r:id="Re49de4045f5c485b"/>
    <p:sldId xmlns:r="http://schemas.openxmlformats.org/officeDocument/2006/relationships" id="258" r:id="Rafce13c4ddd74950"/>
    <p:sldId xmlns:r="http://schemas.openxmlformats.org/officeDocument/2006/relationships" id="259" r:id="Ref42ceed0aae400c"/>
    <p:sldId xmlns:r="http://schemas.openxmlformats.org/officeDocument/2006/relationships" id="260" r:id="R6444949b073c4fd8"/>
    <p:sldId xmlns:r="http://schemas.openxmlformats.org/officeDocument/2006/relationships" id="261" r:id="R5484e290eceb445f"/>
    <p:sldId xmlns:r="http://schemas.openxmlformats.org/officeDocument/2006/relationships" id="262" r:id="R3365271543b049ad"/>
    <p:sldId xmlns:r="http://schemas.openxmlformats.org/officeDocument/2006/relationships" id="263" r:id="R45d0d4cfadb9426b"/>
    <p:sldId xmlns:r="http://schemas.openxmlformats.org/officeDocument/2006/relationships" id="264" r:id="R86b33967e3734e62"/>
    <p:sldId xmlns:r="http://schemas.openxmlformats.org/officeDocument/2006/relationships" id="265" r:id="R900986c1425a4b50"/>
    <p:sldId xmlns:r="http://schemas.openxmlformats.org/officeDocument/2006/relationships" id="266" r:id="R9a56e802426a481b"/>
    <p:sldId xmlns:r="http://schemas.openxmlformats.org/officeDocument/2006/relationships" id="267" r:id="R839997a25c524a69"/>
    <p:sldId xmlns:r="http://schemas.openxmlformats.org/officeDocument/2006/relationships" id="268" r:id="Re435b9ecd2d545e4"/>
    <p:sldId xmlns:r="http://schemas.openxmlformats.org/officeDocument/2006/relationships" id="269" r:id="Rfbc43c3fcdca44c8"/>
    <p:sldId xmlns:r="http://schemas.openxmlformats.org/officeDocument/2006/relationships" id="270" r:id="Rb070ce3c8a1c4319"/>
    <p:sldId xmlns:r="http://schemas.openxmlformats.org/officeDocument/2006/relationships" id="271" r:id="R6e36dec70b5f4c18"/>
    <p:sldId xmlns:r="http://schemas.openxmlformats.org/officeDocument/2006/relationships" id="272" r:id="R584d590cef244952"/>
    <p:sldId xmlns:r="http://schemas.openxmlformats.org/officeDocument/2006/relationships" id="273" r:id="R60252e4cfa384c5c"/>
    <p:sldId xmlns:r="http://schemas.openxmlformats.org/officeDocument/2006/relationships" id="274" r:id="Rd995f647b4b24e36"/>
    <p:sldId xmlns:r="http://schemas.openxmlformats.org/officeDocument/2006/relationships" id="275" r:id="Ra15de59d44654604"/>
    <p:sldId xmlns:r="http://schemas.openxmlformats.org/officeDocument/2006/relationships" id="276" r:id="R74c948bcdd174be7"/>
    <p:sldId xmlns:r="http://schemas.openxmlformats.org/officeDocument/2006/relationships" id="277" r:id="Rd405ae2a14994273"/>
    <p:sldId xmlns:r="http://schemas.openxmlformats.org/officeDocument/2006/relationships" id="278" r:id="R2af2593c2c7b4a56"/>
    <p:sldId xmlns:r="http://schemas.openxmlformats.org/officeDocument/2006/relationships" id="279" r:id="Rb0422ed161e14550"/>
    <p:sldId xmlns:r="http://schemas.openxmlformats.org/officeDocument/2006/relationships" id="280" r:id="R0a95c043f566472c"/>
    <p:sldId xmlns:r="http://schemas.openxmlformats.org/officeDocument/2006/relationships" id="281" r:id="Rdf36df36b9864e94"/>
    <p:sldId xmlns:r="http://schemas.openxmlformats.org/officeDocument/2006/relationships" id="282" r:id="R1df027bbb6a346b5"/>
    <p:sldId xmlns:r="http://schemas.openxmlformats.org/officeDocument/2006/relationships" id="283" r:id="R44ae6213cb624cd8"/>
    <p:sldId xmlns:r="http://schemas.openxmlformats.org/officeDocument/2006/relationships" id="284" r:id="R84f4a3914808469c"/>
    <p:sldId xmlns:r="http://schemas.openxmlformats.org/officeDocument/2006/relationships" id="285" r:id="Ra6322d0858b14acc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f0a69f3a6f4822" /><Relationship Type="http://schemas.openxmlformats.org/officeDocument/2006/relationships/slideMaster" Target="/ppt/slideMasters/slideMaster1.xml" Id="Re88b400cf9a3435e" /><Relationship Type="http://schemas.openxmlformats.org/officeDocument/2006/relationships/notesMaster" Target="/ppt/notesMasters/notesMaster1.xml" Id="Rfb76a2db9d1a4274" /><Relationship Type="http://schemas.openxmlformats.org/officeDocument/2006/relationships/presProps" Target="/ppt/presProps.xml" Id="R9330721160144471" /><Relationship Type="http://schemas.openxmlformats.org/officeDocument/2006/relationships/viewProps" Target="/ppt/viewProps.xml" Id="Rb9a2399f59f8432d" /><Relationship Type="http://schemas.openxmlformats.org/officeDocument/2006/relationships/tableStyles" Target="/ppt/tableStyles.xml" Id="R529f184105fd44e1" /><Relationship Type="http://schemas.openxmlformats.org/officeDocument/2006/relationships/slide" Target="/ppt/slides/slide1.xml" Id="Rcc3436deaf1c48a5" /><Relationship Type="http://schemas.openxmlformats.org/officeDocument/2006/relationships/slide" Target="/ppt/slides/slide2.xml" Id="Re49de4045f5c485b" /><Relationship Type="http://schemas.openxmlformats.org/officeDocument/2006/relationships/slide" Target="/ppt/slides/slide3.xml" Id="Rafce13c4ddd74950" /><Relationship Type="http://schemas.openxmlformats.org/officeDocument/2006/relationships/slide" Target="/ppt/slides/slide4.xml" Id="Ref42ceed0aae400c" /><Relationship Type="http://schemas.openxmlformats.org/officeDocument/2006/relationships/slide" Target="/ppt/slides/slide5.xml" Id="R6444949b073c4fd8" /><Relationship Type="http://schemas.openxmlformats.org/officeDocument/2006/relationships/slide" Target="/ppt/slides/slide6.xml" Id="R5484e290eceb445f" /><Relationship Type="http://schemas.openxmlformats.org/officeDocument/2006/relationships/slide" Target="/ppt/slides/slide7.xml" Id="R3365271543b049ad" /><Relationship Type="http://schemas.openxmlformats.org/officeDocument/2006/relationships/slide" Target="/ppt/slides/slide8.xml" Id="R45d0d4cfadb9426b" /><Relationship Type="http://schemas.openxmlformats.org/officeDocument/2006/relationships/slide" Target="/ppt/slides/slide9.xml" Id="R86b33967e3734e62" /><Relationship Type="http://schemas.openxmlformats.org/officeDocument/2006/relationships/slide" Target="/ppt/slides/slide10.xml" Id="R900986c1425a4b50" /><Relationship Type="http://schemas.openxmlformats.org/officeDocument/2006/relationships/slide" Target="/ppt/slides/slide11.xml" Id="R9a56e802426a481b" /><Relationship Type="http://schemas.openxmlformats.org/officeDocument/2006/relationships/slide" Target="/ppt/slides/slide12.xml" Id="R839997a25c524a69" /><Relationship Type="http://schemas.openxmlformats.org/officeDocument/2006/relationships/slide" Target="/ppt/slides/slide13.xml" Id="Re435b9ecd2d545e4" /><Relationship Type="http://schemas.openxmlformats.org/officeDocument/2006/relationships/slide" Target="/ppt/slides/slide14.xml" Id="Rfbc43c3fcdca44c8" /><Relationship Type="http://schemas.openxmlformats.org/officeDocument/2006/relationships/slide" Target="/ppt/slides/slide15.xml" Id="Rb070ce3c8a1c4319" /><Relationship Type="http://schemas.openxmlformats.org/officeDocument/2006/relationships/slide" Target="/ppt/slides/slide16.xml" Id="R6e36dec70b5f4c18" /><Relationship Type="http://schemas.openxmlformats.org/officeDocument/2006/relationships/slide" Target="/ppt/slides/slide17.xml" Id="R584d590cef244952" /><Relationship Type="http://schemas.openxmlformats.org/officeDocument/2006/relationships/slide" Target="/ppt/slides/slide18.xml" Id="R60252e4cfa384c5c" /><Relationship Type="http://schemas.openxmlformats.org/officeDocument/2006/relationships/slide" Target="/ppt/slides/slide19.xml" Id="Rd995f647b4b24e36" /><Relationship Type="http://schemas.openxmlformats.org/officeDocument/2006/relationships/slide" Target="/ppt/slides/slide20.xml" Id="Ra15de59d44654604" /><Relationship Type="http://schemas.openxmlformats.org/officeDocument/2006/relationships/slide" Target="/ppt/slides/slide21.xml" Id="R74c948bcdd174be7" /><Relationship Type="http://schemas.openxmlformats.org/officeDocument/2006/relationships/slide" Target="/ppt/slides/slide22.xml" Id="Rd405ae2a14994273" /><Relationship Type="http://schemas.openxmlformats.org/officeDocument/2006/relationships/slide" Target="/ppt/slides/slide23.xml" Id="R2af2593c2c7b4a56" /><Relationship Type="http://schemas.openxmlformats.org/officeDocument/2006/relationships/slide" Target="/ppt/slides/slide24.xml" Id="Rb0422ed161e14550" /><Relationship Type="http://schemas.openxmlformats.org/officeDocument/2006/relationships/slide" Target="/ppt/slides/slide25.xml" Id="R0a95c043f566472c" /><Relationship Type="http://schemas.openxmlformats.org/officeDocument/2006/relationships/slide" Target="/ppt/slides/slide26.xml" Id="Rdf36df36b9864e94" /><Relationship Type="http://schemas.openxmlformats.org/officeDocument/2006/relationships/slide" Target="/ppt/slides/slide27.xml" Id="R1df027bbb6a346b5" /><Relationship Type="http://schemas.openxmlformats.org/officeDocument/2006/relationships/slide" Target="/ppt/slides/slide28.xml" Id="R44ae6213cb624cd8" /><Relationship Type="http://schemas.openxmlformats.org/officeDocument/2006/relationships/slide" Target="/ppt/slides/slide29.xml" Id="R84f4a3914808469c" /><Relationship Type="http://schemas.openxmlformats.org/officeDocument/2006/relationships/slide" Target="/ppt/slides/slide30.xml" Id="Ra6322d0858b14a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24167d212048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a89c3c87e34872" /><Relationship Type="http://schemas.openxmlformats.org/officeDocument/2006/relationships/notesMaster" Target="/ppt/notesMasters/notesMaster1.xml" Id="R72c0b94722e642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e1571124d44e83" /><Relationship Type="http://schemas.openxmlformats.org/officeDocument/2006/relationships/notesMaster" Target="/ppt/notesMasters/notesMaster1.xml" Id="Rb43b976c0fd143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9ad90b4b534e49" /><Relationship Type="http://schemas.openxmlformats.org/officeDocument/2006/relationships/notesMaster" Target="/ppt/notesMasters/notesMaster1.xml" Id="R0187e9c84ab448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7492087c9b48dc" /><Relationship Type="http://schemas.openxmlformats.org/officeDocument/2006/relationships/notesMaster" Target="/ppt/notesMasters/notesMaster1.xml" Id="Rd24dcad0a2f245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ff967dcb9e4600" /><Relationship Type="http://schemas.openxmlformats.org/officeDocument/2006/relationships/notesMaster" Target="/ppt/notesMasters/notesMaster1.xml" Id="R61ffb71defd34a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183ca2da8e4e21" /><Relationship Type="http://schemas.openxmlformats.org/officeDocument/2006/relationships/notesMaster" Target="/ppt/notesMasters/notesMaster1.xml" Id="Re1dad72679d34a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310e7f829640ca" /><Relationship Type="http://schemas.openxmlformats.org/officeDocument/2006/relationships/notesMaster" Target="/ppt/notesMasters/notesMaster1.xml" Id="Raa20ff945d324b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4a7dcd149c4513" /><Relationship Type="http://schemas.openxmlformats.org/officeDocument/2006/relationships/notesMaster" Target="/ppt/notesMasters/notesMaster1.xml" Id="Rd5b721da6eae4f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5904eea9fa4ff9" /><Relationship Type="http://schemas.openxmlformats.org/officeDocument/2006/relationships/notesMaster" Target="/ppt/notesMasters/notesMaster1.xml" Id="R49fbf5149f5942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165d4b0b234571" /><Relationship Type="http://schemas.openxmlformats.org/officeDocument/2006/relationships/notesMaster" Target="/ppt/notesMasters/notesMaster1.xml" Id="R7df87bd5e89145c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c1a2cf8ab14d49" /><Relationship Type="http://schemas.openxmlformats.org/officeDocument/2006/relationships/notesMaster" Target="/ppt/notesMasters/notesMaster1.xml" Id="R24741c1e697f4c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2d5270c6884bfd" /><Relationship Type="http://schemas.openxmlformats.org/officeDocument/2006/relationships/notesMaster" Target="/ppt/notesMasters/notesMaster1.xml" Id="R5c61e3bcabad429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cefb1f302d04a22" /><Relationship Type="http://schemas.openxmlformats.org/officeDocument/2006/relationships/notesMaster" Target="/ppt/notesMasters/notesMaster1.xml" Id="R6c274c6588ce4f7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2b40710b90430c" /><Relationship Type="http://schemas.openxmlformats.org/officeDocument/2006/relationships/notesMaster" Target="/ppt/notesMasters/notesMaster1.xml" Id="R123718b81ad34a6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d369753615e4db8" /><Relationship Type="http://schemas.openxmlformats.org/officeDocument/2006/relationships/notesMaster" Target="/ppt/notesMasters/notesMaster1.xml" Id="R17a55b74ff2e4f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150878e44334d89" /><Relationship Type="http://schemas.openxmlformats.org/officeDocument/2006/relationships/notesMaster" Target="/ppt/notesMasters/notesMaster1.xml" Id="Rdb54568220fd452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75dda176c4b413e" /><Relationship Type="http://schemas.openxmlformats.org/officeDocument/2006/relationships/notesMaster" Target="/ppt/notesMasters/notesMaster1.xml" Id="R635d4eba46784cd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db558aaea1b409c" /><Relationship Type="http://schemas.openxmlformats.org/officeDocument/2006/relationships/notesMaster" Target="/ppt/notesMasters/notesMaster1.xml" Id="R65ee2673926d413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cd753f339ef4586" /><Relationship Type="http://schemas.openxmlformats.org/officeDocument/2006/relationships/notesMaster" Target="/ppt/notesMasters/notesMaster1.xml" Id="Rb7a13e9c8a204e6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296b25b069846fd" /><Relationship Type="http://schemas.openxmlformats.org/officeDocument/2006/relationships/notesMaster" Target="/ppt/notesMasters/notesMaster1.xml" Id="Rb8c41da5705f460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3a17df7e08c4ab6" /><Relationship Type="http://schemas.openxmlformats.org/officeDocument/2006/relationships/notesMaster" Target="/ppt/notesMasters/notesMaster1.xml" Id="R42b2aab7891b467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1faddb2450a40d4" /><Relationship Type="http://schemas.openxmlformats.org/officeDocument/2006/relationships/notesMaster" Target="/ppt/notesMasters/notesMaster1.xml" Id="Rb4b8ce29ff6842d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6b74b3cf4494354" /><Relationship Type="http://schemas.openxmlformats.org/officeDocument/2006/relationships/notesMaster" Target="/ppt/notesMasters/notesMaster1.xml" Id="R24656ed9b8494f1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4aa6d21df4743ff" /><Relationship Type="http://schemas.openxmlformats.org/officeDocument/2006/relationships/notesMaster" Target="/ppt/notesMasters/notesMaster1.xml" Id="R6b82c0fb8c40433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133c62f0f1a4aff" /><Relationship Type="http://schemas.openxmlformats.org/officeDocument/2006/relationships/notesMaster" Target="/ppt/notesMasters/notesMaster1.xml" Id="R1ee746e60b894df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358d5a136484ef4" /><Relationship Type="http://schemas.openxmlformats.org/officeDocument/2006/relationships/notesMaster" Target="/ppt/notesMasters/notesMaster1.xml" Id="R817b28a6a25b4ae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24024bddd204119" /><Relationship Type="http://schemas.openxmlformats.org/officeDocument/2006/relationships/notesMaster" Target="/ppt/notesMasters/notesMaster1.xml" Id="R5806755944cd4da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dc63f3351334f7c" /><Relationship Type="http://schemas.openxmlformats.org/officeDocument/2006/relationships/notesMaster" Target="/ppt/notesMasters/notesMaster1.xml" Id="R853995d81781459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e3ab5d855884fff" /><Relationship Type="http://schemas.openxmlformats.org/officeDocument/2006/relationships/notesMaster" Target="/ppt/notesMasters/notesMaster1.xml" Id="R93e4e64a43d9499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fcfe5ca6341411e" /><Relationship Type="http://schemas.openxmlformats.org/officeDocument/2006/relationships/notesMaster" Target="/ppt/notesMasters/notesMaster1.xml" Id="R727b510c87024f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2e5e5696e4440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26fa2c4ada469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844fd9704248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35b747d7a44c2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2476217b244e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0bf72b8e6d4d7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8f3a1b32db42c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f90d263c7d4f2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ac98017589489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95a240eff1454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cf9c0738b745e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61D7BB-0168-4B1D-BA27-3D396C256BA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2491243-51C4-45C7-B92C-174F341DCAB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18D8CE-E535-4C4C-A098-237267E8A4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4FAAB0-F181-4B7E-8863-DA60664495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22CEAD-DDEF-4929-8CBE-2A9B42A2C8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BD8FD5-4783-4626-A738-4A62DBE0E0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EFC6078-4660-4D50-8C85-23E34898EC1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F41B2B-52D0-4C43-9ED7-08019D96FE6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E42508-A311-408F-9BCD-34C3161A2A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D4F883-427F-43A5-A01A-BA6279F1DE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767DA0-F024-4F7E-ABC0-1AF86B6228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311E7C-9765-4AF6-B871-DE70AA442B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A6FB5DB-97B0-4DEA-8402-97135E8795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296326-33FB-41AF-A58A-505C76679A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B10A90-4AB5-4191-A4C5-3E9AD220F8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83BC23-ADA0-4C5B-ACC1-9BDB8795AD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2FB24FB-775F-4FF0-9254-5C6DA7BC27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9D5D607-56A7-47BA-B9A6-D5E8946F65E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30906BC-611B-4724-A647-E345A4380C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B4E7BC1-B82C-4D74-A0B5-EEE7E2D03B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58C4F8D-745B-4F3B-A4C4-D091D73D7E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53FBCC-B2E6-4C2C-B255-0008FDC4EF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E8A244-AD16-41EA-9872-9EF7177EB5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AB3EEBA-5118-470C-9199-5D39D57CA48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23D7279-2645-4433-84F3-DC1CE3F7A17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D2DAE04-F4AF-47AD-AF5F-D161E36994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9BA3B74-D10D-42C9-AB93-85337A7C91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F3B3CC9-9BC8-405E-B2A6-141C6DB38E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010C97E-79FE-48DE-A2F5-B2FEA096D8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9D15AC-1BC9-4FC6-9245-1FF813C41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A2104E3-D046-4EAB-AE3D-2F5B3A81EB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607DD68-C6D3-4C67-9023-D69E94CFAE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9DB99F1-1243-4CB0-8491-0AA6CE9087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7939A70-D026-4B66-B6E6-1735571125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61B45DA-F902-4E76-8EDF-2448510091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02B6EFD-7BC9-449B-B5D5-717336A5B7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F1E977-A806-4993-B533-1787861441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42C93E-7F35-4390-AFE4-B812342787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B3D2A31-557D-4BD5-9CA1-FB9AFC89F7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75AD5F8-731D-49AB-824B-34594DA1AF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65387C9-8F58-47EB-8EEA-77DCBE0B47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9B29E0C-BD20-4F96-B7BE-ADA9F95EBB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E91793-46BA-4286-AAFA-EF30E9723C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68332A8-95BB-4223-94C9-7F91B4458C0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C1A508B-702A-4E92-A893-F74E20A0DC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77520-9DBA-4B48-A071-254445DF31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12F81B7-FE3F-46A4-9AB7-35434AB14E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6B105FF-F00A-4420-8362-E22E25868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15D60E-99DB-4EC0-A51F-4BCBDDB708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F21361C-F1EC-4628-84D2-E849D36E87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5CB5D0-E472-46BD-BB64-5BC47F2963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2004F7-71A7-42E6-A140-06EDCA18AE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38D6EDE-4E08-41C8-A2DC-E1F91FBD24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AF0A9FC-3FF7-417E-B8B2-D75008D12A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2AB579-7093-49E3-8955-AECBE359DC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012578-4689-4E77-882D-07DB8E8089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F9167F0-D23D-4387-9E0D-2C6648318B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090D4F-59F0-4AE5-9CEE-A61A2F970F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c4f47bb2cc4017" /><Relationship Type="http://schemas.openxmlformats.org/officeDocument/2006/relationships/slideLayout" Target="/ppt/slideLayouts/slideLayout1.xml" Id="R82fcb6cb69014e39" /><Relationship Type="http://schemas.openxmlformats.org/officeDocument/2006/relationships/slideLayout" Target="/ppt/slideLayouts/slideLayout2.xml" Id="R29ff3a50af104ba9" /><Relationship Type="http://schemas.openxmlformats.org/officeDocument/2006/relationships/slideLayout" Target="/ppt/slideLayouts/slideLayout3.xml" Id="R16a0712501ea419e" /><Relationship Type="http://schemas.openxmlformats.org/officeDocument/2006/relationships/slideLayout" Target="/ppt/slideLayouts/slideLayout4.xml" Id="R5e565acb55a440dd" /><Relationship Type="http://schemas.openxmlformats.org/officeDocument/2006/relationships/slideLayout" Target="/ppt/slideLayouts/slideLayout5.xml" Id="Rf9d3f303fa9d4854" /><Relationship Type="http://schemas.openxmlformats.org/officeDocument/2006/relationships/slideLayout" Target="/ppt/slideLayouts/slideLayout6.xml" Id="R1686c450688b4960" /><Relationship Type="http://schemas.openxmlformats.org/officeDocument/2006/relationships/slideLayout" Target="/ppt/slideLayouts/slideLayout7.xml" Id="R4d953e6551f34889" /><Relationship Type="http://schemas.openxmlformats.org/officeDocument/2006/relationships/slideLayout" Target="/ppt/slideLayouts/slideLayout8.xml" Id="Rf9963a07171a411e" /><Relationship Type="http://schemas.openxmlformats.org/officeDocument/2006/relationships/slideLayout" Target="/ppt/slideLayouts/slideLayout9.xml" Id="R47016eb7426c433b" /><Relationship Type="http://schemas.openxmlformats.org/officeDocument/2006/relationships/slideLayout" Target="/ppt/slideLayouts/slideLayout10.xml" Id="Raf137d5eaba948e1" /><Relationship Type="http://schemas.openxmlformats.org/officeDocument/2006/relationships/slideLayout" Target="/ppt/slideLayouts/slideLayout11.xml" Id="R7b9be72536bf4f5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487E717-2417-4A1A-A256-70362D6EBA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B0A484-12CC-4ECA-ADF2-44D2670250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E011E0-D3A7-4361-B09A-E4B6D12BC4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6301F6-E6B2-4F3A-9767-A08A6E98070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597B2D-073D-48F6-B285-D4A74A8D23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fcb6cb69014e39"/>
    <p:sldLayoutId xmlns:r="http://schemas.openxmlformats.org/officeDocument/2006/relationships" id="2147483650" r:id="R29ff3a50af104ba9"/>
    <p:sldLayoutId xmlns:r="http://schemas.openxmlformats.org/officeDocument/2006/relationships" id="2147483651" r:id="R16a0712501ea419e"/>
    <p:sldLayoutId xmlns:r="http://schemas.openxmlformats.org/officeDocument/2006/relationships" id="2147483652" r:id="R5e565acb55a440dd"/>
    <p:sldLayoutId xmlns:r="http://schemas.openxmlformats.org/officeDocument/2006/relationships" id="2147483653" r:id="Rf9d3f303fa9d4854"/>
    <p:sldLayoutId xmlns:r="http://schemas.openxmlformats.org/officeDocument/2006/relationships" id="2147483654" r:id="R1686c450688b4960"/>
    <p:sldLayoutId xmlns:r="http://schemas.openxmlformats.org/officeDocument/2006/relationships" id="2147483655" r:id="R4d953e6551f34889"/>
    <p:sldLayoutId xmlns:r="http://schemas.openxmlformats.org/officeDocument/2006/relationships" id="2147483656" r:id="Rf9963a07171a411e"/>
    <p:sldLayoutId xmlns:r="http://schemas.openxmlformats.org/officeDocument/2006/relationships" id="2147483657" r:id="R47016eb7426c433b"/>
    <p:sldLayoutId xmlns:r="http://schemas.openxmlformats.org/officeDocument/2006/relationships" id="2147483658" r:id="Raf137d5eaba948e1"/>
    <p:sldLayoutId xmlns:r="http://schemas.openxmlformats.org/officeDocument/2006/relationships" id="2147483659" r:id="R7b9be72536bf4f5d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0560c9d56a4617" /><Relationship Type="http://schemas.openxmlformats.org/officeDocument/2006/relationships/notesSlide" Target="/ppt/notesSlides/notesSlide1.xml" Id="R63f18219b16e43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f5c4ea908749a0" /><Relationship Type="http://schemas.openxmlformats.org/officeDocument/2006/relationships/notesSlide" Target="/ppt/notesSlides/notesSlide2.xml" Id="Rf2ce399c682b40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c6c5468d8b4358" /><Relationship Type="http://schemas.openxmlformats.org/officeDocument/2006/relationships/notesSlide" Target="/ppt/notesSlides/notesSlide3.xml" Id="R61e0732934e44d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41547f68354c96" /><Relationship Type="http://schemas.openxmlformats.org/officeDocument/2006/relationships/notesSlide" Target="/ppt/notesSlides/notesSlide4.xml" Id="R4ff54b6b6b5c4e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c08ab738394189" /><Relationship Type="http://schemas.openxmlformats.org/officeDocument/2006/relationships/notesSlide" Target="/ppt/notesSlides/notesSlide5.xml" Id="R9e1ba6f72c7a4a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61e2e687684801" /><Relationship Type="http://schemas.openxmlformats.org/officeDocument/2006/relationships/notesSlide" Target="/ppt/notesSlides/notesSlide6.xml" Id="Rac0422a8e3e44e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fc98695af9461e" /><Relationship Type="http://schemas.openxmlformats.org/officeDocument/2006/relationships/notesSlide" Target="/ppt/notesSlides/notesSlide7.xml" Id="R6bf1285b4f4448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54b0d5b1784534" /><Relationship Type="http://schemas.openxmlformats.org/officeDocument/2006/relationships/notesSlide" Target="/ppt/notesSlides/notesSlide8.xml" Id="R9a1ebea4faaf4d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01b8140f96450b" /><Relationship Type="http://schemas.openxmlformats.org/officeDocument/2006/relationships/notesSlide" Target="/ppt/notesSlides/notesSlide9.xml" Id="R657c825c59aa42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3641d01b864bc3" /><Relationship Type="http://schemas.openxmlformats.org/officeDocument/2006/relationships/notesSlide" Target="/ppt/notesSlides/notesSlide10.xml" Id="R4b659d5fd3ae42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889ae56ecc43d5" /><Relationship Type="http://schemas.openxmlformats.org/officeDocument/2006/relationships/notesSlide" Target="/ppt/notesSlides/notesSlide11.xml" Id="R9fa812669af74ab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3b0bb464c247ce" /><Relationship Type="http://schemas.openxmlformats.org/officeDocument/2006/relationships/notesSlide" Target="/ppt/notesSlides/notesSlide12.xml" Id="R9c6cd501e7ae4b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2e86efb7dd492d" /><Relationship Type="http://schemas.openxmlformats.org/officeDocument/2006/relationships/notesSlide" Target="/ppt/notesSlides/notesSlide13.xml" Id="Rda5c64bfddd5447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249a974166473f" /><Relationship Type="http://schemas.openxmlformats.org/officeDocument/2006/relationships/notesSlide" Target="/ppt/notesSlides/notesSlide14.xml" Id="Rbdaa1c44189d427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7a09fa38f24269" /><Relationship Type="http://schemas.openxmlformats.org/officeDocument/2006/relationships/notesSlide" Target="/ppt/notesSlides/notesSlide15.xml" Id="R311c5bbe70ac4c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03d4debd9143d1" /><Relationship Type="http://schemas.openxmlformats.org/officeDocument/2006/relationships/notesSlide" Target="/ppt/notesSlides/notesSlide16.xml" Id="R422d580baf7640f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2c0705c92a48cf" /><Relationship Type="http://schemas.openxmlformats.org/officeDocument/2006/relationships/notesSlide" Target="/ppt/notesSlides/notesSlide17.xml" Id="R862f1d18865b49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a102dedfb6409c" /><Relationship Type="http://schemas.openxmlformats.org/officeDocument/2006/relationships/notesSlide" Target="/ppt/notesSlides/notesSlide18.xml" Id="Rad91850153544cb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1c865b743944ad" /><Relationship Type="http://schemas.openxmlformats.org/officeDocument/2006/relationships/notesSlide" Target="/ppt/notesSlides/notesSlide19.xml" Id="R28141ced019a4ca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51e9d9c5484851" /><Relationship Type="http://schemas.openxmlformats.org/officeDocument/2006/relationships/notesSlide" Target="/ppt/notesSlides/notesSlide20.xml" Id="Rc33319dfc08f466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0826963d8f43fa" /><Relationship Type="http://schemas.openxmlformats.org/officeDocument/2006/relationships/notesSlide" Target="/ppt/notesSlides/notesSlide21.xml" Id="R728f14612650438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e89a1ce5ed4d5f" /><Relationship Type="http://schemas.openxmlformats.org/officeDocument/2006/relationships/notesSlide" Target="/ppt/notesSlides/notesSlide22.xml" Id="Ra61fcbd73fe34bc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ff5b0f7a004db7" /><Relationship Type="http://schemas.openxmlformats.org/officeDocument/2006/relationships/notesSlide" Target="/ppt/notesSlides/notesSlide23.xml" Id="Rebd98873dfb9466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d717dfa7fa4d0f" /><Relationship Type="http://schemas.openxmlformats.org/officeDocument/2006/relationships/notesSlide" Target="/ppt/notesSlides/notesSlide24.xml" Id="R5d8256af7381486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a9cea278024194" /><Relationship Type="http://schemas.openxmlformats.org/officeDocument/2006/relationships/notesSlide" Target="/ppt/notesSlides/notesSlide25.xml" Id="R9a44e9b6725b47a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1afd0278d74266" /><Relationship Type="http://schemas.openxmlformats.org/officeDocument/2006/relationships/notesSlide" Target="/ppt/notesSlides/notesSlide26.xml" Id="R93f1218d5257411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82d4471508445f" /><Relationship Type="http://schemas.openxmlformats.org/officeDocument/2006/relationships/notesSlide" Target="/ppt/notesSlides/notesSlide27.xml" Id="R74c1449e427f4ad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7e2b23314846e5" /><Relationship Type="http://schemas.openxmlformats.org/officeDocument/2006/relationships/notesSlide" Target="/ppt/notesSlides/notesSlide28.xml" Id="Rd483e101d0d643f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e17b6c4ba34339" /><Relationship Type="http://schemas.openxmlformats.org/officeDocument/2006/relationships/notesSlide" Target="/ppt/notesSlides/notesSlide29.xml" Id="R06f78227c2934e8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7a0ac2841a4a45" /><Relationship Type="http://schemas.openxmlformats.org/officeDocument/2006/relationships/notesSlide" Target="/ppt/notesSlides/notesSlide30.xml" Id="R4d0aa7b01a9b46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9917678-BCF8-48A9-9C2C-FF9A8A9B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62615B-3807-4728-AF88-024B3EFA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AC74BA9-1042-41DC-B7A4-FEBB67D1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E5FE3D5-D8F5-4513-A579-E5B1D96B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3A55C10-1D27-49B0-BEAA-1B435855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A53F36-31F0-4BB2-8B67-AFA7CB6D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C02A08F-787C-4DF3-B994-E4B26A9C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2026.08.02-41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7BD2DE8-340B-455A-A196-784D50A0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2026-08-02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E56D254-6AC6-4F6F-A48D-4C1C06FB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A7CC92D-3A69-4B81-99A5-FDF5CD03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CB59C70-A926-4908-A262-4A50B0DE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8666476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26CD33-9E74-4045-ACFA-8AB8DB43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FC01CE-E2A4-4A1E-B5FD-6CEE6E76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9995EDB-A41F-482F-9463-465C057F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DBFA0C-5E93-4591-BF6D-89AB844E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05FDD00-F9AC-4D2E-8547-6E1CAACA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2B00F7E-1ED6-4EA6-9FCD-874DF57E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BC667C5-252E-4FC6-AC97-F6C9ED11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4CFFA4-D85F-41FD-9A8D-68825E83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menetelmäkontrolli erottaa 28 tarkistettua suunnitelmaa, 0 lähdepolkua, 15 EU TPD -mallia ja 152 rajaamatonta proxy-reittiä; mikään ei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68F9B20-2019-41D8-ABC3-27EEBCA0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A5772A8-47A9-4005-83DD-0EB9AD9D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7E3C5-7F93-47A8-B4DB-0F1D7B84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3748710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C304D0-D75F-4725-ADA8-A36D6565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2232E1-9D78-4147-8E01-02361A44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5E9AAD7-1A33-4FC2-8ABE-8DF88910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0FB6CFC-8AD5-4878-98C5-6E803026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391FF0-6CCB-41AC-803F-8D9144D9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247CE62-3B1A-4FD6-9990-9993DFA4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C3840F-6673-413B-9685-A603FC96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8682159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7E9FCA0-8F4F-44CF-954B-32483279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2BCB61-9025-462F-A9E8-4057E40C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A5F22F0-B8C5-4AE9-89DB-F0B2AC9C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0C1623B-0DAB-41E6-A6CF-7A888B03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412B40-5158-4BE7-8FA9-51FD324F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A95C37-E561-48B7-9973-70D32F61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791495A-2470-4A32-84E7-36B049E0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4334CD-F06E-4821-868E-46FE3306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D51B100-0977-4B7B-A416-C4B45049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23539E0-3314-483B-BF68-1A31C132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7419B2E-4626-4B6C-B711-103D8715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20819640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554363-7C01-4D11-B498-B9BB9E37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D46626-F23A-4550-AC35-4EDA4DA2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33F20A-D8D9-4C46-879E-6E750D8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CB0B89-E446-49B1-A895-5448DD93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2386D8-0C33-4025-81E1-5850A092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AA2A4D-64F3-4E27-A22C-33CB9B20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203197D-1B8D-487D-A16A-8A79B96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B7D1A0-F03D-4F84-9B1E-FBC72A8A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FA48AD-B809-4CCB-891C-8EBD9753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EF9D7D-D96F-45D4-8F54-28AA7930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FB79F73-481C-42F0-A5B3-EC805625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5602534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38EFF5-F114-4769-9CAD-539B3B31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0BE454-FA36-411B-8B51-562957DC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968579-5166-4C64-8AB6-C141CEF0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2B52E5-1BC5-464E-BAB2-99830DBB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4EB2B1-3EAA-458C-A9CD-D3DEAF48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A20B08-18E2-4B70-85A4-D069FC1B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234CD7C-AAE6-408A-B47C-B886003EA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27360732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FA5D3DF-E97B-4777-8EF7-1421ED09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977400-5C1E-46AD-A768-F1B62D4D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48DDBD-A0BF-4B05-B3B9-93086924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315DC1-A6D6-4DD2-A121-8AF520DB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E98F0F3-4E5C-492D-B5AD-A3D3C044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BCE6FB3-4FC9-43D6-AAE8-0F2C0B59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289CBC7-99F7-403F-9027-401BE9D3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88BB3A-AC29-4407-A310-D0CF348C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8176041-B50F-4E94-A995-9E492DF7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E91CAB-ED59-4A7D-8277-11500C37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68089B7-A426-428B-A5A4-EC8666BE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9BC51C2-39EF-479F-A63C-44A70697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70C71A9-9AA0-4F2A-AF12-3E27BFFD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064BE2F-6ED1-494F-9771-2BCF138D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15BA5E5-A0EB-4881-BA69-782A335C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CC766E5-EA1E-4F66-BBC6-3F51EFF3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6942E69-33AF-4A8E-A187-988B2335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301FBCE-A086-4533-A9B6-79AD0A9D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A34D547-3820-43D9-832D-B7913D5E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2652642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FD1ACC-6EC2-4ADB-9F46-5BF66F0F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080BBC4-0D50-4CF5-BF3A-FFC68606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91B9CBD-325B-4198-AF20-505262F9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E73849-E8BB-4111-9453-0BB6DBF3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FFA8E1C-A0B4-4663-A596-5CF67685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140618-3833-4544-9DC3-05A66D97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B094C06-8507-4EBD-A7F0-35545296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CCA68D6-EB93-41AB-96FE-0B8E947C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C946D5B-31B4-4899-81AB-BC9CF6B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80BFA5D-423A-42C9-AC22-BAA815A2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42077EC-1484-4B7F-9631-FD7CD6BB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292CEAE-AABE-47E1-98A5-96185CB4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94F593D-8FBF-4EE6-9B3F-DE837CA8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7547F8E-D0A8-4481-AD05-5F20A716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7B3B12A-B318-4506-96D8-473EBB96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C0F0E687-DCA0-415D-8CA1-70AF7B16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6AD1AFB-CBBC-4721-B4FA-B2E4343D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C4CD5FC-F63F-4E74-B614-1329B98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62162EE-01C7-44F4-A81A-82797933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70257D0-F3A9-4349-BD22-F6260C4B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231B113-CCA5-435F-9BD6-C24D582E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7BAD8CD-6B7C-40E6-8F24-C222ABDD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69523045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E9E5EDF-992F-4BE0-8D2E-63BC6244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95F0CA-4D77-481A-BB39-B3B6AA62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5FA696-7970-416E-87D4-CF88EEB8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66E1899-836F-43FC-A395-043BEA73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E413D5-2AAF-45B5-910C-836B8F3D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3D615-132A-4135-B660-6A4D0C49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581713-C18E-464C-A70D-62F43E89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2536581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3C24FB-6241-4DA9-8343-7C6CA634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A944C8-3213-46C3-AFE5-DDB471CC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A37687-02EA-4CE4-A9BE-A804F966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0FA06E-29BF-4C9B-8DA5-6D552664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BF1390-BD21-473A-96AB-EF5A0DB8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FC310A-F370-4528-B0F9-9C2CB9AB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635F0B0-99BC-4BCB-8703-33F15E72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EF0886-BF46-47C6-B3EB-0B165595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B34331E-8372-4671-9FC2-FEA3D15A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9554D8A-B95D-4D4A-A268-9585189E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60903D-D5E6-488E-A86D-D9ACDFED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3431723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0CCD61-4464-4580-9D6D-52B9ED53C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4CAA55-F3A5-4324-87FB-037E295A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A60B1D8-46EE-4DE3-8700-CAC738B2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899F51F-6942-40F9-948A-FCE8DFDE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B1219C-474D-45A5-A88C-DACA255E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79734BC-00DD-4995-95E1-5AB7ACED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20F306-6EAE-45F5-997B-6BAFCB27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3635965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334860-F4DC-4764-9399-2F196401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C4D727-A168-4B49-B208-79A372E7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pohja: 578 WB-havaintoa; reitit 28 / 0 / 15 / 152;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3774455-702B-4DBE-86E0-67531A6B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5E95CBB-DBEA-49A3-A990-FD75B074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E2D2D7-CE05-42BF-A3BF-BF45D878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FD0BAA-3A6C-421A-836B-2FF47A49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F99B40D-00AC-411F-B73D-FB4F9D8B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C086BF-8F7E-472E-8AE5-B25BB10F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CED2DAB-FC3C-4F81-BB97-7C126550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289A65B-F8F7-4902-807B-F74BE0CE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6B5DBE0-4D50-4580-80FC-F6A7C3BD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6203174-01A8-4B39-8B4F-8BAB722D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8CDE102-F3FE-4978-B269-678D28DD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FE6DED7-5EBF-4590-9767-1D189C45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BEF9FAF-894A-49EE-A142-07055B22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610548A-3FF7-437D-8176-E9AB7D46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3044A41-53BF-4D5F-9F22-33DC9ABF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E0D9374-15B8-4764-BA33-43194E5B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89DDE00-5CC6-4658-AEF2-213106A2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B7F7C9F-E1B3-42E8-AB5F-6E29E0EF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D94975F-8204-4D77-9A94-3B757D4B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6C77EAA-DD68-41C0-8E01-A9525D24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207155002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4874E2-F6DA-4600-9A49-46187AA8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A699D0-5941-4E0F-BBB4-7AE5883A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342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98 markkinamittaria ja 36 Ruotsin FHM-lukua; menetelmäkontrolli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C9A748-C4C5-4485-9BC8-D40B9325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D9E9C3-3607-46E3-AF9C-A72134CB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6159FF-E674-4EFC-81FF-D845AE79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E3A956D-1491-44D3-93DF-2755B58A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D5/D7 hylätty, D10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laajan ryhmän laitteelle + 62 500 osasarjalle. Ei sähkötupakkakohtainen, retail-arvo tai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F044E7-1553-4201-9757-F5DE474A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0604105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17D321-2E5A-4D17-B759-891E24FF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3B081B-42A7-40BB-957E-823573E3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B7C1B4-D5AA-4B30-9823-DFDD8D8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DC557D-A005-4059-93C6-64882BD4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0AC664F-6113-41B6-A184-911588FB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697CD2B-1F7C-4592-B2A8-C892BB2C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45348CD-759C-4909-8DDE-CD29929F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250B4A-362B-48E9-9D80-2AF74A65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9A97BC-327B-4A65-AF12-BCA9B9EA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8E6C236-B3D9-41D5-806C-9E20A471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B39B2AC-D140-4376-8759-671FABEE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2D5729-67A5-40E2-8270-1FA46F79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FE2CBFB-448D-4C9F-931F-A32ADD34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F8577C8-4034-4601-B492-6486959F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D5924B-E916-4487-9CD8-4C5757AF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A3DED8A-A7F9-4536-B8A6-3B43AF51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eli 5,03 %,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04F07C3-CD0C-4BB4-87A8-DB6472A4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D9A3E5D-12D3-4C20-9C18-67D8AF08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23B7068-8268-4D79-A973-F9F13673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 hylätty: NAICS 459999 jää kohdejoukon ulkopuolelle. D7 hylätty: tarkkoja tuoteryhmätason laatumittareita ei ole saatavilla. D10 avoin: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91097610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10A1DA-3C10-4376-A618-809C9EC1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3D80CF9-2DB1-418E-A282-4E3DED31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60346D1-8AC2-47B5-8CAF-2E7EEEAF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B555E9D-2F68-44E0-BF5C-B95B65FA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9A81E2B-33DA-42DE-9CE3-0451B326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9E5277-531F-4ED3-89A7-D9681A35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44028B-3DB4-43A9-96AE-E97AB8BF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55877705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C3B41E-40A9-4C4C-82F8-D897FFA4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415177-4C8B-4951-91DF-1EB3CA13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sokkotesti falsifioi — ei arvota markkinaa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B358614-857D-44A7-A977-B7B0B9A5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421FF2-CC79-4433-873B-7B926BE7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714A93F-8138-47A4-AFCA-E3DAC043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C49E080-00DE-464B-A7D4-F9615C2E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3E7E4E7-7685-4383-AD9D-35E7F720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3C119C-A482-4CCC-BC42-77D65FF6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327442-E61E-4477-BAF8-69B40A0F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2E74043-3F9A-4110-B188-2F5FC8DF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DAC7B39-42E6-4BB8-8DE5-1F4AFCBF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50BF504-0125-4BB6-BFAA-BDDDEDB6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7BDB7A5-4DBF-4ED9-AA33-17CFEF18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EF856FC-03D0-41A9-8B97-096ED1D9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9DDAA4-09A6-405F-8C89-61F207E0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AFDCC0F-53EA-44DE-8806-9C947679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B3BA2D9-3A57-44B3-B51A-D3CEE2BD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9117A6D-CF49-425D-83A5-E4D45959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5922A74-938F-421C-9C23-261121BE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DE-BLIND-1.0.0 lukittiin ennen tulevaa toimittajatoimitusta: 2023 ankkuri 1,241 milj. l, 2024 ankkuri 1,284 milj. l ja yhteensä 2,525 milj. l. Rajat 15 % vuodessa ja 10 % yhdessä. EI PISTEYTETTY; ei automaattista donor- tai kaupallista vaikutusta.</a:t>
            </a:r>
          </a:p>
        </p:txBody>
      </p:sp>
    </p:spTree>
    <p:extLst>
      <p:ext uri="{BB962C8B-B14F-4D97-AF65-F5344CB8AC3E}">
        <p14:creationId xmlns:p14="http://schemas.microsoft.com/office/powerpoint/2010/main" val="201981371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A4D05A-5300-46C0-86F9-66208FAF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CA85D6-289F-49C7-8ED8-DC05AF2C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4B4F73F-C24B-4878-9DA0-8489B8A2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C34159-6F52-4669-B380-F6F9C5FB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BF0488-25D3-4C84-A747-61537E90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2B9956-1235-4BE6-9572-971065E8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10FCF25-A76C-48DD-868C-AD4697C3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97E179-E23B-4089-BD35-8A93E908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DBBB66-2F2B-42FA-B1E7-D592AB05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D9D8A4F-E53B-46C1-A457-3BCCD10A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12D07ED-AA61-4A64-AFBF-7CC60CDB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0EE29A-4D99-4D51-8372-0645E418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5B0D510-BE19-45D4-A95E-265187F0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26482AE-9B5F-437A-B956-05048959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D5D6336-26A1-4114-9605-727990A8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FE229FF-C387-473C-B16D-C4487EAF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EAB6EBF-41AD-4E98-89E2-2EDD38A6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A0FBE86-333F-4B7A-920B-3A5E2881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B86A4CF-E01A-4241-95AB-8EE4612B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413874B1-9813-4BF8-B308-B6CEFA9E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193AC46-3A91-4043-8999-148F49F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56718B5-3E37-4115-9CB0-36650FF8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190795195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388AABB-A6D1-4D23-8808-5B9E8C09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C818EAF-AEB8-4D90-9388-6CF90B6C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411A7D4-270F-43A7-ADF3-7800197B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A5F7C6E-FBBD-4EDC-8EA8-1C52865F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DEF20F-A479-477E-BD2C-C9CF4399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69DE6-EDDD-4D79-B9B2-59EF91D9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6AE611E-3AE2-4768-84D0-5E60602C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EBE727C-8956-4EEA-A125-1D03C4A1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DCD3A86-2D36-42FD-BE9F-146ABBF8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B7CFD1D-3F3C-4FBC-A6B7-30A34B8D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83CCF17-5F79-4260-B48C-1A7F5E3D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65830767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A14FF9-6CC5-4DA2-BE24-0325BA3D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93ACF4C-7B50-4641-8AFC-D0DEE8D4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7ABA40-6144-4EE4-9CF7-D471D67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7B7A39-74D3-4276-AE8F-61C00BAE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282012-777B-421E-B057-378B5B3D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5E8449-D2E6-4A8B-BED6-B2B8F390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C42D14-6BAA-472D-A61E-2697D128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44112999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9D2B1F8-3EBA-4A9A-AD00-DDDF21D0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7A8F0DF-58FF-4A96-893F-0596616C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6771378-883E-4DE9-9170-0D212653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D414FB-3707-42B1-98F3-C3999B2A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DB9C2C-CE1D-486C-9A0D-B5AE7413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D2ED368-1739-4862-9DD3-0B9C3198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80F83C3-BEBF-484F-896B-B8E36FEF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5A8243-D109-4B9E-9800-75FE919B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1638DA3-93CD-45F6-A3FB-5BC6B5E3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B4B79BC-22C7-415D-B615-31125F07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651C7-EBC5-435E-BAAE-49E6F5C0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69670136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C170FB-356B-4229-B33A-2325AC65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916D7D-D607-4D67-A3DA-3C4A1E70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8972D31-8E58-4E0B-85A4-5B4BA035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2DA68A-A0FE-4575-9E39-1CB40DE2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A28C92-DAA5-43CC-8EFA-0A95AA56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F3DEB9D-5571-4071-8D4E-9771106B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1025B50-0F3A-4786-991F-7F7AA0A5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99340174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3EDE8D3-3873-4598-8477-1F077554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0D32-27DA-463F-A828-D161589D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A9A70F-2A0A-4026-8739-9A052087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C540C4-6E96-483D-81C2-157E8011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3E9157-96D4-4D52-9B0F-44952C5B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3E11DFB-6C40-4D2B-AE23-717A7601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F6BA6A7-366D-4200-ADB6-248848F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690898-AE40-49BA-B392-81F8BD6D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548CAE7-ACA2-4DC7-9D36-633DC8A0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D74FCBF-8100-4011-AF5D-E28DBBDF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F804BD8-1DBD-4738-B40C-5B3DBEF6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60A51C1-0D37-4A95-B357-3395E716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605ABE5-8E41-49A5-A59B-654E67DC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9683263-2F8A-4626-BAED-B746D401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D9A0A96-9E21-48FB-BA3D-DBF3468D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9FC7D39-85A6-4A1F-8798-34A59ACD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704CBF9-DBE7-4C11-BA72-566BCC82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9AD133-5926-47B3-90A9-CD45AACD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8AF635A-1B0E-470F-A23F-A5270D43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9F08DC9-D512-44B6-9464-EC0875E1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11D594-4308-43D6-80FB-95CCCB41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5693D73-CF59-4C18-9E0C-C34F7A5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614E418-8D96-42B6-B947-FDF848C6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4281884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A7844C8-1535-4DFB-8AD4-EEB16244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6B90A45-5EB0-45C9-A4D4-F0EA886A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22FDA8-D9E5-4C1B-B4D9-6BB9877F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9805B2-02DD-4324-B041-017435A4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B9CF99-36C3-4E30-9E00-10EE817E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73C5A7B-FB1A-4F26-A8AF-C23B71E6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17BBCC6-F0F9-4482-9A82-3DE37C74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AA3CAB-03BF-46F0-8FB9-B1E403E0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E40AF7-B844-44E4-A840-790493BB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815968A-0A1A-419D-92E7-4FF281BF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04BDED7-B295-4A05-A93D-E7AE88A9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B34077B-FE68-4463-A2D7-613164A1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9C43C87-29BE-476E-BD0F-5F82D6B3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2334AA6-C453-4D0E-BBE8-C456C712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E8C8A65-2738-4E7B-9261-0984821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561DC9-937B-4EFE-9F0E-A07E0BD3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06AAE62-7AD4-4388-8114-84FE5AF0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F55BCF8-37EE-4C27-BF6C-0797A708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E764BD3-EF73-47D4-9525-60ACE834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882615E-F9B2-4997-AD15-A10D3D2D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EC384A6-1089-4CC7-9123-45CDFE20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98656B5-D324-4AA0-AABF-21C08992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DD1E68-7234-4F5D-AE8E-EA08D1E8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20581617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085786-1C4E-4073-A9A7-224AB6B8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5090B65-3781-4CF0-A950-594D5811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767C74-A1CB-4087-AF6B-221B193B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9AD98BD-6085-4C8A-AE56-FB42C2C8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D1E5C0-165D-40F9-88C5-477DE365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8F589A-A451-40B4-82D1-A023DB25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E5521E5-533D-423E-B338-98AF133D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70861754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47CAA-8DCA-42F3-8FC9-03E53B55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0C57B4-D657-4A3E-A51D-8E62F80A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327CE1F-2BC0-4A82-A279-E7F8809D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152D07-CFAB-46A2-8801-A2E14FA5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3D817B-E769-4459-B2AE-B6ABD922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FB925B-469B-4713-999F-CE78C25A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84378D-4899-4BD8-8CE8-EE11A2EB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44718332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A9EC75-6225-4B26-B6CC-2D60D806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F34F845-6B46-4BBA-B0AF-A5B2254F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96461E-46E6-4795-975B-D33E29B9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8330969-0E70-40B1-94F4-9977D06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30790B-7DD1-4B20-A4BC-24486A23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41C004A-D318-4CD3-A4BB-3F443D5A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96A127-0CEC-4247-9DE4-FB1697B7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65664479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0915F13-D161-4EF1-8DB1-2DBF36D6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CAA8EA-A2AF-45E7-A06B-68C4B2AF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6F64DE-AE49-41CB-A213-D9BFB3AC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84613DC-548D-46EF-8382-16AA6156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2957569-1CD4-4C96-AE0B-D59A5B6B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43254B8-8862-45CC-ACC3-AD37CD9B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FAE0EE-6D8D-441F-A8E4-94A1BCF1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86667251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405BE30-00F1-4C6C-8FE3-96AB2E3D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DA37927-6F69-4506-A8C0-9FF2C606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C2B830-60B5-4FB6-B26E-749C19A1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B559EB4-1977-4E36-90DB-F2E98468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6F08EF-BB6A-44CF-8C52-3403F57A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3F3A785-ED85-4C31-BC4F-BF5925FC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8AFB9E4-8C05-4FB5-96D7-4B3F96C1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98278767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36619D-504E-44AE-AA24-094B7247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00A11A-A514-4029-B336-42D9F6B7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90 päivän sulkemissprintti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08C773-1432-4A49-B8B5-B61DE9CA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5ED1B9A-DE94-49FE-B3A4-795BE0C9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16E791-ACE7-4742-920B-06C84313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2026.08.02-41 · 2026-08-02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DE749D-C37D-419B-912F-16607A64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4BA6207-B0D3-478C-9F0D-15ACA109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D921BE-A5A0-4813-A20E-47013D70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93628A5-18F7-43CE-891D-953BFAEC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4E8D582-5B5F-4AB2-9F32-F47D4CEE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183,371/197,070 milj. NZD:n nettorajaproxyt ovat vain D10-diagnostiikkaa; tarvitaan saman rajauksen retail-silta. Kanada: NAICS 459999-, tarkkuus- ja tapahtumavajeet vaativat riippumattoman POS-/retail-reitin.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A0E6CD40-7487-4BEE-B3DF-6F63E10C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A17FAD4-C7FB-4D55-8821-BF64BDE2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CE4EF55-963B-470D-9790-2FD534C6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8CA1DDA-E538-4DE9-8AB6-5A9AC214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virallinen 2020–2023 e-nestevirta ja vuoden 2025 laajan höyrystyslaiteryhmän verosilta. E-sähkötupakka-/lämmitin-/monitoimilaitejako, retail-arvo ja varsinainen donor-kandidaatti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4770C1E-8E9D-44AF-A2D9-5E479905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2371E2F-722F-4F01-AA78-EC0D5B18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56790B9-D54E-41EA-AE90-AF40DF87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BC5C44C-087B-46B9-BA8F-BF22AF59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2.8.: Kanada pysyy 7/10; NAICS 459999, laatumittarit ja D10-silta puuttuvat. NZ:n valitut tullikontrollit ovat diagnostiikkaa. Saksa DE-BLIND-1.0.0 lukittu ennakolta, EI PISTEYTETTY. Euromonitor pausella; ei ostoa tai maksua.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520DD713-88FC-4599-B862-DA0DF155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7AC2B75-ED3E-4278-9894-D595DF3C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56C310F-41E2-4F01-A4DB-BD839ECF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4404A8F-47F3-4ECE-B6C4-1B249D1F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B32B3AE-282A-4767-9615-C15A265F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Päiväpaketti muodostetaan enintään kerran Asia/Nicosia-kalenteripäivässä; dashboard voi päivittyä päivän aikana.</a:t>
            </a:r>
          </a:p>
        </p:txBody>
      </p:sp>
    </p:spTree>
    <p:extLst>
      <p:ext uri="{BB962C8B-B14F-4D97-AF65-F5344CB8AC3E}">
        <p14:creationId xmlns:p14="http://schemas.microsoft.com/office/powerpoint/2010/main" val="12202302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29A294-FC5D-492A-AAFB-9F241EDB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29D8E2-7398-45A5-AF2C-81B32473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6DB4609-389D-4709-AE18-C71FC4AE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782B766-FE64-4BE7-8F1F-29072168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2026.08.02-41 · 2026-08-02 · 30 / 30</a:t>
            </a:r>
          </a:p>
        </p:txBody>
      </p:sp>
    </p:spTree>
    <p:extLst>
      <p:ext uri="{BB962C8B-B14F-4D97-AF65-F5344CB8AC3E}">
        <p14:creationId xmlns:p14="http://schemas.microsoft.com/office/powerpoint/2010/main" val="188793498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2026-08-02T08:05:12.2380000Z</dcterms:created>
  <dcterms:modified xsi:type="dcterms:W3CDTF">2026-08-02T08:05:12.2380000Z</dcterms:modified>
</coreProperties>
</file>