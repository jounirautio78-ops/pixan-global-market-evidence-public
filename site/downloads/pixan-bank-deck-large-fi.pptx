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30802556ea42c5" /><Relationship Type="http://schemas.openxmlformats.org/officeDocument/2006/relationships/extended-properties" Target="/docProps/app.xml" Id="R0ee318ce6e56426c" /><Relationship Type="http://schemas.openxmlformats.org/officeDocument/2006/relationships/officeDocument" Target="/ppt/presentation.xml" Id="Rb673812f1019463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203d41e6274f9d"/>
  </p:sldMasterIdLst>
  <p:notesMasterIdLst>
    <p:notesMasterId xmlns:r="http://schemas.openxmlformats.org/officeDocument/2006/relationships" r:id="R24d48f8532104896"/>
  </p:notesMasterIdLst>
  <p:sldIdLst>
    <p:sldId xmlns:r="http://schemas.openxmlformats.org/officeDocument/2006/relationships" id="256" r:id="R01597817127e4393"/>
    <p:sldId xmlns:r="http://schemas.openxmlformats.org/officeDocument/2006/relationships" id="257" r:id="Rdefd0ac335194470"/>
    <p:sldId xmlns:r="http://schemas.openxmlformats.org/officeDocument/2006/relationships" id="258" r:id="Ra6dd81cc28cc42d7"/>
    <p:sldId xmlns:r="http://schemas.openxmlformats.org/officeDocument/2006/relationships" id="259" r:id="R026b64a79c6d4e1e"/>
    <p:sldId xmlns:r="http://schemas.openxmlformats.org/officeDocument/2006/relationships" id="260" r:id="R64003200b6ef4fa2"/>
    <p:sldId xmlns:r="http://schemas.openxmlformats.org/officeDocument/2006/relationships" id="261" r:id="R600e80e95e6645a3"/>
    <p:sldId xmlns:r="http://schemas.openxmlformats.org/officeDocument/2006/relationships" id="262" r:id="R13f42814b73f4c68"/>
    <p:sldId xmlns:r="http://schemas.openxmlformats.org/officeDocument/2006/relationships" id="263" r:id="Ra8e7097d9620444d"/>
    <p:sldId xmlns:r="http://schemas.openxmlformats.org/officeDocument/2006/relationships" id="264" r:id="Rfb09dfeba22443d6"/>
    <p:sldId xmlns:r="http://schemas.openxmlformats.org/officeDocument/2006/relationships" id="265" r:id="R1299d9ea01654b25"/>
    <p:sldId xmlns:r="http://schemas.openxmlformats.org/officeDocument/2006/relationships" id="266" r:id="R7cd8b353400e4512"/>
    <p:sldId xmlns:r="http://schemas.openxmlformats.org/officeDocument/2006/relationships" id="267" r:id="R316ce21f7ff34f6c"/>
    <p:sldId xmlns:r="http://schemas.openxmlformats.org/officeDocument/2006/relationships" id="268" r:id="R634634f033f249ce"/>
    <p:sldId xmlns:r="http://schemas.openxmlformats.org/officeDocument/2006/relationships" id="269" r:id="Rd80800f72a6c4e3c"/>
    <p:sldId xmlns:r="http://schemas.openxmlformats.org/officeDocument/2006/relationships" id="270" r:id="Rdcd38eef352f46ab"/>
    <p:sldId xmlns:r="http://schemas.openxmlformats.org/officeDocument/2006/relationships" id="271" r:id="R7491d98ba9ea4780"/>
    <p:sldId xmlns:r="http://schemas.openxmlformats.org/officeDocument/2006/relationships" id="272" r:id="R1bddd4fe7cc6483f"/>
    <p:sldId xmlns:r="http://schemas.openxmlformats.org/officeDocument/2006/relationships" id="273" r:id="R90aa10642d184e78"/>
    <p:sldId xmlns:r="http://schemas.openxmlformats.org/officeDocument/2006/relationships" id="274" r:id="R8cdc85340f3c49fb"/>
    <p:sldId xmlns:r="http://schemas.openxmlformats.org/officeDocument/2006/relationships" id="275" r:id="R97ff884df3254a04"/>
    <p:sldId xmlns:r="http://schemas.openxmlformats.org/officeDocument/2006/relationships" id="276" r:id="Rf9b13a8836784360"/>
    <p:sldId xmlns:r="http://schemas.openxmlformats.org/officeDocument/2006/relationships" id="277" r:id="R3eae8fae786446f5"/>
    <p:sldId xmlns:r="http://schemas.openxmlformats.org/officeDocument/2006/relationships" id="278" r:id="R04c16b66e9804ff5"/>
    <p:sldId xmlns:r="http://schemas.openxmlformats.org/officeDocument/2006/relationships" id="279" r:id="R34dd53daffe14d5b"/>
    <p:sldId xmlns:r="http://schemas.openxmlformats.org/officeDocument/2006/relationships" id="280" r:id="R829c9a53c0d047e2"/>
    <p:sldId xmlns:r="http://schemas.openxmlformats.org/officeDocument/2006/relationships" id="281" r:id="Rec1d3b5572614c04"/>
    <p:sldId xmlns:r="http://schemas.openxmlformats.org/officeDocument/2006/relationships" id="282" r:id="Rf15f1d8e80fb418c"/>
    <p:sldId xmlns:r="http://schemas.openxmlformats.org/officeDocument/2006/relationships" id="283" r:id="R2b45285601a84029"/>
    <p:sldId xmlns:r="http://schemas.openxmlformats.org/officeDocument/2006/relationships" id="284" r:id="Rb514c9061c3240cc"/>
    <p:sldId xmlns:r="http://schemas.openxmlformats.org/officeDocument/2006/relationships" id="285" r:id="R8b90095d3df243b7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a013ea899634538" /><Relationship Type="http://schemas.openxmlformats.org/officeDocument/2006/relationships/slideMaster" Target="/ppt/slideMasters/slideMaster1.xml" Id="Rcb203d41e6274f9d" /><Relationship Type="http://schemas.openxmlformats.org/officeDocument/2006/relationships/notesMaster" Target="/ppt/notesMasters/notesMaster1.xml" Id="R24d48f8532104896" /><Relationship Type="http://schemas.openxmlformats.org/officeDocument/2006/relationships/presProps" Target="/ppt/presProps.xml" Id="Re9ae67bc5ac44b68" /><Relationship Type="http://schemas.openxmlformats.org/officeDocument/2006/relationships/viewProps" Target="/ppt/viewProps.xml" Id="R28ce93455b5c43d7" /><Relationship Type="http://schemas.openxmlformats.org/officeDocument/2006/relationships/tableStyles" Target="/ppt/tableStyles.xml" Id="Rf628aef2e2fa4ff3" /><Relationship Type="http://schemas.openxmlformats.org/officeDocument/2006/relationships/slide" Target="/ppt/slides/slide1.xml" Id="R01597817127e4393" /><Relationship Type="http://schemas.openxmlformats.org/officeDocument/2006/relationships/slide" Target="/ppt/slides/slide2.xml" Id="Rdefd0ac335194470" /><Relationship Type="http://schemas.openxmlformats.org/officeDocument/2006/relationships/slide" Target="/ppt/slides/slide3.xml" Id="Ra6dd81cc28cc42d7" /><Relationship Type="http://schemas.openxmlformats.org/officeDocument/2006/relationships/slide" Target="/ppt/slides/slide4.xml" Id="R026b64a79c6d4e1e" /><Relationship Type="http://schemas.openxmlformats.org/officeDocument/2006/relationships/slide" Target="/ppt/slides/slide5.xml" Id="R64003200b6ef4fa2" /><Relationship Type="http://schemas.openxmlformats.org/officeDocument/2006/relationships/slide" Target="/ppt/slides/slide6.xml" Id="R600e80e95e6645a3" /><Relationship Type="http://schemas.openxmlformats.org/officeDocument/2006/relationships/slide" Target="/ppt/slides/slide7.xml" Id="R13f42814b73f4c68" /><Relationship Type="http://schemas.openxmlformats.org/officeDocument/2006/relationships/slide" Target="/ppt/slides/slide8.xml" Id="Ra8e7097d9620444d" /><Relationship Type="http://schemas.openxmlformats.org/officeDocument/2006/relationships/slide" Target="/ppt/slides/slide9.xml" Id="Rfb09dfeba22443d6" /><Relationship Type="http://schemas.openxmlformats.org/officeDocument/2006/relationships/slide" Target="/ppt/slides/slide10.xml" Id="R1299d9ea01654b25" /><Relationship Type="http://schemas.openxmlformats.org/officeDocument/2006/relationships/slide" Target="/ppt/slides/slide11.xml" Id="R7cd8b353400e4512" /><Relationship Type="http://schemas.openxmlformats.org/officeDocument/2006/relationships/slide" Target="/ppt/slides/slide12.xml" Id="R316ce21f7ff34f6c" /><Relationship Type="http://schemas.openxmlformats.org/officeDocument/2006/relationships/slide" Target="/ppt/slides/slide13.xml" Id="R634634f033f249ce" /><Relationship Type="http://schemas.openxmlformats.org/officeDocument/2006/relationships/slide" Target="/ppt/slides/slide14.xml" Id="Rd80800f72a6c4e3c" /><Relationship Type="http://schemas.openxmlformats.org/officeDocument/2006/relationships/slide" Target="/ppt/slides/slide15.xml" Id="Rdcd38eef352f46ab" /><Relationship Type="http://schemas.openxmlformats.org/officeDocument/2006/relationships/slide" Target="/ppt/slides/slide16.xml" Id="R7491d98ba9ea4780" /><Relationship Type="http://schemas.openxmlformats.org/officeDocument/2006/relationships/slide" Target="/ppt/slides/slide17.xml" Id="R1bddd4fe7cc6483f" /><Relationship Type="http://schemas.openxmlformats.org/officeDocument/2006/relationships/slide" Target="/ppt/slides/slide18.xml" Id="R90aa10642d184e78" /><Relationship Type="http://schemas.openxmlformats.org/officeDocument/2006/relationships/slide" Target="/ppt/slides/slide19.xml" Id="R8cdc85340f3c49fb" /><Relationship Type="http://schemas.openxmlformats.org/officeDocument/2006/relationships/slide" Target="/ppt/slides/slide20.xml" Id="R97ff884df3254a04" /><Relationship Type="http://schemas.openxmlformats.org/officeDocument/2006/relationships/slide" Target="/ppt/slides/slide21.xml" Id="Rf9b13a8836784360" /><Relationship Type="http://schemas.openxmlformats.org/officeDocument/2006/relationships/slide" Target="/ppt/slides/slide22.xml" Id="R3eae8fae786446f5" /><Relationship Type="http://schemas.openxmlformats.org/officeDocument/2006/relationships/slide" Target="/ppt/slides/slide23.xml" Id="R04c16b66e9804ff5" /><Relationship Type="http://schemas.openxmlformats.org/officeDocument/2006/relationships/slide" Target="/ppt/slides/slide24.xml" Id="R34dd53daffe14d5b" /><Relationship Type="http://schemas.openxmlformats.org/officeDocument/2006/relationships/slide" Target="/ppt/slides/slide25.xml" Id="R829c9a53c0d047e2" /><Relationship Type="http://schemas.openxmlformats.org/officeDocument/2006/relationships/slide" Target="/ppt/slides/slide26.xml" Id="Rec1d3b5572614c04" /><Relationship Type="http://schemas.openxmlformats.org/officeDocument/2006/relationships/slide" Target="/ppt/slides/slide27.xml" Id="Rf15f1d8e80fb418c" /><Relationship Type="http://schemas.openxmlformats.org/officeDocument/2006/relationships/slide" Target="/ppt/slides/slide28.xml" Id="R2b45285601a84029" /><Relationship Type="http://schemas.openxmlformats.org/officeDocument/2006/relationships/slide" Target="/ppt/slides/slide29.xml" Id="Rb514c9061c3240cc" /><Relationship Type="http://schemas.openxmlformats.org/officeDocument/2006/relationships/slide" Target="/ppt/slides/slide30.xml" Id="R8b90095d3df243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1313887f05e4fd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7f8f0a7be0f46a4" /><Relationship Type="http://schemas.openxmlformats.org/officeDocument/2006/relationships/notesMaster" Target="/ppt/notesMasters/notesMaster1.xml" Id="R431952ec553c4b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4331715460b46d6" /><Relationship Type="http://schemas.openxmlformats.org/officeDocument/2006/relationships/notesMaster" Target="/ppt/notesMasters/notesMaster1.xml" Id="Ra5e6b4c4ad134a6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e60100498344905" /><Relationship Type="http://schemas.openxmlformats.org/officeDocument/2006/relationships/notesMaster" Target="/ppt/notesMasters/notesMaster1.xml" Id="Rd1c1b43e0fb243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92f45c0abe4423" /><Relationship Type="http://schemas.openxmlformats.org/officeDocument/2006/relationships/notesMaster" Target="/ppt/notesMasters/notesMaster1.xml" Id="Rf42da83964274f9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9f5d06df20e4582" /><Relationship Type="http://schemas.openxmlformats.org/officeDocument/2006/relationships/notesMaster" Target="/ppt/notesMasters/notesMaster1.xml" Id="R4237b40512f74a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8e413222b44ca8" /><Relationship Type="http://schemas.openxmlformats.org/officeDocument/2006/relationships/notesMaster" Target="/ppt/notesMasters/notesMaster1.xml" Id="Re20549eac7bb44c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83e67bf01844f5" /><Relationship Type="http://schemas.openxmlformats.org/officeDocument/2006/relationships/notesMaster" Target="/ppt/notesMasters/notesMaster1.xml" Id="Re95636568c5c48d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72673e26c854d1f" /><Relationship Type="http://schemas.openxmlformats.org/officeDocument/2006/relationships/notesMaster" Target="/ppt/notesMasters/notesMaster1.xml" Id="R505f841d04ca4fd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57266d8c0434f64" /><Relationship Type="http://schemas.openxmlformats.org/officeDocument/2006/relationships/notesMaster" Target="/ppt/notesMasters/notesMaster1.xml" Id="Ra540097b100f47b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ae3d48fdbe049fa" /><Relationship Type="http://schemas.openxmlformats.org/officeDocument/2006/relationships/notesMaster" Target="/ppt/notesMasters/notesMaster1.xml" Id="Rec0e99ec47fa47b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f3457be0ea34672" /><Relationship Type="http://schemas.openxmlformats.org/officeDocument/2006/relationships/notesMaster" Target="/ppt/notesMasters/notesMaster1.xml" Id="Rd3d3fb33413b4de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60ccbf1079d475f" /><Relationship Type="http://schemas.openxmlformats.org/officeDocument/2006/relationships/notesMaster" Target="/ppt/notesMasters/notesMaster1.xml" Id="Rcb10504543f044e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830073348f24ed2" /><Relationship Type="http://schemas.openxmlformats.org/officeDocument/2006/relationships/notesMaster" Target="/ppt/notesMasters/notesMaster1.xml" Id="R9d6297b484804e8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d140f5451404cf4" /><Relationship Type="http://schemas.openxmlformats.org/officeDocument/2006/relationships/notesMaster" Target="/ppt/notesMasters/notesMaster1.xml" Id="Radc16bc3105a466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56261cc3764e23" /><Relationship Type="http://schemas.openxmlformats.org/officeDocument/2006/relationships/notesMaster" Target="/ppt/notesMasters/notesMaster1.xml" Id="R4af15cc210934c9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f8326cdf5e64564" /><Relationship Type="http://schemas.openxmlformats.org/officeDocument/2006/relationships/notesMaster" Target="/ppt/notesMasters/notesMaster1.xml" Id="R6f1c4a462a11411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bd91316729f4e32" /><Relationship Type="http://schemas.openxmlformats.org/officeDocument/2006/relationships/notesMaster" Target="/ppt/notesMasters/notesMaster1.xml" Id="R0e4482bc273b466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9968f0d49c64cef" /><Relationship Type="http://schemas.openxmlformats.org/officeDocument/2006/relationships/notesMaster" Target="/ppt/notesMasters/notesMaster1.xml" Id="R03d756d6f65d415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2f832567172f4bf1" /><Relationship Type="http://schemas.openxmlformats.org/officeDocument/2006/relationships/notesMaster" Target="/ppt/notesMasters/notesMaster1.xml" Id="R334e48718a1a4f1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a44785e89e4431a" /><Relationship Type="http://schemas.openxmlformats.org/officeDocument/2006/relationships/notesMaster" Target="/ppt/notesMasters/notesMaster1.xml" Id="R9f22d6b37d6f453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a3cad5aa282c464b" /><Relationship Type="http://schemas.openxmlformats.org/officeDocument/2006/relationships/notesMaster" Target="/ppt/notesMasters/notesMaster1.xml" Id="Rbb05fb6d0e954dcc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ce8857d932147ab" /><Relationship Type="http://schemas.openxmlformats.org/officeDocument/2006/relationships/notesMaster" Target="/ppt/notesMasters/notesMaster1.xml" Id="Re72ed4dde62747ac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5de3e9ece0bd43cb" /><Relationship Type="http://schemas.openxmlformats.org/officeDocument/2006/relationships/notesMaster" Target="/ppt/notesMasters/notesMaster1.xml" Id="R9b818d58c4864656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d4ffe1e8a24471e" /><Relationship Type="http://schemas.openxmlformats.org/officeDocument/2006/relationships/notesMaster" Target="/ppt/notesMasters/notesMaster1.xml" Id="R4ecab98a35fe4b3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b48093813ae4172" /><Relationship Type="http://schemas.openxmlformats.org/officeDocument/2006/relationships/notesMaster" Target="/ppt/notesMasters/notesMaster1.xml" Id="R1a4137d1e1f14b8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b26f0a730654c19" /><Relationship Type="http://schemas.openxmlformats.org/officeDocument/2006/relationships/notesMaster" Target="/ppt/notesMasters/notesMaster1.xml" Id="R0d75d95bcbc5456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0d3f2a1a9e1f43f9" /><Relationship Type="http://schemas.openxmlformats.org/officeDocument/2006/relationships/notesMaster" Target="/ppt/notesMasters/notesMaster1.xml" Id="Rd752fdfb19844a55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5c06a649162c4da2" /><Relationship Type="http://schemas.openxmlformats.org/officeDocument/2006/relationships/notesMaster" Target="/ppt/notesMasters/notesMaster1.xml" Id="R5fb38419261b43d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bcb1298345d439a" /><Relationship Type="http://schemas.openxmlformats.org/officeDocument/2006/relationships/notesMaster" Target="/ppt/notesMasters/notesMaster1.xml" Id="Rf8b29c2fc7274e4c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eac389d292ce4e4f" /><Relationship Type="http://schemas.openxmlformats.org/officeDocument/2006/relationships/notesMaster" Target="/ppt/notesMasters/notesMaster1.xml" Id="Rb2479f3535a84ec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c65cf4c7084b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871c4beb0b400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45a4aee2eb413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6663ed696f24d9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67a24eb575452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eb0d63e3134c8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03c7bcf93e4aec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637055fe2e476d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a40fb1b310453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548f53856014c7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5fd6bb8d8d249b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BF51BBD-684D-4D47-8B95-E37C865158C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949B5752-92CA-4BAC-BF3B-13313B75B50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D093901-CBAA-40FE-837E-211152189D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C630E25-8E90-40EF-969A-F55029BA41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F40CCA-A2B3-4268-AFE5-C42B06C748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2E0B430-5848-4CC1-8F78-C955ACB131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F1882C8-390B-424F-B428-C307DA3FF36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070B08B-589D-4F8C-B6B2-3E41D6E3FD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FA3D25-5F3F-4463-8C49-87E77477A1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9B97918-6C43-4C2F-97BA-FDBB65DCF2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257DD1D-8FD2-4FF8-A5C1-F21486841F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8781158-6123-412F-88D4-E6F9A05CD2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27C553C-9CFD-40EE-9016-155E47F030A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67F7846-08EB-4337-B696-B1CA32A42A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1A8426-D85F-4A46-9C36-039771A297A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1231327-E6D0-4ECB-97E6-802BA6744B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1FCFC58-AB6B-4DB7-B2D5-6CA14BB09DF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424C645-2DE1-4691-BF1E-0FAADA11C8E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FEC3651-F562-4BD2-9BDE-BDB0665017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B9941C-6EC4-4D8F-806D-B28E098A0A2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CD3EC9-66E4-40AA-B13D-6A50B4CB88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2E3279-B2BB-4357-A837-38B0B4E5477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97C7BA5-0C3D-4574-9462-AD6B7A57156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EFBB370-833D-4DBD-8745-039BBB87906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632F3917-A6AA-4AA6-BFEC-F211B1C33EBC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185A68F-17C1-48EC-AC1F-C82F9C35B2E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293EABEC-9FED-4E12-8CEF-EAC731303F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39449D0-FE70-4CBA-9013-4E0FEFC60B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1B4B48DD-0819-47EE-83E7-E1D642DE8A1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7748058-E2CB-4F39-B0BD-A8F8CFCA72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03FEA61-8BC1-4CF8-957F-23BBE3C266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271E821-0CEB-47E3-80AF-3C3A6B341E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5C9348DD-04E2-4FDD-90F2-BEAE215B4BD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0C9B790-1DFC-4653-9828-787326DEA2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F15FBAF-3ED4-48CA-B20D-DF5EFC48B11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DDA3F3B-6414-4202-BB27-7F447918B9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2E3979B-4B70-4EC8-9F4D-46FC29CFBA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C709F01-43B8-4F65-8BAA-812443AD8B0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FFCD2E8-7750-4D44-8ABE-9C0E7E73B1B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F09E0B3-4FD1-4464-93C2-6340EF38A66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AB6BE5A3-0708-447F-AF80-1866E9A286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9E3C1E9-B5BF-40EA-8FD7-1DAB915C711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145B4DA-3062-4138-B7C1-CB06D4659A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5D90A29-2DFC-4E7D-9170-D7779630D35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A6AE8B95-7146-4299-A88F-28FBD7C1035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641438B-E1CB-41BF-8D0C-67DC1A7384A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34BEF65-6DB3-4758-9AA3-53A0D26A93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D78CD38-12A6-479A-A093-A911A2BBFF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DA3FBC6-33A0-4045-B82D-51EA7DA3DA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162A207-FEDC-4635-8147-F39E65067C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D1B881C-AD2F-4D17-B729-D51231C57F0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46C1A82-D0F6-4F8B-BAC0-462912AFD3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4ACB4A3-22F8-47DF-8491-C3966552CE8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D66CC20-1CA4-41B7-B3F6-0439A1B8D8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235927E-3A23-42EA-BD33-1B1A05CAB9E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B3A266E-35C6-456B-9C86-214DE3C38A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388C239-A759-4699-99DC-52AAB836D2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6374954-28A8-4FDA-BA1A-08AC74EA15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ab997d81ace4292" /><Relationship Type="http://schemas.openxmlformats.org/officeDocument/2006/relationships/slideLayout" Target="/ppt/slideLayouts/slideLayout1.xml" Id="R2285e29b62844f31" /><Relationship Type="http://schemas.openxmlformats.org/officeDocument/2006/relationships/slideLayout" Target="/ppt/slideLayouts/slideLayout2.xml" Id="R720abaafd0ca458c" /><Relationship Type="http://schemas.openxmlformats.org/officeDocument/2006/relationships/slideLayout" Target="/ppt/slideLayouts/slideLayout3.xml" Id="R2ba859a847554b55" /><Relationship Type="http://schemas.openxmlformats.org/officeDocument/2006/relationships/slideLayout" Target="/ppt/slideLayouts/slideLayout4.xml" Id="R0782bbb4043340c2" /><Relationship Type="http://schemas.openxmlformats.org/officeDocument/2006/relationships/slideLayout" Target="/ppt/slideLayouts/slideLayout5.xml" Id="Race8a6965cea4cbb" /><Relationship Type="http://schemas.openxmlformats.org/officeDocument/2006/relationships/slideLayout" Target="/ppt/slideLayouts/slideLayout6.xml" Id="Ref9d3261ecbd495c" /><Relationship Type="http://schemas.openxmlformats.org/officeDocument/2006/relationships/slideLayout" Target="/ppt/slideLayouts/slideLayout7.xml" Id="R62cfe6286d2c4cdb" /><Relationship Type="http://schemas.openxmlformats.org/officeDocument/2006/relationships/slideLayout" Target="/ppt/slideLayouts/slideLayout8.xml" Id="Rf54f9a3bad5b419a" /><Relationship Type="http://schemas.openxmlformats.org/officeDocument/2006/relationships/slideLayout" Target="/ppt/slideLayouts/slideLayout9.xml" Id="Rb42ad1d5a4904b9a" /><Relationship Type="http://schemas.openxmlformats.org/officeDocument/2006/relationships/slideLayout" Target="/ppt/slideLayouts/slideLayout10.xml" Id="R1abefd2df7dd42de" /><Relationship Type="http://schemas.openxmlformats.org/officeDocument/2006/relationships/slideLayout" Target="/ppt/slideLayouts/slideLayout11.xml" Id="R67d56816b5b3434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1BBFA3E-41F4-4AAD-8B22-F5AC33157F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AA7B640-6C2A-47BB-A9E8-8158958C52B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4DF413-3484-4C27-9F10-A3E962BF7375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EBF854A-29DF-4C92-88AC-6209149D016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F1AF73A-E7BE-4027-9A26-4FE43C558AC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85e29b62844f31"/>
    <p:sldLayoutId xmlns:r="http://schemas.openxmlformats.org/officeDocument/2006/relationships" id="2147483650" r:id="R720abaafd0ca458c"/>
    <p:sldLayoutId xmlns:r="http://schemas.openxmlformats.org/officeDocument/2006/relationships" id="2147483651" r:id="R2ba859a847554b55"/>
    <p:sldLayoutId xmlns:r="http://schemas.openxmlformats.org/officeDocument/2006/relationships" id="2147483652" r:id="R0782bbb4043340c2"/>
    <p:sldLayoutId xmlns:r="http://schemas.openxmlformats.org/officeDocument/2006/relationships" id="2147483653" r:id="Race8a6965cea4cbb"/>
    <p:sldLayoutId xmlns:r="http://schemas.openxmlformats.org/officeDocument/2006/relationships" id="2147483654" r:id="Ref9d3261ecbd495c"/>
    <p:sldLayoutId xmlns:r="http://schemas.openxmlformats.org/officeDocument/2006/relationships" id="2147483655" r:id="R62cfe6286d2c4cdb"/>
    <p:sldLayoutId xmlns:r="http://schemas.openxmlformats.org/officeDocument/2006/relationships" id="2147483656" r:id="Rf54f9a3bad5b419a"/>
    <p:sldLayoutId xmlns:r="http://schemas.openxmlformats.org/officeDocument/2006/relationships" id="2147483657" r:id="Rb42ad1d5a4904b9a"/>
    <p:sldLayoutId xmlns:r="http://schemas.openxmlformats.org/officeDocument/2006/relationships" id="2147483658" r:id="R1abefd2df7dd42de"/>
    <p:sldLayoutId xmlns:r="http://schemas.openxmlformats.org/officeDocument/2006/relationships" id="2147483659" r:id="R67d56816b5b3434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87d1831ec844be" /><Relationship Type="http://schemas.openxmlformats.org/officeDocument/2006/relationships/notesSlide" Target="/ppt/notesSlides/notesSlide1.xml" Id="Rdb6412ff5bff4fa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98cc6cca9f24209" /><Relationship Type="http://schemas.openxmlformats.org/officeDocument/2006/relationships/notesSlide" Target="/ppt/notesSlides/notesSlide2.xml" Id="Rbe59026161544c0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5ff9a973b994c28" /><Relationship Type="http://schemas.openxmlformats.org/officeDocument/2006/relationships/notesSlide" Target="/ppt/notesSlides/notesSlide3.xml" Id="Rdb22b24ec0e046b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7d2be010b594a18" /><Relationship Type="http://schemas.openxmlformats.org/officeDocument/2006/relationships/notesSlide" Target="/ppt/notesSlides/notesSlide4.xml" Id="R4ef7221cebcd4b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78ac2d50ad94c5f" /><Relationship Type="http://schemas.openxmlformats.org/officeDocument/2006/relationships/notesSlide" Target="/ppt/notesSlides/notesSlide5.xml" Id="Ra7fee177fae141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eb020e03198416d" /><Relationship Type="http://schemas.openxmlformats.org/officeDocument/2006/relationships/notesSlide" Target="/ppt/notesSlides/notesSlide6.xml" Id="R90df0583e987462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0b669a423b4b10" /><Relationship Type="http://schemas.openxmlformats.org/officeDocument/2006/relationships/notesSlide" Target="/ppt/notesSlides/notesSlide7.xml" Id="Rbd36f6746d49467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074f754ec7b48a9" /><Relationship Type="http://schemas.openxmlformats.org/officeDocument/2006/relationships/notesSlide" Target="/ppt/notesSlides/notesSlide8.xml" Id="R99583fb1409a43a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f28f14db4cc4d4c" /><Relationship Type="http://schemas.openxmlformats.org/officeDocument/2006/relationships/notesSlide" Target="/ppt/notesSlides/notesSlide9.xml" Id="R9e0b7ce26b93401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9f827a13dc47f2" /><Relationship Type="http://schemas.openxmlformats.org/officeDocument/2006/relationships/notesSlide" Target="/ppt/notesSlides/notesSlide10.xml" Id="R20b49267a5c8447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9377f4476364b6e" /><Relationship Type="http://schemas.openxmlformats.org/officeDocument/2006/relationships/notesSlide" Target="/ppt/notesSlides/notesSlide11.xml" Id="R752037d835fa45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ee2092d1e0486a" /><Relationship Type="http://schemas.openxmlformats.org/officeDocument/2006/relationships/notesSlide" Target="/ppt/notesSlides/notesSlide12.xml" Id="Rc36e6da866fd4b6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2b73f3ac234cae" /><Relationship Type="http://schemas.openxmlformats.org/officeDocument/2006/relationships/notesSlide" Target="/ppt/notesSlides/notesSlide13.xml" Id="Rce74f40739c2430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0351386d52048ab" /><Relationship Type="http://schemas.openxmlformats.org/officeDocument/2006/relationships/notesSlide" Target="/ppt/notesSlides/notesSlide14.xml" Id="Rfab8d43aa8b1483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bce950efe6342c7" /><Relationship Type="http://schemas.openxmlformats.org/officeDocument/2006/relationships/notesSlide" Target="/ppt/notesSlides/notesSlide15.xml" Id="Rec7d4aa8ec69413d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53a201e4f454eaf" /><Relationship Type="http://schemas.openxmlformats.org/officeDocument/2006/relationships/notesSlide" Target="/ppt/notesSlides/notesSlide16.xml" Id="Raeaa1a8163aa43e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d02e84ece774c6c" /><Relationship Type="http://schemas.openxmlformats.org/officeDocument/2006/relationships/notesSlide" Target="/ppt/notesSlides/notesSlide17.xml" Id="R20d43ace0cbf4d6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2bca23665444516" /><Relationship Type="http://schemas.openxmlformats.org/officeDocument/2006/relationships/notesSlide" Target="/ppt/notesSlides/notesSlide18.xml" Id="R7126fd51fc9042c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3a42ca8becf4a53" /><Relationship Type="http://schemas.openxmlformats.org/officeDocument/2006/relationships/notesSlide" Target="/ppt/notesSlides/notesSlide19.xml" Id="R82d44417bcfa49b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63885602e9e458a" /><Relationship Type="http://schemas.openxmlformats.org/officeDocument/2006/relationships/notesSlide" Target="/ppt/notesSlides/notesSlide20.xml" Id="R88990c672000467b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c4a244a3d504db0" /><Relationship Type="http://schemas.openxmlformats.org/officeDocument/2006/relationships/notesSlide" Target="/ppt/notesSlides/notesSlide21.xml" Id="R15854a8e3ed84e1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276c720643473e" /><Relationship Type="http://schemas.openxmlformats.org/officeDocument/2006/relationships/notesSlide" Target="/ppt/notesSlides/notesSlide22.xml" Id="R8319666fc2254a6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c1e3b819c0d43d6" /><Relationship Type="http://schemas.openxmlformats.org/officeDocument/2006/relationships/notesSlide" Target="/ppt/notesSlides/notesSlide23.xml" Id="Rebabaa52c1d84da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21d34744264ad4" /><Relationship Type="http://schemas.openxmlformats.org/officeDocument/2006/relationships/notesSlide" Target="/ppt/notesSlides/notesSlide24.xml" Id="Re526fbf71142470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aa7985f385949a1" /><Relationship Type="http://schemas.openxmlformats.org/officeDocument/2006/relationships/notesSlide" Target="/ppt/notesSlides/notesSlide25.xml" Id="R61e04bcb260e45f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f3a7431c7b841fb" /><Relationship Type="http://schemas.openxmlformats.org/officeDocument/2006/relationships/notesSlide" Target="/ppt/notesSlides/notesSlide26.xml" Id="R83a4c95086354e2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af86d0887904eda" /><Relationship Type="http://schemas.openxmlformats.org/officeDocument/2006/relationships/notesSlide" Target="/ppt/notesSlides/notesSlide27.xml" Id="R7d6278c8ce8f437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8a751b86464009" /><Relationship Type="http://schemas.openxmlformats.org/officeDocument/2006/relationships/notesSlide" Target="/ppt/notesSlides/notesSlide28.xml" Id="R65c8b1713df941c3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2a1fae2e5bd4af6" /><Relationship Type="http://schemas.openxmlformats.org/officeDocument/2006/relationships/notesSlide" Target="/ppt/notesSlides/notesSlide29.xml" Id="R4ffcb0987e254c32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24e8f43b35b46d9" /><Relationship Type="http://schemas.openxmlformats.org/officeDocument/2006/relationships/notesSlide" Target="/ppt/notesSlides/notesSlide30.xml" Id="R272ddc0d5b414f1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BD73F5E-9A42-48FF-A669-865679B14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C614A24-809A-48BE-8C42-4126D50A3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095069A-01A7-42C6-B101-FD0477BE0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DF54A3A-27D5-42E2-82A2-737F1CF6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2BEDEFE-532B-4ED9-BA56-D686E4F7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90DA88-5B73-4AEA-8F14-5E3F98385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428EF27-46B1-47E7-98A8-AE0906989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2026.07.28-32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6A7BB9C-947A-40AC-91B8-028709FEB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2026-07-28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5ECB303-3F95-4BA0-8FE4-EE25AC06A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A8E6129-8544-4A90-BB02-8212CE2D9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F424E3D-B90E-46AD-B7CF-BBAC8FCD4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17541429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4FA35F-D548-494F-A29E-C559720D9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924749-E70C-44B9-A99F-0A7F15F0E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BAF423-177F-4BD3-BA59-B81A4CEEA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DCB6829-E13E-4641-9015-265B4EFA6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3779458-F3EA-4223-A5FB-58D4280A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EB1D942-2376-4973-A39B-BF349C1DE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4D0CF72-9B4C-4435-9C71-2A8A3957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A29FB06-D6D6-4C0D-BA00-1FAC698E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menetelmäkontrolli erottaa 28 tarkistettua suunnitelmaa, 0 lähdepolkua, 15 EU TPD -mallia ja 152 rajaamatonta proxy-reittiä; mikään ei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5600D11F-DFB7-45EB-814D-B41E3DFC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B02C3BF-1E8D-42A2-822F-81453252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842AB1C-470D-4D41-82BD-E35DE616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93642908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C77286E-A572-4482-9847-1CCF9DDC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FAD1CD-FD44-4A48-9BB5-B5D93CF7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03AE7DC-F026-4234-8B55-E42693D94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73628DE-0DAA-47BF-A8AD-9EC33BED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4BC7F37-6113-4DB7-ACCE-7DB8DEC0E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CBCDC8-8076-410B-8625-6F4A0B53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912284E-B82D-4FA1-93C5-687207726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64801253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E63D04-7DB6-41E6-8FD1-135389C9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A28601-3CBA-434B-93FF-259F1A5D9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3E3CDD8-C15C-4B66-ABF9-7332F3EB6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2F12DC5-0CC7-453F-A2CC-7B275345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CB2C77-65C4-495C-A4EA-7219AD26B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AB913DD-18F0-4513-9210-78A23A00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CFD588C-92A3-43F9-A5A6-480F916F9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9C1CC64-78F0-404D-B0C4-666622F06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E575F99-9B51-4515-B747-C552EB4E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69EF498-D5AF-42EE-96CB-63CB7814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CB8C10A6-5D9F-4BE7-8EF6-27C1FD21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82335366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9DB0B37-7785-4245-9DD7-DD684ACAC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E2F32D-DDD2-4465-97A4-49D8DB4F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9E156F1-F7D8-46DB-A9CD-4180FB08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23D017-63C7-4ADA-B5F6-CF4FEB63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308FD9E-6BBD-47E2-B22B-066AB472A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0B7E5C0-1A6D-4E16-8385-86E746D5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592DB73-09EF-4E40-8AF9-89B1314C7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120B44-1BB0-4002-BD67-025530B1B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FFD75BA-2176-4CAC-8F8E-174A690A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67AC476-0610-4227-8622-D6E0A684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AD046016-4E4C-4687-8332-373258A83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152689986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419E967-7C68-407B-A98B-2D00C757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9C08829-601F-4E07-B43A-0C255A879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27E229-C8AF-4C55-92F9-3EC3333F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ACEF517-9397-4524-8275-D6C93388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9E3B59E-D132-49F0-AFF6-2800982CE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FF83488-F0E6-44A5-9E22-B9B1E5C7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3F60800-853D-49A3-804C-1942C4459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11383409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403A20C-C52B-48A4-B379-417313BDB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950E8EE-F546-48F4-BA20-BAE58B0F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25952A3-6757-4A8A-8942-C7A7C0BAA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DE7CD77-5735-4D6A-A100-52C2953F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4B9F13-9E01-40FB-A927-BDC05C657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241D2C-04ED-4518-868D-D71815C3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5200E06-C298-4EEF-9597-7F5EBAFAE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B40A4BA-B64E-418D-BB03-D5ED0F74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BABD310-D02B-4E97-AF78-9A2043730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6037CAF-BB55-4681-A81F-B3B8F6D6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5AD252E-B7E7-4B17-AD5C-733C8F4A2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FDB4A70-6003-4A18-B4BC-D84A9CBA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A063673-CE26-4C1D-A534-C1C7CB30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917ECE0-AB09-4556-B631-2D54DCE1C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DD87215-1A5D-4AB7-BDF4-5BDB3E05D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64EC92EA-948C-4820-BCF7-8B59EBF61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E9DC536-6691-43DF-B2E2-6D3BF847F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7D88F48-0A1E-4641-B27C-1200BABA8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D60C039-97B9-4BB0-8F0E-B75E5BC2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11686034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E7F48B1-8333-4290-82F7-BD360CAC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F5C5AB5-8A6A-4F9E-BCB5-839617818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24D750E-0419-4C29-9D7C-28CC9ED7A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5A319B4-08E9-4135-A53F-2BBBB2330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49A5787-DC53-4670-89B1-8B7A9B9B4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1814747-8966-440C-95CA-7AE71C2B2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A24A56D-B446-4079-802C-11798FD0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EC363F4-553B-4FA7-B9B3-FCA2ABAF4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079A811-0E7D-4CB9-B938-8A64B7D2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0BBFCE0D-55D8-48FB-B453-616A04039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2EA0C67-6769-4E07-9655-B39D8B9C4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65BB2AB-4826-40B2-B425-8666B77CF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44E1CAB-414D-470E-B6B4-45A14AF7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84335CE-4658-4594-B356-D4506AF6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ED03F8E-6BDB-477C-86E0-BA999179D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2CFE40B3-55BB-4F13-BC48-BA376A72C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29C0B58-4C7B-4552-B86C-810DC98F8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D7C4A8B0-9C90-4445-A4A3-A886301BB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AD37192-7F23-4E68-87E9-56DA944B9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6745A7C1-33A3-4D0F-B42F-D735CC51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947C999-3975-4BE4-A303-C6391085C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DBA496D-C162-488B-B04A-DB8879B06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177669064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F91CBC8-D7FE-4B1D-931A-7F8E2DB45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5BD541E-68EB-4614-80B8-74CC96F5F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81B2EC4-1DB6-4713-9D7A-FDBCFF885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F76DF68-0E99-4E5A-B3D2-F588A1386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511448D-F557-4DB0-9F39-10EE0955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319D46-7668-42AC-B003-D6C7D19E6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CA66935-3437-49E1-BE4A-5BBBF608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60189847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1C212CD-F1AD-4D49-86EF-1C02F20E2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25DE38C-88B8-496E-A7B6-265B27AB7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160BB78-44AB-44F1-A32B-7B96293D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4B33E16-9610-45C4-B0F6-73871450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69C124B-D31A-4113-983B-01E0D49F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BDD1A9-2B7F-48A9-83DF-733F4B371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38F8C7B-4482-422C-AA48-D044D9CB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2E88A82-9F4C-43A2-9CAE-A74841B30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0EA86CF-C1C1-4804-B4AB-59B4F9050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FB30A96-CD3B-48E0-A39F-E1FF1A4EC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C00F058-0B64-424E-9D8A-EE4D58841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47688059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2CDA0A-5790-4CED-AA24-D931A7355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FCDF922-DF8C-4727-96E1-272E8EF9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B192FCD-EDCF-4F5A-ADE7-D6645B71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5CB3AB7-9A71-4F7B-9C25-44626DAC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24DB3B0-9320-45B6-B668-B0DACEF94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18277F3-3EC2-4CD3-94D0-2CBDB85BD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DABAEB2-9E37-44D5-85F5-B3ECE1E0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180392012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1ADAA9A-4C0D-4E97-B0BE-5DA7BEC5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FDF8641-6DEF-4931-B9C4-320750A6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pohja: 578 WB-havaintoa; reitit 28 / 0 / 15 / 152;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F732B6A0-D07C-412E-9E68-0A7923BD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5FFF36-880B-4472-83B3-55B791613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218F31D-D4B5-4BAB-9051-6EE961B3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3C56D5-B492-429B-B0BF-60D2F2E5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DAA9CFCF-56E5-4B5A-88F1-658795072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845D798-2E70-411B-BE73-1DEE46255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C00050-7D0D-4A5E-9723-24F21693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6FADA83-1C86-4A30-895D-8072B43A3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98B0AFB-A53C-49E7-BD93-437ECD05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753AC409-A0CF-4D90-9E05-E5013EAC5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8C49656-D6F2-4136-B502-CE14C199B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56692C5D-6D8F-46F6-A986-30FD101A6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C7C29D6-E385-4A6D-B3BF-50F2AF957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500834D4-FC3B-4A02-84BC-A97181B8F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55F4DF7-7E57-45D3-9173-85CFF096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70952E8-5080-4685-96B9-89D89CB7A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9CB6549-BDAA-4E82-B2B1-F6401367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C5A63EAC-D10A-41C9-A1FA-ADE0FA35D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5626786-DC47-4BE6-BB13-FB4BF5C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479DDB6-A1EA-4D32-8828-8C0104015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60824362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D9DD30-39F6-40F7-99AD-5F7F280F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9AA5ECC-0A40-4604-BAF2-123B0AE48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9342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markkinamittaria ja 36 Ruotsin FHM-lukua; menetelmäkontrolli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F9829CC-9CDA-42DA-8924-BCE5AB1A3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70B045B-1974-4AAC-B151-BC43FAC5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DD5BF6D-382C-4444-895A-18B17948D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0F42DC0-CCD3-47A0-95C4-599520A41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D5, D7 ja D10 avoimia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laitteelle + 62 500 osasarjalle. Ei retail-arvoa tai donoria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C18404-5E80-4F61-9DE3-4A6F9E5F6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894303476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31C32E0-0DB2-4015-A2CB-0896A5BC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4875F01-FEDF-42E4-A2B0-900528D93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22F1F8-BBCA-48A0-9C96-0ABFFC1A0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4A4D3B-1062-4463-9B59-530BF4D53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77097A4-0429-4566-B7CE-E96175571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472EE4-1197-4489-AE31-1E3E96EB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2D34F4F-B310-40A6-AEDE-3F3CC5E1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DDF19B-D09A-4CF4-A5F1-B9786283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E95E6B9-E236-43B0-970C-BCBEB257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2EA76C7-1C96-4EFB-8F01-8928956D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97C8D55-ACAF-472C-8EE6-DCCC6D22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F416D10-A010-4FD2-BECB-2FED15E33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527DEA7-8FB4-434C-8EAA-B8D98A266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0798C4AE-23CB-46D2-8446-9183B88D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C71DF49-D425-4C91-AF05-51F902C8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4548973-2DD7-4E72-9457-40D743CE4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eli 5,03 %,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FC4B1B49-1A41-4B4E-A1A4-056B50C68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A5EE34B-F056-4A60-A669-C62ABA427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5119FB07-B1C5-4493-BDFD-51430DC1B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D5: NAICS 459993/459999 -peitto. D7: tarkka vuositason virheraja puuttuu. D10: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24242899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60EEA3A5-8E54-4D04-8422-64DFC83F8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EA606A9-FA37-4968-8466-52F445D26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6B0416-0B4C-41E7-A20B-04E519934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029566D-E897-4A7A-8A5F-272ACCC8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81D86B-BFA1-46D1-B536-0F0815BE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2D97D62-2357-4EE6-A03A-B853D2930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ED0B1A7-3C8A-4100-8442-C75430DB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1625717942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06AFF3-E6CE-4E34-89C9-96376ECF7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55D6CBF-04F5-4B79-8497-E3891D7BA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F7A35ED-C31F-4FEF-9AAF-C8892F30C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D0FBC5C-0D62-4AF9-B6B0-ECE627242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70719E-434B-4A95-BAB7-D3E91753F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561929C-9C0D-4F60-A2BD-C0EDAEBDF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9934D00-0357-40C5-A088-AA1FCFD5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595E3D1-786C-460C-B15A-84E4C1513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7A744B06-45F9-4871-9F9A-39B41125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BDDDE15F-234F-417C-A89A-B30B1CEE2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E94BFE2F-D4DE-433E-9D26-D6B0DE0BC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06E095F-8494-4D20-B671-7BAC19EDF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B0886CA-08BA-49DD-AEBB-D70F2297B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CAC60587-9124-40B6-9759-BE06EF99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316855C3-C1E4-44CE-BC96-103E539FB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11C5843-4FD6-484D-BB3F-617A1C573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EE9E5487-4711-47F9-B111-46A97BC1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7C7604E5-273A-4C28-856C-AF3C4246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8DA5E1DC-E9C0-46D0-A341-9DED16130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855718074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C2DD2CB-E865-4CFF-8B78-6D001A27B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E2F4866-7A9E-4759-9267-D67130255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02CD0DD-168D-4517-8587-98DCAA8F6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ACF640D-CF10-4E7E-8579-059B886B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ADE03D7-F789-4FA8-9A85-9D382BD3D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528DDC9-0FCB-49C1-86B1-6D2022F7E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EF55210-7C97-44F3-93DD-5E7AA6F24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8D2FB1-D244-4D98-82CB-C29711AD3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A3AE778-6EE9-409B-9270-CDCE6308D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6C44747-F6D1-4CC1-8A3A-8F5DD7A38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81001F0-5F72-408D-B3A3-D767C7E0B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AD8AC9B-5560-4469-8C6C-7CFA084B2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04ADC1E-EABD-4D33-9B02-C8152BA47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F5C2BDC-A857-4F59-9EFB-4E1EB513D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4D35315-BF9E-4ED5-907D-A3E48EB6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EFA5A79F-B2CF-4DF7-A3CA-B553E993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C18992A-9531-4047-975B-44164FFA2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2DF64-A6A5-415F-8714-49F14C90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F5B144-0B75-4678-945A-198F42728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F983F2A-7204-4A44-9309-086064498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4DD52395-0420-472A-BFF7-02A42F029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5DA92338-4A85-4952-B277-1A62D426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476723358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07B0BCA-3434-4C73-AE77-05346DC7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FB34A5C-2378-4ABE-A3D4-15DB54E9B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F1193A8-2EAD-415B-81FF-04BCAB7FA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8C21835-A084-4DA4-A8FF-DF1FCEE60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86E4187-6A3C-4174-9D13-DDA1332FA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Market-values model; Method-route control; Readiness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D6B6A9D-E98D-42F1-B912-2045FE60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B4BBEF-14E4-40FF-806F-368B22E26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6FF9542-79E4-4E07-9958-18E0E3A3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091362A-DB44-4A95-956B-A197F12F4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48C1CF4F-004B-49CB-BFC5-B0275B6D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06F2FA8-7FBC-40CD-AEE9-9507FCE4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106835945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391EF78-69C0-4155-A6A6-EE42A6FF9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23DCA4A-A34E-4EB8-BEB8-B215A971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83C8724-87FB-47E3-B76E-426657A3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576D964-5386-46AE-B1F3-70122C0A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C44D692-8FB4-4BA7-93E4-0048F1D2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DA05A9D-06C1-4446-97DD-391A0E85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5A4EA05-6CB4-43A4-A3E9-7DBEDA4B4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1167959244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C70657-F09C-42D4-B622-76476845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FCE9586-DFD1-4F6B-A246-F1623DB1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E09842-6488-4B82-AA38-6B049AC4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389900B-FF4B-4C2C-A491-2658008F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92A76B7-137A-47D7-B026-A623A30FB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E2D10C-2CE7-45F3-93A8-6CA0047FF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DBB038-9541-4FBA-AFFA-0E47EF356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A7C60B1-90DF-4E8F-BFCE-E11822D1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6575836B-037F-45EA-BBBE-1FA82214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352906F-5BB9-4A2B-9E61-6734AD329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E67746E-3A5C-4ACD-A648-397A2900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160949485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9CFA51-222B-44E0-BFF4-E914EADE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A00BB50-A840-410D-B009-C2CCB8C5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FF661BB-D637-465D-B1C4-203D75A84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E978D98-76B4-40A9-A4E8-5BDA1580E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DDC4776-4159-4C29-B752-A8EA0EB1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35F33BC-6430-4C42-A21B-C4C94DB25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0973989-84A4-46C4-AA82-35EF8EF2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1767508453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1D49FC1-25BB-4DC0-A714-2F9974E7D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5537293-CF8B-4917-8C41-CA2F7D07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07277EF-5A63-43EC-BC80-D6F3B30E5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EB7C5C3-DF0D-469C-A1DE-6D0B5A73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349A396-EE17-480D-9C1C-9D4526687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C0DC269-037E-4A7A-973D-B778564F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3129C62-2BC5-45B7-B553-357671EED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1DF0F1A-F94D-4D27-8B8B-1E74BA02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035424B-49A2-4956-BA09-66E40B98D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D800E33A-A447-4DD4-AF9A-05306A55B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1DAB8F7-CAF7-4B0D-ABC2-F99DD6260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46B8A83B-5CBC-4179-9FF2-5CF0E0CA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68F35019-88DB-40DE-9416-C288D9E51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B42C3F1-90F5-451A-AD6D-D1AA3307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5103426-7217-478A-A921-97437EDA1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62E8555-8688-4C80-8725-EF4BF032E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5788FA38-87F3-4F6D-83EE-775C13035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F43641B-3667-43B7-8468-079AD830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FFF23C1C-28A7-4089-99C9-61A8061C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2B6A9436-C9DB-4616-B4EE-0809FFD0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AB7DF7D-41F7-4040-A818-96A4A95E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8D6AF69-A92E-48A1-9BE3-E3088803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E50643D-5CC6-42AC-9C34-712FD8A3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390389571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E2EAA78-D864-4AD8-B62A-353ED3CD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DAE1344-779B-4E88-9216-E843551C2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993CCD0-FC2B-4FEA-9ABD-F927521B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158398-82FF-47E8-B347-647D43B12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4D33A58-453E-448F-B48D-E71E1280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BCBE41D-9AF6-4365-A5DC-581A4FE0F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7FE6CFEB-C8D2-453F-89C3-4F86029B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ECD864-71A6-42EC-A54E-F36A79F6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D2805759-B8CD-4E4B-B6A1-90083279C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E088F49-0D2A-4E07-B7E0-058800118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4C65229-42AE-4FA7-BABC-7C42E7BC6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F2164494-F7FC-470F-9C59-50B38B494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52C58C1-5654-4247-B5C3-2998591E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27C16E4-2367-4CC2-9AE6-86F223AEC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914E1E04-02B6-4CC0-998A-0ED2B400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776F0A2-C3FC-44F8-9227-51B7105F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77925A4-EC71-4C2D-8A73-C07A66F78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61A44F9-244B-42E1-931F-45A0BD23E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240C79E9-898A-4F40-9846-50C992DF5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A2D57FA7-8DC3-46BC-A7CA-BB37FF24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687E995-9A22-4E4F-A8E0-095484A1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DAA5EDE-8101-431A-AD1C-55C7C5816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F4288E6C-2A7C-4731-8423-8DE22528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339962466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1356E5-3E73-495B-B4C2-63BE229B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915343E-5FAA-4AA1-8D5C-BF7B05941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A66AC1B-D6BC-4A72-9186-F65F34C4D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F46AFF-FA19-4DE3-BD64-2D7BF290D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1549830-49F6-478F-BEA7-55E0AF377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3616774-3F68-4136-BEBB-102E612BF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3504F1A-6027-4E37-B53B-7CBC19197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131236638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5FA4B01-DBE9-4A13-8E1D-2A617ACE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2576E3-13DC-4755-8C78-ED45D0D06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A236210-9ED9-44DE-A644-328DC4E82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4019FED-996B-40E8-B38E-B14624D9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89C71C1-A440-43A9-8F03-9482BE7AB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742FF38-9DE7-4CAE-AB56-91D709C6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74E9FC1-0917-406B-ACBA-0E5E18C8C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813467234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E6B1DEA-DC2B-45CB-8AF3-7DF184415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BD6F394-25E6-4B6B-B75D-2DABF8B67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E1E97A1-3453-4D9F-BF45-5096D154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1251BC3-D044-4855-9B1F-91CAF70CC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76BC2B7-434E-4B10-94F8-364F7091D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2C4E9A-30F2-49AB-91DD-07E98D4F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7F1BFCA-C526-498D-B689-D700E839D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1889254172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2CA1CA1-F319-464D-BC42-6C8D85A2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0AAA68-62B9-4539-99A3-F59F46CC0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AECC0DE-DA85-496E-B831-238C63DE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60660A-03B7-4464-8E47-D537718B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49AD5D5-7938-43A1-A240-2E3195D8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A840190-660C-4A70-BA24-D20071F79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608715D-784C-48E5-AE22-20FC675C5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95993482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F7D710A-0F3E-4851-8107-A0FBEA30F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53451D9-BEB4-4D88-9AF8-9B8C6AE0C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B2BB843-1175-49E7-BC32-9FBC9872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D4264B8-646E-4698-A45D-4F1555AA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7FCFF30-EF69-4B9E-A763-91359FF3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2A47A5F-32FC-4AFF-BD79-32428965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3FE366F-1D53-44E4-AF64-6A50854A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32544148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F8B3842-2F29-4F8A-8BBF-7667DA04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35EEDD1E-AAEB-40E0-A6F9-AD0C095E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90 päivän sulkemissprintti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83817BE-83CB-484A-AFA4-C9B3729A6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47B3719-CDFF-4D1D-B604-49AC60962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827DEA5-6B8D-4918-A978-877A0CF22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2026.07.28-32 · 2026-07-28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8AC81C4-9389-4EAA-92DF-026D78BAA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AEA3472B-3323-46B3-BED2-27B3F335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D19987A-E7E0-48A6-9AEC-EDF8B044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442230C-2384-424D-A6E6-81A4DCD4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E06281D-0B81-461E-B834-23EA7849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ministeriön D5/D8-vahvistus ja riippumaton D10-silta. Kanada: StatCanin D5/D7-vahvistus.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FDD6BA39-B844-4B3E-B533-62DC985A7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3CC1AAC-D7B3-4893-AB91-C7792A07D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21DD7A3-7EDD-4427-B210-FE8096F34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0CDA22F-6B35-41EF-BFE4-139BA7A78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2020–2023 virallinen e-nestevirta ja vuoden 2025 laite-/osasarjaverosilta; retail-arvo ja D1–D10-silta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032D1C-5ED4-4D3C-B80A-BA3E123CC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4FF8876F-BE8D-467A-BCC8-DB028D160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B72AFAD-981E-4BEF-A2F6-7BB69D24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7FCBBC8-BAA6-4F82-96EA-8C690A171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Viiden maan normalisointi: Belgia ≈83 333 litraa (9 kk; ei retail) ja Italia 84,31 milj. EUR PLI-veroa (ei retail). Menetelmät pidetään erossa myynnistä; Euromonitor 0/6.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2616E280-5163-4EC7-B7C9-795359ADD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E3E2DA89-8795-4F12-A2B1-A1886D4FE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37D1F60C-814F-4E68-A598-F9B60EC6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6D56AF2-9432-4C1E-9032-F03374FF1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7EF27DC3-1ACC-410A-8F19-FCEC2F8EA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Päiväpaketti muodostetaan enintään kerran Asia/Nicosia-kalenteripäivässä; dashboard voi päivittyä päivän aikana.</a:t>
            </a:r>
          </a:p>
        </p:txBody>
      </p:sp>
    </p:spTree>
    <p:extLst>
      <p:ext uri="{BB962C8B-B14F-4D97-AF65-F5344CB8AC3E}">
        <p14:creationId xmlns:p14="http://schemas.microsoft.com/office/powerpoint/2010/main" val="159539829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957664-A707-44B8-BF0E-2FBAFA35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4662D88-B8CE-4033-B338-E2F15F705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330AB96-236E-448B-B849-E54B532FA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0F85A5A-9F4B-45C6-8693-460CAE5E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2026.07.28-32 · 2026-07-28 · 30 / 30</a:t>
            </a:r>
          </a:p>
        </p:txBody>
      </p:sp>
    </p:spTree>
    <p:extLst>
      <p:ext uri="{BB962C8B-B14F-4D97-AF65-F5344CB8AC3E}">
        <p14:creationId xmlns:p14="http://schemas.microsoft.com/office/powerpoint/2010/main" val="2127207524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2026-07-28T06:49:58.5630000Z</dcterms:created>
  <dcterms:modified xsi:type="dcterms:W3CDTF">2026-07-28T06:49:58.5630000Z</dcterms:modified>
</coreProperties>
</file>