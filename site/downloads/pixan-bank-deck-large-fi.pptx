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2026.07.22-9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EP3032975B2 ja Saksan kaksi virallista ratkaisua muodostavat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 kattaa 195 maan tutkimusrungon, mutta yhteismitallisia retail-luovuttajia on 0.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EPO;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rajatusti: Saksa, 7 O 3341/24.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tunnistettua menettelyä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kansallista rekisteritarkistusta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Viralliset tuomiot: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Viite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tapahtuma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Rajaus ja 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IP Australia; PRH; EPO; EPO / UPC;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A-luokan maata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B-luokan maata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C-luokan maata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Viralliset havainnot 5 maasta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1,16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118,9 milj. yks.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yksikkömäärää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1,252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Destatis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Destatis; inTaste.de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667,92 milj.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EUR/ml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1 199,22 milj.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EUR/ml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1 654,62 milj.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EUR/ml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26,0 mrd 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45,7 mrd 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Haarukka on leveä, koska tuoterajaukset ja metodit voivat poiketa.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Arvioita verrataan keskenään. Niitä ei summata, eikä haarukkaa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Market-values modelReadiness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comparable consumer-retail donor count on 0; hard gate ei täyty.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Sama tuoterajaus ja kalenterivuosi.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Kuluttajavähittäisarvo, ei toimitus-, vero- tai volyymiproxy.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Saksan virallista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2026.07.22-9 · 2026-07-22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