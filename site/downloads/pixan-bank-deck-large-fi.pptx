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771551b0b24df9" /><Relationship Type="http://schemas.openxmlformats.org/officeDocument/2006/relationships/extended-properties" Target="/docProps/app.xml" Id="Rc004c569a1154ba0" /><Relationship Type="http://schemas.openxmlformats.org/officeDocument/2006/relationships/officeDocument" Target="/ppt/presentation.xml" Id="Rbc00024707934f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8be6dde64b43eb"/>
  </p:sldMasterIdLst>
  <p:notesMasterIdLst>
    <p:notesMasterId xmlns:r="http://schemas.openxmlformats.org/officeDocument/2006/relationships" r:id="R29e21fd9937e407e"/>
  </p:notesMasterIdLst>
  <p:sldIdLst>
    <p:sldId xmlns:r="http://schemas.openxmlformats.org/officeDocument/2006/relationships" id="256" r:id="Re40af7fc8e4147c4"/>
    <p:sldId xmlns:r="http://schemas.openxmlformats.org/officeDocument/2006/relationships" id="257" r:id="R044dbf51ca984f03"/>
    <p:sldId xmlns:r="http://schemas.openxmlformats.org/officeDocument/2006/relationships" id="258" r:id="R6e53a4229398432d"/>
    <p:sldId xmlns:r="http://schemas.openxmlformats.org/officeDocument/2006/relationships" id="259" r:id="R7197315fb4714b33"/>
    <p:sldId xmlns:r="http://schemas.openxmlformats.org/officeDocument/2006/relationships" id="260" r:id="Rfeddb2e02bc34197"/>
    <p:sldId xmlns:r="http://schemas.openxmlformats.org/officeDocument/2006/relationships" id="261" r:id="Re82fe603c69547e7"/>
    <p:sldId xmlns:r="http://schemas.openxmlformats.org/officeDocument/2006/relationships" id="262" r:id="Rb6d408ad179443c0"/>
    <p:sldId xmlns:r="http://schemas.openxmlformats.org/officeDocument/2006/relationships" id="263" r:id="Rcc9a274c5bbf4f65"/>
    <p:sldId xmlns:r="http://schemas.openxmlformats.org/officeDocument/2006/relationships" id="264" r:id="R68a1e1b8681945c5"/>
    <p:sldId xmlns:r="http://schemas.openxmlformats.org/officeDocument/2006/relationships" id="265" r:id="R41409c6a8d7a480e"/>
    <p:sldId xmlns:r="http://schemas.openxmlformats.org/officeDocument/2006/relationships" id="266" r:id="Ra380c1b627bb4433"/>
    <p:sldId xmlns:r="http://schemas.openxmlformats.org/officeDocument/2006/relationships" id="267" r:id="R64ebd638113c430b"/>
    <p:sldId xmlns:r="http://schemas.openxmlformats.org/officeDocument/2006/relationships" id="268" r:id="Rd3be9e247493481e"/>
    <p:sldId xmlns:r="http://schemas.openxmlformats.org/officeDocument/2006/relationships" id="269" r:id="Rbe7412127f63465f"/>
    <p:sldId xmlns:r="http://schemas.openxmlformats.org/officeDocument/2006/relationships" id="270" r:id="R33cd6ec6d70542ea"/>
    <p:sldId xmlns:r="http://schemas.openxmlformats.org/officeDocument/2006/relationships" id="271" r:id="R7bcc170fecf54c95"/>
    <p:sldId xmlns:r="http://schemas.openxmlformats.org/officeDocument/2006/relationships" id="272" r:id="R6899a26c6e13491c"/>
    <p:sldId xmlns:r="http://schemas.openxmlformats.org/officeDocument/2006/relationships" id="273" r:id="R7e3831dbe8ed4340"/>
    <p:sldId xmlns:r="http://schemas.openxmlformats.org/officeDocument/2006/relationships" id="274" r:id="R6c527c456f584615"/>
    <p:sldId xmlns:r="http://schemas.openxmlformats.org/officeDocument/2006/relationships" id="275" r:id="R165c655942cc46de"/>
    <p:sldId xmlns:r="http://schemas.openxmlformats.org/officeDocument/2006/relationships" id="276" r:id="R05b635d4f295490d"/>
    <p:sldId xmlns:r="http://schemas.openxmlformats.org/officeDocument/2006/relationships" id="277" r:id="R01901a8dc37f4fe5"/>
    <p:sldId xmlns:r="http://schemas.openxmlformats.org/officeDocument/2006/relationships" id="278" r:id="R8748e8adeb3d4af6"/>
    <p:sldId xmlns:r="http://schemas.openxmlformats.org/officeDocument/2006/relationships" id="279" r:id="Rc22201fd0cf4489e"/>
    <p:sldId xmlns:r="http://schemas.openxmlformats.org/officeDocument/2006/relationships" id="280" r:id="Rf60a03a751334c35"/>
    <p:sldId xmlns:r="http://schemas.openxmlformats.org/officeDocument/2006/relationships" id="281" r:id="R55a34fadeb6d4410"/>
    <p:sldId xmlns:r="http://schemas.openxmlformats.org/officeDocument/2006/relationships" id="282" r:id="R98eec9fd2e9b476a"/>
    <p:sldId xmlns:r="http://schemas.openxmlformats.org/officeDocument/2006/relationships" id="283" r:id="Rda8fad2cee7e406f"/>
    <p:sldId xmlns:r="http://schemas.openxmlformats.org/officeDocument/2006/relationships" id="284" r:id="R708e5181c99c4f84"/>
    <p:sldId xmlns:r="http://schemas.openxmlformats.org/officeDocument/2006/relationships" id="285" r:id="R6d14133aaa154c8d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fa8b2a5a134df9" /><Relationship Type="http://schemas.openxmlformats.org/officeDocument/2006/relationships/slideMaster" Target="/ppt/slideMasters/slideMaster1.xml" Id="R828be6dde64b43eb" /><Relationship Type="http://schemas.openxmlformats.org/officeDocument/2006/relationships/notesMaster" Target="/ppt/notesMasters/notesMaster1.xml" Id="R29e21fd9937e407e" /><Relationship Type="http://schemas.openxmlformats.org/officeDocument/2006/relationships/presProps" Target="/ppt/presProps.xml" Id="R67d16563a27942df" /><Relationship Type="http://schemas.openxmlformats.org/officeDocument/2006/relationships/viewProps" Target="/ppt/viewProps.xml" Id="Rab885f8494534190" /><Relationship Type="http://schemas.openxmlformats.org/officeDocument/2006/relationships/tableStyles" Target="/ppt/tableStyles.xml" Id="R232dd3cc2b4a486d" /><Relationship Type="http://schemas.openxmlformats.org/officeDocument/2006/relationships/slide" Target="/ppt/slides/slide1.xml" Id="Re40af7fc8e4147c4" /><Relationship Type="http://schemas.openxmlformats.org/officeDocument/2006/relationships/slide" Target="/ppt/slides/slide2.xml" Id="R044dbf51ca984f03" /><Relationship Type="http://schemas.openxmlformats.org/officeDocument/2006/relationships/slide" Target="/ppt/slides/slide3.xml" Id="R6e53a4229398432d" /><Relationship Type="http://schemas.openxmlformats.org/officeDocument/2006/relationships/slide" Target="/ppt/slides/slide4.xml" Id="R7197315fb4714b33" /><Relationship Type="http://schemas.openxmlformats.org/officeDocument/2006/relationships/slide" Target="/ppt/slides/slide5.xml" Id="Rfeddb2e02bc34197" /><Relationship Type="http://schemas.openxmlformats.org/officeDocument/2006/relationships/slide" Target="/ppt/slides/slide6.xml" Id="Re82fe603c69547e7" /><Relationship Type="http://schemas.openxmlformats.org/officeDocument/2006/relationships/slide" Target="/ppt/slides/slide7.xml" Id="Rb6d408ad179443c0" /><Relationship Type="http://schemas.openxmlformats.org/officeDocument/2006/relationships/slide" Target="/ppt/slides/slide8.xml" Id="Rcc9a274c5bbf4f65" /><Relationship Type="http://schemas.openxmlformats.org/officeDocument/2006/relationships/slide" Target="/ppt/slides/slide9.xml" Id="R68a1e1b8681945c5" /><Relationship Type="http://schemas.openxmlformats.org/officeDocument/2006/relationships/slide" Target="/ppt/slides/slide10.xml" Id="R41409c6a8d7a480e" /><Relationship Type="http://schemas.openxmlformats.org/officeDocument/2006/relationships/slide" Target="/ppt/slides/slide11.xml" Id="Ra380c1b627bb4433" /><Relationship Type="http://schemas.openxmlformats.org/officeDocument/2006/relationships/slide" Target="/ppt/slides/slide12.xml" Id="R64ebd638113c430b" /><Relationship Type="http://schemas.openxmlformats.org/officeDocument/2006/relationships/slide" Target="/ppt/slides/slide13.xml" Id="Rd3be9e247493481e" /><Relationship Type="http://schemas.openxmlformats.org/officeDocument/2006/relationships/slide" Target="/ppt/slides/slide14.xml" Id="Rbe7412127f63465f" /><Relationship Type="http://schemas.openxmlformats.org/officeDocument/2006/relationships/slide" Target="/ppt/slides/slide15.xml" Id="R33cd6ec6d70542ea" /><Relationship Type="http://schemas.openxmlformats.org/officeDocument/2006/relationships/slide" Target="/ppt/slides/slide16.xml" Id="R7bcc170fecf54c95" /><Relationship Type="http://schemas.openxmlformats.org/officeDocument/2006/relationships/slide" Target="/ppt/slides/slide17.xml" Id="R6899a26c6e13491c" /><Relationship Type="http://schemas.openxmlformats.org/officeDocument/2006/relationships/slide" Target="/ppt/slides/slide18.xml" Id="R7e3831dbe8ed4340" /><Relationship Type="http://schemas.openxmlformats.org/officeDocument/2006/relationships/slide" Target="/ppt/slides/slide19.xml" Id="R6c527c456f584615" /><Relationship Type="http://schemas.openxmlformats.org/officeDocument/2006/relationships/slide" Target="/ppt/slides/slide20.xml" Id="R165c655942cc46de" /><Relationship Type="http://schemas.openxmlformats.org/officeDocument/2006/relationships/slide" Target="/ppt/slides/slide21.xml" Id="R05b635d4f295490d" /><Relationship Type="http://schemas.openxmlformats.org/officeDocument/2006/relationships/slide" Target="/ppt/slides/slide22.xml" Id="R01901a8dc37f4fe5" /><Relationship Type="http://schemas.openxmlformats.org/officeDocument/2006/relationships/slide" Target="/ppt/slides/slide23.xml" Id="R8748e8adeb3d4af6" /><Relationship Type="http://schemas.openxmlformats.org/officeDocument/2006/relationships/slide" Target="/ppt/slides/slide24.xml" Id="Rc22201fd0cf4489e" /><Relationship Type="http://schemas.openxmlformats.org/officeDocument/2006/relationships/slide" Target="/ppt/slides/slide25.xml" Id="Rf60a03a751334c35" /><Relationship Type="http://schemas.openxmlformats.org/officeDocument/2006/relationships/slide" Target="/ppt/slides/slide26.xml" Id="R55a34fadeb6d4410" /><Relationship Type="http://schemas.openxmlformats.org/officeDocument/2006/relationships/slide" Target="/ppt/slides/slide27.xml" Id="R98eec9fd2e9b476a" /><Relationship Type="http://schemas.openxmlformats.org/officeDocument/2006/relationships/slide" Target="/ppt/slides/slide28.xml" Id="Rda8fad2cee7e406f" /><Relationship Type="http://schemas.openxmlformats.org/officeDocument/2006/relationships/slide" Target="/ppt/slides/slide29.xml" Id="R708e5181c99c4f84" /><Relationship Type="http://schemas.openxmlformats.org/officeDocument/2006/relationships/slide" Target="/ppt/slides/slide30.xml" Id="R6d14133aaa154c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8782729d2c4d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6ca773247644fc" /><Relationship Type="http://schemas.openxmlformats.org/officeDocument/2006/relationships/notesMaster" Target="/ppt/notesMasters/notesMaster1.xml" Id="Rec82894792324d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0b00c67ae547eb" /><Relationship Type="http://schemas.openxmlformats.org/officeDocument/2006/relationships/notesMaster" Target="/ppt/notesMasters/notesMaster1.xml" Id="R9e94105e7f3b4c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44ac855f3a4054" /><Relationship Type="http://schemas.openxmlformats.org/officeDocument/2006/relationships/notesMaster" Target="/ppt/notesMasters/notesMaster1.xml" Id="R9f041953562342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d8768780d945fe" /><Relationship Type="http://schemas.openxmlformats.org/officeDocument/2006/relationships/notesMaster" Target="/ppt/notesMasters/notesMaster1.xml" Id="R57b9d6930ba541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f9495b4abc4428" /><Relationship Type="http://schemas.openxmlformats.org/officeDocument/2006/relationships/notesMaster" Target="/ppt/notesMasters/notesMaster1.xml" Id="Rd8f50f6dd48d49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ca60272ec14025" /><Relationship Type="http://schemas.openxmlformats.org/officeDocument/2006/relationships/notesMaster" Target="/ppt/notesMasters/notesMaster1.xml" Id="Rcafcec1c38e342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ea0f8b8e8a44ad" /><Relationship Type="http://schemas.openxmlformats.org/officeDocument/2006/relationships/notesMaster" Target="/ppt/notesMasters/notesMaster1.xml" Id="Re26eac15b37d4b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29313c8890403d" /><Relationship Type="http://schemas.openxmlformats.org/officeDocument/2006/relationships/notesMaster" Target="/ppt/notesMasters/notesMaster1.xml" Id="R97eb73a9283140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d402888dc84f0b" /><Relationship Type="http://schemas.openxmlformats.org/officeDocument/2006/relationships/notesMaster" Target="/ppt/notesMasters/notesMaster1.xml" Id="R58660b01e0d741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7e72fe9b5a4a4b" /><Relationship Type="http://schemas.openxmlformats.org/officeDocument/2006/relationships/notesMaster" Target="/ppt/notesMasters/notesMaster1.xml" Id="Re04d92625b034d1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70beb4d3a24e7b" /><Relationship Type="http://schemas.openxmlformats.org/officeDocument/2006/relationships/notesMaster" Target="/ppt/notesMasters/notesMaster1.xml" Id="R687a04cd490845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967de98cbc945f0" /><Relationship Type="http://schemas.openxmlformats.org/officeDocument/2006/relationships/notesMaster" Target="/ppt/notesMasters/notesMaster1.xml" Id="Ra38cd9fcf249433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d412394dc94ed0" /><Relationship Type="http://schemas.openxmlformats.org/officeDocument/2006/relationships/notesMaster" Target="/ppt/notesMasters/notesMaster1.xml" Id="R74278992cf6e46a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8baeceb53a54106" /><Relationship Type="http://schemas.openxmlformats.org/officeDocument/2006/relationships/notesMaster" Target="/ppt/notesMasters/notesMaster1.xml" Id="R4675ff19bbc24f3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8519f5be65a4e4a" /><Relationship Type="http://schemas.openxmlformats.org/officeDocument/2006/relationships/notesMaster" Target="/ppt/notesMasters/notesMaster1.xml" Id="R2c91722aa2384bc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da153a7dc754206" /><Relationship Type="http://schemas.openxmlformats.org/officeDocument/2006/relationships/notesMaster" Target="/ppt/notesMasters/notesMaster1.xml" Id="R5adf4c7b0ba348d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488e26e9f79411d" /><Relationship Type="http://schemas.openxmlformats.org/officeDocument/2006/relationships/notesMaster" Target="/ppt/notesMasters/notesMaster1.xml" Id="R4aba30128465430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abdd2928cf942bb" /><Relationship Type="http://schemas.openxmlformats.org/officeDocument/2006/relationships/notesMaster" Target="/ppt/notesMasters/notesMaster1.xml" Id="R434b27b75def456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f4c8eca294f4c4b" /><Relationship Type="http://schemas.openxmlformats.org/officeDocument/2006/relationships/notesMaster" Target="/ppt/notesMasters/notesMaster1.xml" Id="Rf47b87b2f413457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0ca4dd41d8a4b9d" /><Relationship Type="http://schemas.openxmlformats.org/officeDocument/2006/relationships/notesMaster" Target="/ppt/notesMasters/notesMaster1.xml" Id="Rc8cbbcc79edb45c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d9644975fa245ab" /><Relationship Type="http://schemas.openxmlformats.org/officeDocument/2006/relationships/notesMaster" Target="/ppt/notesMasters/notesMaster1.xml" Id="R1c0c112eb8804e2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5d7ad2a108b4a92" /><Relationship Type="http://schemas.openxmlformats.org/officeDocument/2006/relationships/notesMaster" Target="/ppt/notesMasters/notesMaster1.xml" Id="R64e468e2588f4d5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1cc48b9d11148f8" /><Relationship Type="http://schemas.openxmlformats.org/officeDocument/2006/relationships/notesMaster" Target="/ppt/notesMasters/notesMaster1.xml" Id="Rd02bb4da7be4412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d9d295c20554f7b" /><Relationship Type="http://schemas.openxmlformats.org/officeDocument/2006/relationships/notesMaster" Target="/ppt/notesMasters/notesMaster1.xml" Id="R8ad6e09e156b4c7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fe907adef9d443b" /><Relationship Type="http://schemas.openxmlformats.org/officeDocument/2006/relationships/notesMaster" Target="/ppt/notesMasters/notesMaster1.xml" Id="Rf14bb9cebe5c499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d7a177701ec4dd6" /><Relationship Type="http://schemas.openxmlformats.org/officeDocument/2006/relationships/notesMaster" Target="/ppt/notesMasters/notesMaster1.xml" Id="R581959405062422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78d9b3beeab41e4" /><Relationship Type="http://schemas.openxmlformats.org/officeDocument/2006/relationships/notesMaster" Target="/ppt/notesMasters/notesMaster1.xml" Id="Ra288ee2c7e91454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3e0b0fb6ac44614" /><Relationship Type="http://schemas.openxmlformats.org/officeDocument/2006/relationships/notesMaster" Target="/ppt/notesMasters/notesMaster1.xml" Id="R9eebee33500e4da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19704f2c7ad4e5c" /><Relationship Type="http://schemas.openxmlformats.org/officeDocument/2006/relationships/notesMaster" Target="/ppt/notesMasters/notesMaster1.xml" Id="Re16b6e70c2574bd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18d23a1b3294c77" /><Relationship Type="http://schemas.openxmlformats.org/officeDocument/2006/relationships/notesMaster" Target="/ppt/notesMasters/notesMaster1.xml" Id="Rb72be9e34f7d43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1da7dd052b491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d9f5e8a2e1449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e6cfe7031445d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e4934fc05145e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9af3b9d4554b1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73fd9ab87e4e5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4d08460974429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8127712832454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87d01d17b8422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5575aafd9f4cc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c9907a436a485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1F97406-6805-4541-8DA3-2670E33EC2E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7A03F2C-1605-48A1-B2C1-EF6E61EF7F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8A0D89-276E-4B6D-AC47-ED033DF52C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12B2053-C6CB-45F6-A0D2-D8E76D248D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DAD7E3E-96B0-4626-81B2-67C723529A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BB2EB8A-5912-45A7-BE80-268F073107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4F5AD56-28D8-4D3D-B59C-245F5B1F6FC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B69552A-1E86-432D-9A97-89D99E3AFE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BE4E03E-A15C-40B8-8979-9BA78FAB7D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84B0B33-E359-4C5A-A6DF-2EC0440163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8D3DD0-146C-4588-82BB-7797BEF303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F1A33A0-95D2-4E6A-ADD7-516DF1BFAD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27074C3-E7F1-478F-8FC5-64990BAB4C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C6BE307-F7F8-4AF1-B280-BF43C5A1F6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342025-8CF9-422E-96F4-09E7C7E058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47FA27F-EA13-4A55-A14B-2F9A447060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5772D7-DAAA-45C1-84C9-F4A672B4E61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448486-9DB2-4BFC-A762-F54CFC0FC18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2003F07-4C2F-4BC1-B29F-4900AFB9D1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375DB7F-E0BD-44E1-BC31-10F84F9F7D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7C8E7BA-051D-4FB6-88B8-F858A0ABA0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6F3AAD-C3C3-4920-AD08-60D9D6FAFB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60FE825-3C8C-43C8-934C-F8EC686388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B2EF637-2497-40A4-A9B4-44752DF1741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0DF755A-C7B1-4B0D-91CB-5F3A1E20788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D1BEA92-6004-40AA-BC0E-7B5499A18A6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94C0A3C-EDD9-4FDC-BA95-871065342E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2F1FF2C-9DCF-498A-9349-8BDBA788C4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83EA3EE-E8B1-4485-9AD8-3740D0E27D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BC6EC8-CCDB-4121-AD92-7345352F55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453A90C-3ADA-41AB-9197-AC8FBB4F26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87B425F-3EF0-4B02-980F-3AF9843935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08005B3-6C7B-47D9-AE81-E193F63FBE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303B558-63E8-4F05-BB14-DD59545C60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DC9E85D-805F-419D-8ADC-A51A65FD87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C045F18-7F50-42AB-9435-6D9B2BCEED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9FAED3-6F81-44AB-949D-8925CBF830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E43C30-7750-488E-9187-B5BA64AC4C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F688A35-22A4-4AD7-B872-1CDA08F67B6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DC2033-8358-4FF0-ABA1-128EA12E42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AFAAED6-D5EF-4358-B245-ECC38557CB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F77AD03-F902-4536-8AD9-11EF85AC1A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5A63F1-EC19-4D24-8021-F774F898AA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9862BED-9D7E-4A60-B8AB-FAE4ABB10BB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7FF99A4-B29E-49A3-804F-397D1AE30D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EEA5C6-5AA7-43D8-996C-91456027F6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317AA0A-2200-40C0-89BC-5D807E4584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BE8E47E-0585-4DEF-9DD9-C74367E2A7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B586E1-AC76-4B49-B7CC-9261BA543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ED9EFC-4509-44C9-BC10-06FFD5D15C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478F438-8AF5-444B-AA79-A1611C7A13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8E4E1F-51E2-431D-BCA1-2542E1052F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4F8785-DD37-47D2-8609-D61030AAF5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AD97C44-0749-42B6-AFC2-151A7377E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63B3236-DCF1-4A5B-A182-0B38176127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D219CE-59F8-4D1B-90AF-99CA4F1651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BE9BECA-6032-4878-AA93-05E6F46C19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16EB678-EFF7-4612-BFD8-698D6B7D21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e5afcee9644354" /><Relationship Type="http://schemas.openxmlformats.org/officeDocument/2006/relationships/slideLayout" Target="/ppt/slideLayouts/slideLayout1.xml" Id="R57fa1e3ec5364b55" /><Relationship Type="http://schemas.openxmlformats.org/officeDocument/2006/relationships/slideLayout" Target="/ppt/slideLayouts/slideLayout2.xml" Id="Rcabc415d174d4c5f" /><Relationship Type="http://schemas.openxmlformats.org/officeDocument/2006/relationships/slideLayout" Target="/ppt/slideLayouts/slideLayout3.xml" Id="Rd47bc13c750d47f5" /><Relationship Type="http://schemas.openxmlformats.org/officeDocument/2006/relationships/slideLayout" Target="/ppt/slideLayouts/slideLayout4.xml" Id="Re05a531c241042ac" /><Relationship Type="http://schemas.openxmlformats.org/officeDocument/2006/relationships/slideLayout" Target="/ppt/slideLayouts/slideLayout5.xml" Id="R3eeb4936ef1b4b39" /><Relationship Type="http://schemas.openxmlformats.org/officeDocument/2006/relationships/slideLayout" Target="/ppt/slideLayouts/slideLayout6.xml" Id="R4f33fcecf6884151" /><Relationship Type="http://schemas.openxmlformats.org/officeDocument/2006/relationships/slideLayout" Target="/ppt/slideLayouts/slideLayout7.xml" Id="R9027452690a64812" /><Relationship Type="http://schemas.openxmlformats.org/officeDocument/2006/relationships/slideLayout" Target="/ppt/slideLayouts/slideLayout8.xml" Id="R507aeaa6ed8f4941" /><Relationship Type="http://schemas.openxmlformats.org/officeDocument/2006/relationships/slideLayout" Target="/ppt/slideLayouts/slideLayout9.xml" Id="Rf9af10ae478e4c86" /><Relationship Type="http://schemas.openxmlformats.org/officeDocument/2006/relationships/slideLayout" Target="/ppt/slideLayouts/slideLayout10.xml" Id="R88106b92376d41f0" /><Relationship Type="http://schemas.openxmlformats.org/officeDocument/2006/relationships/slideLayout" Target="/ppt/slideLayouts/slideLayout11.xml" Id="Rc71f95b87d9049f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AA2AD66-1086-4291-A940-CB4984D6BD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8F9BFB1-C3A6-404A-8D06-763A18CDBD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FAABE33-1053-413D-88D6-2975214FF29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17074FA-1239-44FF-A259-CA5DD7F74C6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346D747-72D2-4352-9DFD-98AE774211F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fa1e3ec5364b55"/>
    <p:sldLayoutId xmlns:r="http://schemas.openxmlformats.org/officeDocument/2006/relationships" id="2147483650" r:id="Rcabc415d174d4c5f"/>
    <p:sldLayoutId xmlns:r="http://schemas.openxmlformats.org/officeDocument/2006/relationships" id="2147483651" r:id="Rd47bc13c750d47f5"/>
    <p:sldLayoutId xmlns:r="http://schemas.openxmlformats.org/officeDocument/2006/relationships" id="2147483652" r:id="Re05a531c241042ac"/>
    <p:sldLayoutId xmlns:r="http://schemas.openxmlformats.org/officeDocument/2006/relationships" id="2147483653" r:id="R3eeb4936ef1b4b39"/>
    <p:sldLayoutId xmlns:r="http://schemas.openxmlformats.org/officeDocument/2006/relationships" id="2147483654" r:id="R4f33fcecf6884151"/>
    <p:sldLayoutId xmlns:r="http://schemas.openxmlformats.org/officeDocument/2006/relationships" id="2147483655" r:id="R9027452690a64812"/>
    <p:sldLayoutId xmlns:r="http://schemas.openxmlformats.org/officeDocument/2006/relationships" id="2147483656" r:id="R507aeaa6ed8f4941"/>
    <p:sldLayoutId xmlns:r="http://schemas.openxmlformats.org/officeDocument/2006/relationships" id="2147483657" r:id="Rf9af10ae478e4c86"/>
    <p:sldLayoutId xmlns:r="http://schemas.openxmlformats.org/officeDocument/2006/relationships" id="2147483658" r:id="R88106b92376d41f0"/>
    <p:sldLayoutId xmlns:r="http://schemas.openxmlformats.org/officeDocument/2006/relationships" id="2147483659" r:id="Rc71f95b87d9049f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5c0c6c41fc48c2" /><Relationship Type="http://schemas.openxmlformats.org/officeDocument/2006/relationships/notesSlide" Target="/ppt/notesSlides/notesSlide1.xml" Id="R920d2358ecde44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6f0a5534a64f59" /><Relationship Type="http://schemas.openxmlformats.org/officeDocument/2006/relationships/notesSlide" Target="/ppt/notesSlides/notesSlide2.xml" Id="Rbc93c279af1d40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5f75d742f14826" /><Relationship Type="http://schemas.openxmlformats.org/officeDocument/2006/relationships/notesSlide" Target="/ppt/notesSlides/notesSlide3.xml" Id="R9e81452d04e84f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869299bd0b411b" /><Relationship Type="http://schemas.openxmlformats.org/officeDocument/2006/relationships/notesSlide" Target="/ppt/notesSlides/notesSlide4.xml" Id="R37cedc0f391d42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990b2fa0db40ff" /><Relationship Type="http://schemas.openxmlformats.org/officeDocument/2006/relationships/notesSlide" Target="/ppt/notesSlides/notesSlide5.xml" Id="Rc8e4b7e65d3a48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e9f30842334207" /><Relationship Type="http://schemas.openxmlformats.org/officeDocument/2006/relationships/notesSlide" Target="/ppt/notesSlides/notesSlide6.xml" Id="R447b82950a584d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83fb41970d4dbf" /><Relationship Type="http://schemas.openxmlformats.org/officeDocument/2006/relationships/notesSlide" Target="/ppt/notesSlides/notesSlide7.xml" Id="R8036ad695c2f451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94d317051746a5" /><Relationship Type="http://schemas.openxmlformats.org/officeDocument/2006/relationships/notesSlide" Target="/ppt/notesSlides/notesSlide8.xml" Id="Ra6a86321770545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b5392cc0004cb4" /><Relationship Type="http://schemas.openxmlformats.org/officeDocument/2006/relationships/notesSlide" Target="/ppt/notesSlides/notesSlide9.xml" Id="R774058695b8e444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89b08081174cd7" /><Relationship Type="http://schemas.openxmlformats.org/officeDocument/2006/relationships/notesSlide" Target="/ppt/notesSlides/notesSlide10.xml" Id="R0e37b94d62b8457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487cceea454809" /><Relationship Type="http://schemas.openxmlformats.org/officeDocument/2006/relationships/notesSlide" Target="/ppt/notesSlides/notesSlide11.xml" Id="R148e5d36eb6f427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227f68fb534912" /><Relationship Type="http://schemas.openxmlformats.org/officeDocument/2006/relationships/notesSlide" Target="/ppt/notesSlides/notesSlide12.xml" Id="R04d1c5db6ae1484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1a8dcdf4184467" /><Relationship Type="http://schemas.openxmlformats.org/officeDocument/2006/relationships/notesSlide" Target="/ppt/notesSlides/notesSlide13.xml" Id="Ra0724c98f6d34a4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3249dada674401" /><Relationship Type="http://schemas.openxmlformats.org/officeDocument/2006/relationships/notesSlide" Target="/ppt/notesSlides/notesSlide14.xml" Id="R5992509525e3447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5eea63b2b14fcc" /><Relationship Type="http://schemas.openxmlformats.org/officeDocument/2006/relationships/notesSlide" Target="/ppt/notesSlides/notesSlide15.xml" Id="R25a78deb03fe400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5e76d9790b41bd" /><Relationship Type="http://schemas.openxmlformats.org/officeDocument/2006/relationships/notesSlide" Target="/ppt/notesSlides/notesSlide16.xml" Id="R143d1b919f71480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90b7dcbe58440c" /><Relationship Type="http://schemas.openxmlformats.org/officeDocument/2006/relationships/notesSlide" Target="/ppt/notesSlides/notesSlide17.xml" Id="Raff50baa2e29445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62f592ee5e4558" /><Relationship Type="http://schemas.openxmlformats.org/officeDocument/2006/relationships/notesSlide" Target="/ppt/notesSlides/notesSlide18.xml" Id="Rda9daf741a19480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653abebb1f4c61" /><Relationship Type="http://schemas.openxmlformats.org/officeDocument/2006/relationships/notesSlide" Target="/ppt/notesSlides/notesSlide19.xml" Id="R28e1b4337e5748d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d176ce90de4235" /><Relationship Type="http://schemas.openxmlformats.org/officeDocument/2006/relationships/notesSlide" Target="/ppt/notesSlides/notesSlide20.xml" Id="R0093730af8fa4e3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84f7e2358a407e" /><Relationship Type="http://schemas.openxmlformats.org/officeDocument/2006/relationships/notesSlide" Target="/ppt/notesSlides/notesSlide21.xml" Id="R2aa9252ef7834a1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39ba37dc164910" /><Relationship Type="http://schemas.openxmlformats.org/officeDocument/2006/relationships/notesSlide" Target="/ppt/notesSlides/notesSlide22.xml" Id="Raecda6b778ce475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ea4472cac84894" /><Relationship Type="http://schemas.openxmlformats.org/officeDocument/2006/relationships/notesSlide" Target="/ppt/notesSlides/notesSlide23.xml" Id="R7a238baf58b2416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a6a80301024ed8" /><Relationship Type="http://schemas.openxmlformats.org/officeDocument/2006/relationships/notesSlide" Target="/ppt/notesSlides/notesSlide24.xml" Id="R46e5b3017ba84a2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7fe64a71294649" /><Relationship Type="http://schemas.openxmlformats.org/officeDocument/2006/relationships/notesSlide" Target="/ppt/notesSlides/notesSlide25.xml" Id="R04b7277318d545a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bfacb6869947ec" /><Relationship Type="http://schemas.openxmlformats.org/officeDocument/2006/relationships/notesSlide" Target="/ppt/notesSlides/notesSlide26.xml" Id="R302906eff7394a2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9aea92babb43c3" /><Relationship Type="http://schemas.openxmlformats.org/officeDocument/2006/relationships/notesSlide" Target="/ppt/notesSlides/notesSlide27.xml" Id="R32cf7cd4f9f641f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8a00f717094cbd" /><Relationship Type="http://schemas.openxmlformats.org/officeDocument/2006/relationships/notesSlide" Target="/ppt/notesSlides/notesSlide28.xml" Id="R2caec30233884a9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15b200b582e44fc" /><Relationship Type="http://schemas.openxmlformats.org/officeDocument/2006/relationships/notesSlide" Target="/ppt/notesSlides/notesSlide29.xml" Id="R681a87661e1e49c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b43b4b2529b467a" /><Relationship Type="http://schemas.openxmlformats.org/officeDocument/2006/relationships/notesSlide" Target="/ppt/notesSlides/notesSlide30.xml" Id="R4456df939aec48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4EE38B0-7551-4325-9D8D-FFA5412B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FB48B19-9AF3-47D8-AAC6-B1C1AB6C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AB9033E-0BE1-47A6-AD3A-247E7C49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FBFF34-1D66-4C25-B164-67DB1709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C879872-5188-4223-905E-7AA6738C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82AFE96-3978-4870-AE28-E1224EA1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EAC6D50-1B8B-4216-8E63-CE2AB52F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2026.08.03-43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AEDAD5-4096-459F-8DC0-D5653798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2026-08-03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C6D5950-0B90-4F17-BBAE-A1FE630B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670FE35-5D83-42C8-A511-3C0BC312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3F43C8F-FB78-41A4-8C5D-427BAC44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88023106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25253E6-027B-4B7B-B182-DF5CCDCB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B6AB740-CCA3-457B-AD63-9F4A8D96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3D2EBCA-F8FE-4CBF-A444-5A324381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122555-90B0-45B5-A73B-CF9C2C41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5102EF-BE34-4124-8142-F59FDD91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A0DB9FA-AF5D-4E5A-9A04-6838052D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8866585-FE9E-4090-8220-D3DF9200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901D7D6-D192-4DF0-B29C-46FCA59E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195 maan menetelmäkontrolli erottaa 28 tarkistettua suunnitelmaa, 0 lähdepolkua, 15 EU TPD -mallia ja 152 rajaamatonta proxy-reittiä; mikään ei avaa 0/3 donor-porttia.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43BAF4F-4729-4F01-9D88-1D049CAD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6587634-55BE-4EB9-9442-8F0667F4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0744927-796E-406A-8172-E6FF92C5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2098696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A52821F-8677-464C-B25B-6272C897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A919F32-2C13-4E14-BBB6-0612E84A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3F65277-051E-455D-913F-86FF3AEE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CD16C43-FF2A-407E-9782-0C5DD9AD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F51A936-1C67-475C-A2E6-D8630C78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43E6409-B7F6-42A1-8DFE-86D4ABF3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C25488-C1B0-4500-A006-4E727494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38273236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C04330-141B-437B-8B22-F0DF969F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B182745-89A2-4027-B3CD-81A8BB46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4538D3-9A20-4332-A090-BB1FE106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832B702-523D-46C9-9856-B98FE92E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C2EE7DF-A370-4730-8A3C-53231A91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175AA03-A26A-485B-A4BF-58A29FBA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971797-D3F4-4EED-AF1A-C4903762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2FF1130-0B01-4CF6-AC30-75F57724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B74230D-5952-43BB-82EF-224C031B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F772350-3AFF-400C-9DA7-DAF88519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E56BFC3-14F9-45FB-8450-BD2E1E71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1822016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B83DC7E-8AAA-4440-A25E-80D37838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009F6FE-B688-4087-B421-737BF71D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D185373-2E70-43FF-BCC1-7B2A9ECA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EB09BBA-C58D-4B12-BADF-A24672B9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9EFF01A-100B-4B72-9315-412E7249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DD59FA8-88FE-49C9-859D-190A1886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89AF29B-D55A-4AC5-A762-03B33C22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D11548C-51FA-4765-9AD3-B39FDF20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E9B5A3B-915A-419E-9916-3B0CE635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402103-40DD-4282-BBD8-3C63B635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0226124-BAF9-44BF-A294-6715D023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85579734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CA3A415-D9AB-4A49-8783-8731954D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B65AF0F-B9CB-4964-8DC0-1D5CCEE0E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C49811-EA48-4BAA-88E3-4025D932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C3CB12A-BE62-4343-8FA6-C996BD5F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468D6ED-7430-4E4B-9DBE-4901B776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6B46DE2-9E26-4CFF-B876-3B8E4EA7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A6ACFE8-7D3F-4DD3-A7D3-543698CF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32629691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7968691-59CA-4DCA-81F7-5D5A40A8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6EDC25-9231-4CD6-A858-DAE141F2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594D26-C341-4E62-9C6E-06500561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E8282BA-BC78-41EA-A41C-9BC0B228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24F167A-6D46-4F0C-A761-6A4E6705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DFFA80B-E3A1-4A3A-96F1-BBF52BC6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EED2C69-6309-420E-B8D3-EAFC1CF7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9224FA5-AFFA-447B-AE7F-F4E352BC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32803D-9FC9-41A6-8611-7A47B721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397CF49-3D33-4EE9-BCD6-7A31FCF5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1042E02-A9E6-463E-9F70-C8215062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E344338-FD09-4D9C-BD6C-58C5C3F6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5F87E58-B208-47F4-B00A-4465C7FD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7E81BC2-4AD4-4E08-B8B8-07B0F29F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FD52DC4-3151-4FE4-AB79-88B6998C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AE11187-90BB-461E-8CFA-168B1837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E6495F6-A5B5-4ACC-8896-40F6D2D7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003E76C-EA2B-4BC9-BF9D-2ACA26D4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84CF200-7797-4292-93B7-4B9617E7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75845108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0722BD-BD62-4CAB-8ADC-7E3263B9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D41CE3-C245-4C21-935E-D24BCA08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164132-A8BD-4178-8733-4115EDB5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ECFECFE-0B68-4786-BF16-CDAA61E9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14D41AD-32B4-42F2-B55A-70EC6B27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B299DE3-0632-4B4D-985E-FFF6C635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26E94AE-BCDB-4CC5-9358-DBCB0D99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6211F6D-8CDC-49EC-9FB1-CA42A65B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263F8D4-50AF-4E70-92EB-FFB203D2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7A4F3C9-F005-44BE-9642-3442265B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BBC71C9-DE5C-4A48-8D6F-81A35D49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74CFDD6-FE61-48A0-A6E1-A305ECC2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E65C7FB-E799-4732-BB09-EA16F797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03CAF6D-9C1A-4246-B0F2-393F59FC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08E972E-2559-4EE2-A111-CB1F950C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C952BC8-985A-4146-959C-804C8329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82E93FE-6D33-44E4-A6A4-699CFD4F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D79130D-5450-4882-A003-DAB5B532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918F3A3-B1FF-4BD3-8DE6-FAA3C0CC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D8BDD83-0F6A-4398-B305-9DF7FA8F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EF05177-193A-4DE9-BDA9-53312B64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C418B7E-AAEF-401C-8762-D0B58134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21038795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272188-BD7B-4282-AF20-9D8C6390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B263A4-A7AD-4E81-8142-CE679D1A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CD5CD7-0E01-4580-B97E-4C1D5F81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977AC-7FF2-45C4-B159-4E2D8870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8C9478B-CDEF-4EAD-8B79-668C4F4D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3DEBAB7-EF50-44FF-B10F-5EB9775C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2DEF9C5-6CD9-4BBF-BA90-E793FB7E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23382318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A7D21DF-E3F2-4ED1-A753-E5CACE43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F52D3CA-0C17-4235-B6BF-32F8738B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FE8D3C9-56FE-46DA-AB8F-3A5CD748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0EAE46-0EC2-4796-AE1A-1A638EDB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AACF50E-BFF3-4897-80DC-2B4F4940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52F8902-D5DF-4AFF-80B8-D88D0053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B9907C-866A-4F56-9613-01005ACC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5D60B49-B350-4324-B1E2-260FEAD1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2928209-0735-4E2B-9B59-62CA4CA2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C9137BE-03CF-4689-ACEB-70F04430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E92AEE6-A2EE-40F9-9ADB-8AAE33ED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123746219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8376769-5600-42D6-9F94-CD76BB7B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2629426-7F75-4F2F-8D43-1AF3CB3D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F61008-E174-42FC-AFAF-1CAADC66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379D325-7CF5-49A2-B2B0-B117796A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3A6980D-7F91-471E-A990-11411B3E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3A14337-F4F7-4F89-A9F2-3552AF33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F170B20-DF92-4F65-9048-A93B6F15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21932589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7D6A23A-343C-4904-8219-2AA4FE4E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32E031E-4525-4F92-8E33-872218EA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 maan pohja: 578 WB-havaintoa; reitit 28 / 0 / 15 / 152;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4EF5A89-3969-4970-ABC1-BC8A12F7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42D08F8-B06E-4C39-B754-6BBDF490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EF3E114-4DD1-44A6-BDC1-F9188C1A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A461894-E4EE-4D59-A3DC-FA69957C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6D002EA-B996-4D54-B049-5125FE4B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AE86B6-515E-4BC6-AE2D-56EA751D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100C5AC-96B8-4155-8284-18141BCB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524FD2E-7F49-4E54-9D9F-A174888E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0558C74-6682-4EA0-A163-17F03743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EADA844-C81F-4E8A-B83F-983428245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9636039-B2C6-4A26-9BE9-D00A50D1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3CCC8B5-3ADE-4A1C-89A9-C55C37D7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767D3D9-7B45-45B8-81D1-5620A8DF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AF583E4-1DC4-48E7-AEC6-F448C006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B2F067A-A2C3-49F4-8157-1CC43C2E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2779278-530C-46B9-8127-4FD407CB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C5B2383-E4F2-4B9C-84ED-D72F8516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816CB03E-7030-458D-8A4C-31B4B6A6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461C1CC-C26F-4EB6-9587-CD9E60CA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4278EF9-2752-4CC2-A15A-E4110B1B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16716083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3571C1-E235-4961-9531-9FF2C820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1BBF0B1-F1CB-4343-9BF7-88625039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92114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116 markkinamittaria ja 36 Ruotsin FHM-lukua; menetelmäkontrolli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9805F64-6421-4B4E-A0B9-39DF6716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CA247C2-6903-4582-8969-4AA0D35C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DC020A0-B2A6-435D-846A-8FF40169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5A709A-3AC6-4FA7-BD54-B59B579C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D5/D7 hylätty, D10 avoin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e-nestevirta 1 451 529 → 805 441 litraa; verosilta 4 382 500 laajan ryhmän laitteelle + 62 500 osasarjalle. Ei sähkötupakkakohtainen, retail-arvo tai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34D2F83-0511-4744-BAC1-6778ED80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172386236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AEB13A3-5DF3-43CB-84CB-53134B35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AEBC580-C818-414B-874B-CF88AEFD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3A8F45-5E67-4DCF-80A3-8AB97EDD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8CAB3F2-EC18-45A4-B824-D78E583A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47EEE38-C14F-40ED-A7F1-3DDE62C1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8648E6-6966-4D28-9978-498A1567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F6C8189-0364-4C70-9610-6F6023E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051D044-1116-4E1E-9F35-26B36543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912E486-9230-4345-B176-FA1EB270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D18BCE9-CBCA-49DA-87E7-6E9FA4B6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159B0E3-0E88-4009-84F1-4649207F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E3FDB8A-6C76-4BD7-97EE-3050A92B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0CE0968-5FC3-469B-850F-C67C0DC5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5605AD5-26A6-4FD3-B1B9-4C92ECE90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4A28EE5-D3F6-4098-A880-D532DDD3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BD7687D-2CCC-4451-808A-41D7571D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eli 5,03 %,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89F3DDB-526E-422D-8F8F-047625A2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6D0E88B-BEA5-430D-9A73-61C7F5DD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E98A4EE-5B1B-4569-8DFA-236B25CC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 hylätty: NAICS 459999 jää kohdejoukon ulkopuolelle. D7 hylätty: tarkkoja tuoteryhmätason laatumittareita ei ole saatavilla. D10 avoin: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14400495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2754910-6A1E-45F6-9CED-7A3F42BE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F4F3606-119C-41C2-AEAE-7A3F802C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B3C985-FEA4-48CB-BF75-BB7F4381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FFFF8DB-3105-4F4E-85C0-8DB42995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4CB36E-4B7B-40AB-9024-F63FF18B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13C5616-57B2-49B1-8D8F-5DCB0CF1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DF926B-1D6D-4004-A401-167B4777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109917193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5956554-7AAA-465A-9A16-0BAA148A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C416D4B-12F3-4A87-89A1-BF22E44D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sokkotesti: numeerinen läpäisy, rajaus yhä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0E01895-9957-4BFF-99DD-F9BD091B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FE0D77-3611-49C3-B229-C40FED23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780A37-51EF-4EBD-B589-6E446E65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9C2E5B3-1642-488A-A279-226F8E88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A6F587-80DE-44BA-A64C-737DB432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843DB69-21FE-4F3E-A686-52AF471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6BF8F87-D34B-4088-940E-F9B126C6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13F6270-F24F-4A8F-AC69-567799EA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1816A-BF1D-4FBB-8FB0-45FFE4BD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D62BF5B-19C3-4A77-B12C-0BDB64BE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9580989-3897-4CAE-8643-305134A4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B7BC12E-0656-41E7-A5B7-A0859FC2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1D9FC6E-9743-44A3-BD43-485F824F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17AA714-CC75-461B-AB7A-4B43D1A3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2B8BF45-4D81-4BB0-BFBC-470387D2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E18D497-B218-48D0-B124-A491224C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F88428A-D88F-4528-B330-7EB28434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DE-BLIND-1.0.0: lisensoitu vuosien 2022–2025 Saksa-ote vastaanotettiin. Jäädytetty yksityinen testi läpäisi vuoden 2023 ja 2024 vuosirajat sekä kahden vuoden yhteisrajan. Toimittaja-arvot ja tarkat poikkeamat pidetään salassa. Tuote-, vero-, kanava-, tapahtumavaihe- ja menetelmäsillat ovat avoinna; Saksa ei ole donor.</a:t>
            </a:r>
          </a:p>
        </p:txBody>
      </p:sp>
    </p:spTree>
    <p:extLst>
      <p:ext uri="{BB962C8B-B14F-4D97-AF65-F5344CB8AC3E}">
        <p14:creationId xmlns:p14="http://schemas.microsoft.com/office/powerpoint/2010/main" val="201358704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8331B20-3D27-42CF-873C-81CB8588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DFAAAF-C67C-41B5-94AA-2BF5CB9D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9FBC87D-7821-4ED6-BC0A-15318363D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270C337-2E05-4748-AD24-C99A4772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B10818-3D61-4607-8546-C0CAB6F6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DC0C527-4776-4743-B761-0282D08A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05282ED-7AC6-4E26-A9C1-99ECE57B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FBC89B7-BB4E-4C84-9CC6-123D5B86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39E8497-814B-4329-A1DA-6F466036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62304AF-0AC5-4958-89FB-51812AE7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E746D07-36EC-46A1-9825-6FE94DE2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70AF48-5C2A-4AD5-A2E2-035DB7DD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D6B8AB4-8DA7-4F4A-AD98-A2CCFF1F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E800BE1-E3C2-4A91-BED0-9BADEB60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D5A2358-9488-404C-8CD1-F2A68AFA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F4F40591-BE04-45B9-8825-397D77CF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1EAB28E-2C31-4143-850A-D6B6FA1B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B829A2F-7531-4BF7-9B29-B7C453D1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2371F3F-B588-46B6-ACAF-05CA96C0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B3F99E29-AC47-4E11-8713-44D2EB68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709CF6D-FC5A-49B5-AF88-AC21D240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171C8E2-EC92-403D-AB24-74052DBA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38773103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E5C7F2E-BF3E-4D20-9278-F99C9C2E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6BA8120-E9E6-4968-BD8F-679F93AD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BEC8217-1E2E-4E43-ACB6-B199735F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9B8EA3-BD72-4C55-905D-E898AC14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F84C66-78EE-4AC9-9358-D98D5849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Market-values model; Method-route control; Readiness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67B0FE8-DB12-442B-B772-5E91EEB6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62DFF83-239C-4014-BC07-EAFB5D974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D4CB75-7D65-422B-B29F-A91163CD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C478152-4FF6-47FE-A65B-1ADECC8E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E2CFAD6-072D-47CE-A2D9-9D8A5011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F344FA6-2122-44ED-A0BD-959C5DBF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61851919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9F2A10A-F609-4773-AC0A-5F5EA0B3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D673548-5387-4315-ADD5-E2E27039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DDA22F3-16DC-47E6-A4FD-C3B1D32A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2A086D1-7B86-478A-A72C-E78A0F2C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3740EC-7680-4961-8F40-2A12228E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6669F7C-C4B4-4A02-91E7-577BE6D4B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E38F079-D37A-4A56-B189-0AA86EC2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75017606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0C6DFE9-4AC7-4ADB-8747-4886633C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C9CE2A-D48F-4D6B-A343-9BCB6543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A5949D2-C4C1-4397-98E0-4E11FD4D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475C7F0-4306-4972-A7A3-1436DDFC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2D6EAA3-0AFD-4D8B-AF03-A6D84945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0FE4233-97CF-435D-AB43-24908198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0D6D6ED-B912-4134-89F9-DF5218FC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CE7AB7F-5761-4986-B6A9-446D5D30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9098E9D-1094-4A78-B468-51D723EF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33C379-2EAD-4B03-89A0-44CA493D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0F172D6-10A8-40E9-9F12-89AFDD60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145264121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D1C1B77-2BCA-4DF5-9CAD-8A79443B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1C57C5E-E0E8-40B5-9D67-15B69624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AD1E48-DCA0-4122-B210-1642446F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1060D2-BAB9-45BC-945D-F295ABC9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489DC28-8C63-45ED-8D8E-DE7B3114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47570E0-85F0-4A3C-A504-0DDDD06C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45523EB-1016-457D-B6AA-B21A55FE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202086630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1FD2861-888D-4252-BF8C-F4F5153A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55FF937-A57C-4A26-84AB-325B3D7F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26D819E-AC23-44B5-890C-A34475F4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B9AEC2F-DC8D-49BF-8491-4BD011AB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ABAAD6-337A-46C1-BE8A-40215CA6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1A3991-7BD3-4CB6-B422-3F391D1C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DCE193A-4931-423A-9CA4-25E2D3FA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9495C77-B24C-4945-A1AC-D39DD394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4500F04-CE92-4021-A197-A7D7F48F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4AD0987-1CF8-4CF5-B195-D911871C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891394A-447A-4BE6-A061-8861A1C2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1A0C83D-8C8E-4B3A-A7F2-FC5866E5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B61DA03-DFAC-4118-8229-C853F12C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4777D13-5002-4807-A701-597C9BBB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8A3DA5C-61CF-483A-A41A-54069A12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EC4D82F-9C4A-4ACD-8446-AEEA3E37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F09CFC6-BEE5-432A-A34B-EF4CCB39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135160D-9A78-41A3-B0FB-F432F6F0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E5746299-6450-4CF9-A47D-9C69C90A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BB85C2E-9EA3-4F81-85A2-09553CA4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B3F208A-5CAE-4BF6-A919-791925A2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22EBBBD-7B36-47C9-97E2-426F34B0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AF36C99-6E34-4262-896F-F3491E40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236647745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76404E3-1071-4084-AC71-014CD00A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6582FD3-F6A4-4333-92E6-CE6BA26D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5ED8A0B-29F4-45DD-A1C1-A69B13B0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097B5F8-C461-4650-A02A-31469DF0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1DEFBB-C924-4916-8876-5BF434B6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3B95CBC-A1C7-463E-90AA-7DE2C301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55060FE-6912-43BD-8E2A-825F1B45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935E71A-9B0A-4C11-AFB3-211DED50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864E8D5-7BFC-4CA5-BBE2-224C10E8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44A1905-744A-4495-8354-D12C49F0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311B90D-5607-46AB-8077-82E0E969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0EBAE1B-D554-4217-9415-030CC20F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7724BDD-A0EE-40ED-9882-44229298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D01BE6B-F111-4A41-B306-E4138FD8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A07AD12-0DC7-4A8A-9A72-7217FA9E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109CE87-6A38-429F-BC3A-60DE818A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65A550F-B1C2-4C52-AF3A-93923173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E3C4BE4-AB0C-4413-909A-145078D1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A21186DE-07A9-4491-A575-40CD8BE9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5B33149-3D92-4D03-B85A-96914B09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C5BFC0B-F51F-4F6A-A9FF-7FECB785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C0393D3-2D9E-4359-BA2B-25ABBAB8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81ADEE4-A628-4812-97ED-6B186C67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49111945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9402D84-5E25-4143-B95C-D359044B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95CAF1A-5661-4B44-8262-CA473193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19A2632-96CD-400A-B9BC-A17C673E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A40CC70-04B0-46E5-B4A7-8474DBD8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DA3662-0C9F-46D5-85B7-8FDD06E0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5B95303-9C4F-42A3-BFB5-844527F8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5ECA5A2-1111-4669-9A14-0498F3B3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415281564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687AA4-9731-4ECF-B8A1-DE1D4D7F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C05189E-79E0-42D7-BBE0-C71E8D2D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2D348B3-5EE4-4792-9B95-65EBCE6D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AD130F2-2829-409E-B028-63115CEA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B02E126-FB60-4067-88E9-744AC2CD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31D6C1-36BA-42D6-AA10-42A1DC79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EA4D6E5-77F5-4B9A-A4B6-36C38B65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96008804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4071FCC-4A2D-4F11-90C9-48EFE384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367A5C3-C10B-4E89-9D1B-C3831583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0063F68-E932-48BD-AB29-5318C509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61E7734-855E-41D9-AA4D-FB5AD305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1269AE1-2E8C-4E44-9126-25DD451A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D4BAD28-CAAD-4063-AC49-C6D1BC5C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A84F150-3BC0-4BC2-BAFF-A65C268E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62089382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1861346-6330-4961-AEEE-868669FE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00D546-8844-4AD0-99E4-F4B53B5E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94678F-9173-4C33-985A-1C90576C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541C61E-EC29-4EFC-8F63-9C819F27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A4E21F5-661F-4D9C-92BD-7EE7DBCA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ADBCB8-0A1D-429B-BBEE-C46ED931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EC57A5D-FD0F-4BE1-9B4A-88B6C198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1516430342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A29B7A-F518-4B39-8C45-5EED9ACF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9DBC618-5171-4E64-A40C-8CCD7763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F40C224-9108-4A5F-A526-28370F56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2F40DA-C56E-4BA3-A578-652F11A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BD8530-009B-460A-B28D-01EC95CE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93D346-9965-4280-B4D5-8B3DBED8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1CF8B2A-AE04-44B2-B3C0-4FAF8D26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1194326011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13C9C6-474F-4DD0-853F-637435F1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BF5D396-1AFF-4F51-B42A-39E0D440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Ensimmäisen donorin 90 päivän sulkemissprintti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19799F-FEC0-4CF5-B33F-8BDE75DF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076E9A5-2CBB-4707-895D-168B791E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0D12803-FE99-476B-8132-B8E5FE8C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2026.08.03-43 · 2026-08-03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2ACB4D3-BA50-488B-B8E2-22F7D55F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DE84386-8AB8-41ED-9088-C737C745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6B7ED68-AD28-4375-98C9-D2A4D3F3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B534937-2654-4DEC-879A-25E50E15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FAC2045-0A00-4922-B18D-84AA7F28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10485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Uusi-Seelanti: 183,371/197,070 milj. NZD:n nettorajaproxyt ovat vain D10-diagnostiikkaa; tarvitaan saman rajauksen retail-silta. Kanada: NAICS 459999-, tarkkuus- ja tapahtumavajeet vaativat riippumattoman POS-/retail-reitin.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E9183CB2-56FA-4BEA-AB14-E1A5A42C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A91390F-11C2-4371-AD7B-7AB2E52E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D418A46-D0C5-4BB5-9AB6-2DD74323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631909F-4BD7-45CC-8D50-28E53554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10485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Puola: virallinen 2020–2023 e-nestevirta ja vuoden 2025 laajan höyrystyslaiteryhmän verosilta. E-sähkötupakka-/lämmitin-/monitoimilaitejako, retail-arvo ja varsinainen donor-kandidaatti puuttuvat.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A286ADF-96AE-47BF-A468-C0209D24E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4150D78-709F-4B85-AB2C-4D8BC706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7B670D6-BC5B-4E10-A862-DACDB8EF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140027E-F698-4831-A9E7-EBDCB732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3.8.: Saksan täysi ote auditoitu yksityisesti; kolme ennalta lukittua numeerista testiä läpäisty, arvot salassa. Euromonitor 1/6 ja EI PISTEYTETTY; Saksa ei donor. Laajempi 25/50/78 maan paketti HOLD.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62E3E6F-568F-4F2B-B55C-4698F614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02E68E8-02E7-4007-90D9-C0B1CB66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8718893-9BD0-4487-8C17-62593BF6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8B14F77-FA91-48CC-9EB4-A9C72DC4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 donor vain, jos kaikki kymmenen ehtoa läpäisevät. Muuten 0/3 ja not_computed säilyvät.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87FB108-1D19-4C6A-89EA-C1ECE734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Päiväpaketti muodostetaan enintään kerran Asia/Nicosia-kalenteripäivässä; dashboard voi päivittyä päivän aikana.</a:t>
            </a:r>
          </a:p>
        </p:txBody>
      </p:sp>
    </p:spTree>
    <p:extLst>
      <p:ext uri="{BB962C8B-B14F-4D97-AF65-F5344CB8AC3E}">
        <p14:creationId xmlns:p14="http://schemas.microsoft.com/office/powerpoint/2010/main" val="213461830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EA26EC9-EE25-46BE-9963-36CB4DF7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8C2166F-245B-46D6-BB42-5F31C33F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A2E2D0F-283C-4F99-AD81-AD164D57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7DB14EF-4D4C-43CB-83C5-F2DCAD68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2026.08.03-43 · 2026-08-03 · 30 / 30</a:t>
            </a:r>
          </a:p>
        </p:txBody>
      </p:sp>
    </p:spTree>
    <p:extLst>
      <p:ext uri="{BB962C8B-B14F-4D97-AF65-F5344CB8AC3E}">
        <p14:creationId xmlns:p14="http://schemas.microsoft.com/office/powerpoint/2010/main" val="95263232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2026-08-03T15:43:57.4630000Z</dcterms:created>
  <dcterms:modified xsi:type="dcterms:W3CDTF">2026-08-03T15:43:57.4630000Z</dcterms:modified>
</coreProperties>
</file>