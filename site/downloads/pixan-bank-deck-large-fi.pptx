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EPO; Saksan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B2-patentti ja Saksan ratkaisut muodostavat harvinaisen vahvan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yhteismitallista vähittäisarvoa ei vielä ole.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EPO; DE 8 Ni 18/24; DE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 pysytti patentin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mitätöintiratkaisu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loukkausratkaisu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 Saksan tuomiossa.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on päättynyt.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kansallista rekisteritarkistusta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Viralliset Saksan tuomiot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Ratkaisu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Avoin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 14.1.2026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BGH-valitus X ZR 21/26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Vaatimusten 1 ja 6 loukkaus tarkastelluissa tuotteissa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Valitustila, lainvoima, täytäntöönpano, 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IP Australia; PRH; EPO;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maksu, kuitti ja uusi rekisteriote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Maksa 14. vuosimaksu ja arkistoi kuitti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kaikki kansalliset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 kattaa maailman tutkimusrunkona, ei vielä markkina-arvona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universumissa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evidenssimerkintää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Kattavuus tarkoittaa tutkimusrivejä; useimmista maista puuttuu virallinen vuosimyynti.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Viiden maan viralliset havainnot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1.16 mrd CAD toimitusarvo; 1.252 milj.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1.241 milj. l → 1.518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3,540 milj. €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e-nesteveroa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1.16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1.252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havainto kattaa neljä vaping-tuoteryhmää.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Tukku-/vähittäismyyjille toimitettu arvo ei ole kuluttajien kassamyynti; varasto, kate ja kanava on täsmäytettävä.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Destatis 73411-0003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€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€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€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Destatis; inTaste-hintapisteet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667.9 M€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0,44 €/ml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1 199.2 M€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0,79 €/ml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1 654.6 M€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1,09 €/ml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Vuoden 2025 alustava määrä kerrotaan kolmella yhden verkkokaupan vuoden 2026 hinnalla. Confidence = low; laitteet ja useita kanava-/mix-tekijöitä puuttuu.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IMARC; Grand View Research; Fortune Business Insights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$26,0 mrd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$45,7 mrd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$46,32 mrd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kolme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Saksan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EP3032975B2; Saksan tuomio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2026.07.22-7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virallista Saksan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2026.07.22-7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