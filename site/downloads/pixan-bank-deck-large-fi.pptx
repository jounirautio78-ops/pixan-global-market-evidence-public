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3606d687b54817" /><Relationship Type="http://schemas.openxmlformats.org/officeDocument/2006/relationships/extended-properties" Target="/docProps/app.xml" Id="Rdcdbcc725bbf431d" /><Relationship Type="http://schemas.openxmlformats.org/officeDocument/2006/relationships/officeDocument" Target="/ppt/presentation.xml" Id="R6747ddacea3846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4792fdcb024cbc"/>
  </p:sldMasterIdLst>
  <p:notesMasterIdLst>
    <p:notesMasterId xmlns:r="http://schemas.openxmlformats.org/officeDocument/2006/relationships" r:id="Rcb0d8253bf514078"/>
  </p:notesMasterIdLst>
  <p:sldIdLst>
    <p:sldId xmlns:r="http://schemas.openxmlformats.org/officeDocument/2006/relationships" id="256" r:id="Re9e111c997944c9e"/>
    <p:sldId xmlns:r="http://schemas.openxmlformats.org/officeDocument/2006/relationships" id="257" r:id="R02f15866660d4730"/>
    <p:sldId xmlns:r="http://schemas.openxmlformats.org/officeDocument/2006/relationships" id="258" r:id="Rc78baf87c2da40c3"/>
    <p:sldId xmlns:r="http://schemas.openxmlformats.org/officeDocument/2006/relationships" id="259" r:id="R4550e3bf226a483e"/>
    <p:sldId xmlns:r="http://schemas.openxmlformats.org/officeDocument/2006/relationships" id="260" r:id="Rfe8ab2136df04c9d"/>
    <p:sldId xmlns:r="http://schemas.openxmlformats.org/officeDocument/2006/relationships" id="261" r:id="R8024df425e404edb"/>
    <p:sldId xmlns:r="http://schemas.openxmlformats.org/officeDocument/2006/relationships" id="262" r:id="Rb455ecc3257d474b"/>
    <p:sldId xmlns:r="http://schemas.openxmlformats.org/officeDocument/2006/relationships" id="263" r:id="Ra6cef1cd2fdb46ab"/>
    <p:sldId xmlns:r="http://schemas.openxmlformats.org/officeDocument/2006/relationships" id="264" r:id="R127836798df84d98"/>
    <p:sldId xmlns:r="http://schemas.openxmlformats.org/officeDocument/2006/relationships" id="265" r:id="Rb7d401af74ff48ee"/>
    <p:sldId xmlns:r="http://schemas.openxmlformats.org/officeDocument/2006/relationships" id="266" r:id="Rf7214387cf3b4cab"/>
    <p:sldId xmlns:r="http://schemas.openxmlformats.org/officeDocument/2006/relationships" id="267" r:id="Rcaba9411e8294f3b"/>
    <p:sldId xmlns:r="http://schemas.openxmlformats.org/officeDocument/2006/relationships" id="268" r:id="R8e135846eac649ca"/>
    <p:sldId xmlns:r="http://schemas.openxmlformats.org/officeDocument/2006/relationships" id="269" r:id="Rda65ef8934334e90"/>
    <p:sldId xmlns:r="http://schemas.openxmlformats.org/officeDocument/2006/relationships" id="270" r:id="Rfbaa8d564fb248b3"/>
    <p:sldId xmlns:r="http://schemas.openxmlformats.org/officeDocument/2006/relationships" id="271" r:id="R7f362c62d43345a7"/>
    <p:sldId xmlns:r="http://schemas.openxmlformats.org/officeDocument/2006/relationships" id="272" r:id="Rc334e263ce1c432a"/>
    <p:sldId xmlns:r="http://schemas.openxmlformats.org/officeDocument/2006/relationships" id="273" r:id="R4dcfc6b31beb4c37"/>
    <p:sldId xmlns:r="http://schemas.openxmlformats.org/officeDocument/2006/relationships" id="274" r:id="Rde4464ab035f4e2e"/>
    <p:sldId xmlns:r="http://schemas.openxmlformats.org/officeDocument/2006/relationships" id="275" r:id="R8d7c9f0ecc2c41b3"/>
    <p:sldId xmlns:r="http://schemas.openxmlformats.org/officeDocument/2006/relationships" id="276" r:id="R8ea327dac77c435d"/>
    <p:sldId xmlns:r="http://schemas.openxmlformats.org/officeDocument/2006/relationships" id="277" r:id="R0422cc78713c4ff8"/>
    <p:sldId xmlns:r="http://schemas.openxmlformats.org/officeDocument/2006/relationships" id="278" r:id="R948d349a01c94867"/>
    <p:sldId xmlns:r="http://schemas.openxmlformats.org/officeDocument/2006/relationships" id="279" r:id="Rab602bb0cdd048dc"/>
    <p:sldId xmlns:r="http://schemas.openxmlformats.org/officeDocument/2006/relationships" id="280" r:id="R39988eb7f3b54b35"/>
    <p:sldId xmlns:r="http://schemas.openxmlformats.org/officeDocument/2006/relationships" id="281" r:id="Rbdaeb5e224424d84"/>
    <p:sldId xmlns:r="http://schemas.openxmlformats.org/officeDocument/2006/relationships" id="282" r:id="R9f23f9c1543b4db6"/>
    <p:sldId xmlns:r="http://schemas.openxmlformats.org/officeDocument/2006/relationships" id="283" r:id="R30059508eb804eea"/>
    <p:sldId xmlns:r="http://schemas.openxmlformats.org/officeDocument/2006/relationships" id="284" r:id="R1f7a4d7266614dcb"/>
    <p:sldId xmlns:r="http://schemas.openxmlformats.org/officeDocument/2006/relationships" id="285" r:id="R709298f5c106429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dfabef26fb4654" /><Relationship Type="http://schemas.openxmlformats.org/officeDocument/2006/relationships/slideMaster" Target="/ppt/slideMasters/slideMaster1.xml" Id="R1a4792fdcb024cbc" /><Relationship Type="http://schemas.openxmlformats.org/officeDocument/2006/relationships/notesMaster" Target="/ppt/notesMasters/notesMaster1.xml" Id="Rcb0d8253bf514078" /><Relationship Type="http://schemas.openxmlformats.org/officeDocument/2006/relationships/presProps" Target="/ppt/presProps.xml" Id="Rb08b5cfb1cfb45ec" /><Relationship Type="http://schemas.openxmlformats.org/officeDocument/2006/relationships/viewProps" Target="/ppt/viewProps.xml" Id="R85a86e973c9f442e" /><Relationship Type="http://schemas.openxmlformats.org/officeDocument/2006/relationships/tableStyles" Target="/ppt/tableStyles.xml" Id="Rc51b5dfe916443b8" /><Relationship Type="http://schemas.openxmlformats.org/officeDocument/2006/relationships/slide" Target="/ppt/slides/slide1.xml" Id="Re9e111c997944c9e" /><Relationship Type="http://schemas.openxmlformats.org/officeDocument/2006/relationships/slide" Target="/ppt/slides/slide2.xml" Id="R02f15866660d4730" /><Relationship Type="http://schemas.openxmlformats.org/officeDocument/2006/relationships/slide" Target="/ppt/slides/slide3.xml" Id="Rc78baf87c2da40c3" /><Relationship Type="http://schemas.openxmlformats.org/officeDocument/2006/relationships/slide" Target="/ppt/slides/slide4.xml" Id="R4550e3bf226a483e" /><Relationship Type="http://schemas.openxmlformats.org/officeDocument/2006/relationships/slide" Target="/ppt/slides/slide5.xml" Id="Rfe8ab2136df04c9d" /><Relationship Type="http://schemas.openxmlformats.org/officeDocument/2006/relationships/slide" Target="/ppt/slides/slide6.xml" Id="R8024df425e404edb" /><Relationship Type="http://schemas.openxmlformats.org/officeDocument/2006/relationships/slide" Target="/ppt/slides/slide7.xml" Id="Rb455ecc3257d474b" /><Relationship Type="http://schemas.openxmlformats.org/officeDocument/2006/relationships/slide" Target="/ppt/slides/slide8.xml" Id="Ra6cef1cd2fdb46ab" /><Relationship Type="http://schemas.openxmlformats.org/officeDocument/2006/relationships/slide" Target="/ppt/slides/slide9.xml" Id="R127836798df84d98" /><Relationship Type="http://schemas.openxmlformats.org/officeDocument/2006/relationships/slide" Target="/ppt/slides/slide10.xml" Id="Rb7d401af74ff48ee" /><Relationship Type="http://schemas.openxmlformats.org/officeDocument/2006/relationships/slide" Target="/ppt/slides/slide11.xml" Id="Rf7214387cf3b4cab" /><Relationship Type="http://schemas.openxmlformats.org/officeDocument/2006/relationships/slide" Target="/ppt/slides/slide12.xml" Id="Rcaba9411e8294f3b" /><Relationship Type="http://schemas.openxmlformats.org/officeDocument/2006/relationships/slide" Target="/ppt/slides/slide13.xml" Id="R8e135846eac649ca" /><Relationship Type="http://schemas.openxmlformats.org/officeDocument/2006/relationships/slide" Target="/ppt/slides/slide14.xml" Id="Rda65ef8934334e90" /><Relationship Type="http://schemas.openxmlformats.org/officeDocument/2006/relationships/slide" Target="/ppt/slides/slide15.xml" Id="Rfbaa8d564fb248b3" /><Relationship Type="http://schemas.openxmlformats.org/officeDocument/2006/relationships/slide" Target="/ppt/slides/slide16.xml" Id="R7f362c62d43345a7" /><Relationship Type="http://schemas.openxmlformats.org/officeDocument/2006/relationships/slide" Target="/ppt/slides/slide17.xml" Id="Rc334e263ce1c432a" /><Relationship Type="http://schemas.openxmlformats.org/officeDocument/2006/relationships/slide" Target="/ppt/slides/slide18.xml" Id="R4dcfc6b31beb4c37" /><Relationship Type="http://schemas.openxmlformats.org/officeDocument/2006/relationships/slide" Target="/ppt/slides/slide19.xml" Id="Rde4464ab035f4e2e" /><Relationship Type="http://schemas.openxmlformats.org/officeDocument/2006/relationships/slide" Target="/ppt/slides/slide20.xml" Id="R8d7c9f0ecc2c41b3" /><Relationship Type="http://schemas.openxmlformats.org/officeDocument/2006/relationships/slide" Target="/ppt/slides/slide21.xml" Id="R8ea327dac77c435d" /><Relationship Type="http://schemas.openxmlformats.org/officeDocument/2006/relationships/slide" Target="/ppt/slides/slide22.xml" Id="R0422cc78713c4ff8" /><Relationship Type="http://schemas.openxmlformats.org/officeDocument/2006/relationships/slide" Target="/ppt/slides/slide23.xml" Id="R948d349a01c94867" /><Relationship Type="http://schemas.openxmlformats.org/officeDocument/2006/relationships/slide" Target="/ppt/slides/slide24.xml" Id="Rab602bb0cdd048dc" /><Relationship Type="http://schemas.openxmlformats.org/officeDocument/2006/relationships/slide" Target="/ppt/slides/slide25.xml" Id="R39988eb7f3b54b35" /><Relationship Type="http://schemas.openxmlformats.org/officeDocument/2006/relationships/slide" Target="/ppt/slides/slide26.xml" Id="Rbdaeb5e224424d84" /><Relationship Type="http://schemas.openxmlformats.org/officeDocument/2006/relationships/slide" Target="/ppt/slides/slide27.xml" Id="R9f23f9c1543b4db6" /><Relationship Type="http://schemas.openxmlformats.org/officeDocument/2006/relationships/slide" Target="/ppt/slides/slide28.xml" Id="R30059508eb804eea" /><Relationship Type="http://schemas.openxmlformats.org/officeDocument/2006/relationships/slide" Target="/ppt/slides/slide29.xml" Id="R1f7a4d7266614dcb" /><Relationship Type="http://schemas.openxmlformats.org/officeDocument/2006/relationships/slide" Target="/ppt/slides/slide30.xml" Id="R709298f5c10642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d59520765f4e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17801d4d844d6e" /><Relationship Type="http://schemas.openxmlformats.org/officeDocument/2006/relationships/notesMaster" Target="/ppt/notesMasters/notesMaster1.xml" Id="Rf3d3a64085974d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67a13b1bd746be" /><Relationship Type="http://schemas.openxmlformats.org/officeDocument/2006/relationships/notesMaster" Target="/ppt/notesMasters/notesMaster1.xml" Id="R4bda89174e0347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490f5a78ff48cd" /><Relationship Type="http://schemas.openxmlformats.org/officeDocument/2006/relationships/notesMaster" Target="/ppt/notesMasters/notesMaster1.xml" Id="R91510d46ff5a40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970cef0c384acd" /><Relationship Type="http://schemas.openxmlformats.org/officeDocument/2006/relationships/notesMaster" Target="/ppt/notesMasters/notesMaster1.xml" Id="R33e9547418464c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fcd8ee9c79404c" /><Relationship Type="http://schemas.openxmlformats.org/officeDocument/2006/relationships/notesMaster" Target="/ppt/notesMasters/notesMaster1.xml" Id="R9d32d7d72a3d4d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0832975baa47d9" /><Relationship Type="http://schemas.openxmlformats.org/officeDocument/2006/relationships/notesMaster" Target="/ppt/notesMasters/notesMaster1.xml" Id="Rb767ba63dcbe4d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b358ca622e48c0" /><Relationship Type="http://schemas.openxmlformats.org/officeDocument/2006/relationships/notesMaster" Target="/ppt/notesMasters/notesMaster1.xml" Id="Ra7e5848da38d43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bcda0647d94f1f" /><Relationship Type="http://schemas.openxmlformats.org/officeDocument/2006/relationships/notesMaster" Target="/ppt/notesMasters/notesMaster1.xml" Id="R08b2ac344ce34c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8e3683895f4729" /><Relationship Type="http://schemas.openxmlformats.org/officeDocument/2006/relationships/notesMaster" Target="/ppt/notesMasters/notesMaster1.xml" Id="R120814042bdd44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6d35317e3e74d60" /><Relationship Type="http://schemas.openxmlformats.org/officeDocument/2006/relationships/notesMaster" Target="/ppt/notesMasters/notesMaster1.xml" Id="Rd53bb3d88daf48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283b284c0848c1" /><Relationship Type="http://schemas.openxmlformats.org/officeDocument/2006/relationships/notesMaster" Target="/ppt/notesMasters/notesMaster1.xml" Id="Red3238fc030142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989437f0d54989" /><Relationship Type="http://schemas.openxmlformats.org/officeDocument/2006/relationships/notesMaster" Target="/ppt/notesMasters/notesMaster1.xml" Id="R641d2298933a46f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41c10febd14473f" /><Relationship Type="http://schemas.openxmlformats.org/officeDocument/2006/relationships/notesMaster" Target="/ppt/notesMasters/notesMaster1.xml" Id="R06a43433b5604b1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fd052c215e040c6" /><Relationship Type="http://schemas.openxmlformats.org/officeDocument/2006/relationships/notesMaster" Target="/ppt/notesMasters/notesMaster1.xml" Id="Rda4bc15f74df475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8711ce5a6b4bfd" /><Relationship Type="http://schemas.openxmlformats.org/officeDocument/2006/relationships/notesMaster" Target="/ppt/notesMasters/notesMaster1.xml" Id="Rd4aaa80d9944487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80cfdf6e9f34c10" /><Relationship Type="http://schemas.openxmlformats.org/officeDocument/2006/relationships/notesMaster" Target="/ppt/notesMasters/notesMaster1.xml" Id="R5db7ca7211ff4dd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ba09e17d4a1423b" /><Relationship Type="http://schemas.openxmlformats.org/officeDocument/2006/relationships/notesMaster" Target="/ppt/notesMasters/notesMaster1.xml" Id="Rb7945d3a14e74cb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44d89a45efa421f" /><Relationship Type="http://schemas.openxmlformats.org/officeDocument/2006/relationships/notesMaster" Target="/ppt/notesMasters/notesMaster1.xml" Id="Rbbf3aad3104a418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c53baf7b12b48d7" /><Relationship Type="http://schemas.openxmlformats.org/officeDocument/2006/relationships/notesMaster" Target="/ppt/notesMasters/notesMaster1.xml" Id="R9683429cc55b468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73b63833d934ab1" /><Relationship Type="http://schemas.openxmlformats.org/officeDocument/2006/relationships/notesMaster" Target="/ppt/notesMasters/notesMaster1.xml" Id="R460f29c2719c4ce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05f233b94374964" /><Relationship Type="http://schemas.openxmlformats.org/officeDocument/2006/relationships/notesMaster" Target="/ppt/notesMasters/notesMaster1.xml" Id="Rec2bedc413cb4dd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3068a4d0f934f22" /><Relationship Type="http://schemas.openxmlformats.org/officeDocument/2006/relationships/notesMaster" Target="/ppt/notesMasters/notesMaster1.xml" Id="R7404037621d441a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a1f8ee5b330462d" /><Relationship Type="http://schemas.openxmlformats.org/officeDocument/2006/relationships/notesMaster" Target="/ppt/notesMasters/notesMaster1.xml" Id="R394655216c3c472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b2eab92b90f4b22" /><Relationship Type="http://schemas.openxmlformats.org/officeDocument/2006/relationships/notesMaster" Target="/ppt/notesMasters/notesMaster1.xml" Id="R38eed7df5c764c9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c4c653c92974a1d" /><Relationship Type="http://schemas.openxmlformats.org/officeDocument/2006/relationships/notesMaster" Target="/ppt/notesMasters/notesMaster1.xml" Id="R1186bc5cf29347a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414406b74144093" /><Relationship Type="http://schemas.openxmlformats.org/officeDocument/2006/relationships/notesMaster" Target="/ppt/notesMasters/notesMaster1.xml" Id="R308f65d35977488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460ee229ee7462e" /><Relationship Type="http://schemas.openxmlformats.org/officeDocument/2006/relationships/notesMaster" Target="/ppt/notesMasters/notesMaster1.xml" Id="Recda7bcae176428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ed446091b9b44b5" /><Relationship Type="http://schemas.openxmlformats.org/officeDocument/2006/relationships/notesMaster" Target="/ppt/notesMasters/notesMaster1.xml" Id="R458d184ca23d455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3ded4ab32b74208" /><Relationship Type="http://schemas.openxmlformats.org/officeDocument/2006/relationships/notesMaster" Target="/ppt/notesMasters/notesMaster1.xml" Id="Rf71fa8ad5f3f4de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1d0453a6ee54b78" /><Relationship Type="http://schemas.openxmlformats.org/officeDocument/2006/relationships/notesMaster" Target="/ppt/notesMasters/notesMaster1.xml" Id="R5d0f8092b2d14b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d2fb6f3d0749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110f5e8a3f465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d185f88f70407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4b3196685243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5080c2e5d9498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e789b016524af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9fcc2b726443e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7b0f0c0b5645e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c2a377ea084d5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5f8f49a9fb423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3c4039e194416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2C8C1A-C84B-47D1-A6C5-732A0B89BDD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39EFFCE-8986-45A3-881A-48CF3E4F04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CA2507-0049-4667-8DA1-2869DB0295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90D1E9-88DA-4218-B76B-33AC83E325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496438-B412-40FD-B7EC-2CA3101EE1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FDC888-B25D-4572-A707-9A18307713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21A4A95-00EA-4DA8-9ACB-1030E6C45AC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C937C25-4088-4086-8E6C-B8390BD617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3DB1AC7-E1F0-4734-861F-085E68963B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967485-53F3-42EE-BE13-01294EEE7A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EBEE6-9D34-4941-B8AE-6ED0BC453F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55BB64-A638-4D7D-B1B8-B5CA2E942F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ADB818-474E-4DD0-8708-6E23D0D173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54B9087-9680-4A8E-9E57-145B81D4C8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334050-D002-4B48-9881-8E8CF3E0DD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E3717C-A3DC-4F09-9A46-E13BBA6047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76B108A-5001-4616-B974-15B2BB644DA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B3304C6-F295-42AC-B049-F250ECBB41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CAE1EBF-7B5E-427F-AD22-1A3AB0EBE9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FDB5ADC-C317-4086-981A-09764BDA5C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75F2662-F97C-4BFE-8551-0445137DEC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095B21-F6CC-41AC-9908-EBEE9884AB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FBEAC1B-F77C-48BE-BC93-9930A23915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A8597FB-456F-448E-895D-9D1AD485991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4354344-ED16-4330-A9F9-5E5712CEA70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EB97DBF-D021-4499-BB01-1972E212831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BBFF7E1-1172-4D62-A813-98F879C1C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8946FCB-F0E6-46D2-A713-3694368F31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7DD6585-9465-4FD0-9247-F6E0D005F4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2E26FD-BA0B-4B7B-B5AC-63A04B45D6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9D91387-5763-457E-BB46-A0CCBB4F75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F00CA6B-10BE-4F4E-ADB0-D89FA5203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2AA5434-9882-4696-A817-F5961F75C2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00729E0-BC84-45BE-A78B-CF191B5D84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DCA2720-552B-42C7-9AF8-E68F145D5F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EFA0BE9-48D7-4A7A-B418-9279F65FEF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F73731-5F66-4F9B-AFC4-4485A82683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FB9D3D7-A2F5-4B20-93B2-9337E2D4AFF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DE7EF02-DAF8-4479-8921-54C1C0A660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AF68BCB-B077-4062-8C53-41E7673584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51F8356-F279-4E4E-BD5F-6A02F7EE81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FBD09BE-14A2-4FD4-A278-AA75276AA2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43363D8-7960-4442-9A08-5D793C58F6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30A2087-7C5E-43C7-A635-7BB3C85E15E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989C1CF-203E-4D0C-8C0D-6BE7177B929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A77BDAA-84A7-465E-A99D-6D33973C99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ECE510E-4511-4519-825A-BEBF8A3B6B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DB793D3-2A29-4119-BBF8-20BA176B45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A52105C-056D-4289-9EC9-FA4FD2969C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348E3C2-35E4-4D38-80B7-93C964DE60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8FC5FB-FDFD-49AE-96BE-C91394070F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3A41DC-A6D8-4D05-9B55-A0842A1A45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FD9247-B9E8-456A-BBE7-7A5BCA3E98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FA94581-0588-420F-824E-7B8F611919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04CB861-0CA3-4946-9A0C-DDAFD29C62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37823B3-383D-4475-811C-607DBD9B8F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554406-DAF3-4D6C-BA19-F7172DAB4D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CD0DF0-2BCF-4D3B-A2D6-BBCDB863E2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b1554babb548fb" /><Relationship Type="http://schemas.openxmlformats.org/officeDocument/2006/relationships/slideLayout" Target="/ppt/slideLayouts/slideLayout1.xml" Id="R0787af64429648de" /><Relationship Type="http://schemas.openxmlformats.org/officeDocument/2006/relationships/slideLayout" Target="/ppt/slideLayouts/slideLayout2.xml" Id="R81e408e5e3034793" /><Relationship Type="http://schemas.openxmlformats.org/officeDocument/2006/relationships/slideLayout" Target="/ppt/slideLayouts/slideLayout3.xml" Id="R067a12a0a2714f0f" /><Relationship Type="http://schemas.openxmlformats.org/officeDocument/2006/relationships/slideLayout" Target="/ppt/slideLayouts/slideLayout4.xml" Id="R81ceb9891fbb4811" /><Relationship Type="http://schemas.openxmlformats.org/officeDocument/2006/relationships/slideLayout" Target="/ppt/slideLayouts/slideLayout5.xml" Id="R06c9a384875142b7" /><Relationship Type="http://schemas.openxmlformats.org/officeDocument/2006/relationships/slideLayout" Target="/ppt/slideLayouts/slideLayout6.xml" Id="Rb6999fbad4f44cd4" /><Relationship Type="http://schemas.openxmlformats.org/officeDocument/2006/relationships/slideLayout" Target="/ppt/slideLayouts/slideLayout7.xml" Id="Rc3ddfe3f824d4ea1" /><Relationship Type="http://schemas.openxmlformats.org/officeDocument/2006/relationships/slideLayout" Target="/ppt/slideLayouts/slideLayout8.xml" Id="Rea86b291576c4638" /><Relationship Type="http://schemas.openxmlformats.org/officeDocument/2006/relationships/slideLayout" Target="/ppt/slideLayouts/slideLayout9.xml" Id="R7efc08399eaf45d4" /><Relationship Type="http://schemas.openxmlformats.org/officeDocument/2006/relationships/slideLayout" Target="/ppt/slideLayouts/slideLayout10.xml" Id="Raf50f63f3b834537" /><Relationship Type="http://schemas.openxmlformats.org/officeDocument/2006/relationships/slideLayout" Target="/ppt/slideLayouts/slideLayout11.xml" Id="R677e31f5503343c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892BB6A-ACD6-4546-A51B-17B22B8775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D20B28D-990B-422C-A4FC-7077CCB7E7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E614040-4227-4F5F-B3FC-DB8B5DB78A0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D67ADC7-7925-456B-AC21-2DA93483C59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AE510F-171E-487F-81D5-84DFC4C3780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87af64429648de"/>
    <p:sldLayoutId xmlns:r="http://schemas.openxmlformats.org/officeDocument/2006/relationships" id="2147483650" r:id="R81e408e5e3034793"/>
    <p:sldLayoutId xmlns:r="http://schemas.openxmlformats.org/officeDocument/2006/relationships" id="2147483651" r:id="R067a12a0a2714f0f"/>
    <p:sldLayoutId xmlns:r="http://schemas.openxmlformats.org/officeDocument/2006/relationships" id="2147483652" r:id="R81ceb9891fbb4811"/>
    <p:sldLayoutId xmlns:r="http://schemas.openxmlformats.org/officeDocument/2006/relationships" id="2147483653" r:id="R06c9a384875142b7"/>
    <p:sldLayoutId xmlns:r="http://schemas.openxmlformats.org/officeDocument/2006/relationships" id="2147483654" r:id="Rb6999fbad4f44cd4"/>
    <p:sldLayoutId xmlns:r="http://schemas.openxmlformats.org/officeDocument/2006/relationships" id="2147483655" r:id="Rc3ddfe3f824d4ea1"/>
    <p:sldLayoutId xmlns:r="http://schemas.openxmlformats.org/officeDocument/2006/relationships" id="2147483656" r:id="Rea86b291576c4638"/>
    <p:sldLayoutId xmlns:r="http://schemas.openxmlformats.org/officeDocument/2006/relationships" id="2147483657" r:id="R7efc08399eaf45d4"/>
    <p:sldLayoutId xmlns:r="http://schemas.openxmlformats.org/officeDocument/2006/relationships" id="2147483658" r:id="Raf50f63f3b834537"/>
    <p:sldLayoutId xmlns:r="http://schemas.openxmlformats.org/officeDocument/2006/relationships" id="2147483659" r:id="R677e31f5503343c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4caa1a24074e43" /><Relationship Type="http://schemas.openxmlformats.org/officeDocument/2006/relationships/notesSlide" Target="/ppt/notesSlides/notesSlide1.xml" Id="R0ddbc63bec1b4c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761846d4384687" /><Relationship Type="http://schemas.openxmlformats.org/officeDocument/2006/relationships/notesSlide" Target="/ppt/notesSlides/notesSlide2.xml" Id="Rd383b1ba00f944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2e5388da60453a" /><Relationship Type="http://schemas.openxmlformats.org/officeDocument/2006/relationships/notesSlide" Target="/ppt/notesSlides/notesSlide3.xml" Id="R1ad9805f537246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6799e3e62c4743" /><Relationship Type="http://schemas.openxmlformats.org/officeDocument/2006/relationships/notesSlide" Target="/ppt/notesSlides/notesSlide4.xml" Id="Rd0347d63cdff49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ab4b1fb0834ffb" /><Relationship Type="http://schemas.openxmlformats.org/officeDocument/2006/relationships/notesSlide" Target="/ppt/notesSlides/notesSlide5.xml" Id="R4d4bc719a5d147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0bf63bbe704bf7" /><Relationship Type="http://schemas.openxmlformats.org/officeDocument/2006/relationships/notesSlide" Target="/ppt/notesSlides/notesSlide6.xml" Id="Ra870de07e5b741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b22b05c4164f81" /><Relationship Type="http://schemas.openxmlformats.org/officeDocument/2006/relationships/notesSlide" Target="/ppt/notesSlides/notesSlide7.xml" Id="Rfac03ceebecd4a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3e5b914dec49f5" /><Relationship Type="http://schemas.openxmlformats.org/officeDocument/2006/relationships/notesSlide" Target="/ppt/notesSlides/notesSlide8.xml" Id="R1c035d9b82af4d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9b518161084923" /><Relationship Type="http://schemas.openxmlformats.org/officeDocument/2006/relationships/notesSlide" Target="/ppt/notesSlides/notesSlide9.xml" Id="R6dbd6dc3d5bc4c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8c7c6bf5f242d2" /><Relationship Type="http://schemas.openxmlformats.org/officeDocument/2006/relationships/notesSlide" Target="/ppt/notesSlides/notesSlide10.xml" Id="R8e46321df1a042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fa04140e1c482a" /><Relationship Type="http://schemas.openxmlformats.org/officeDocument/2006/relationships/notesSlide" Target="/ppt/notesSlides/notesSlide11.xml" Id="R1db478682f944c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a59e4f50284c43" /><Relationship Type="http://schemas.openxmlformats.org/officeDocument/2006/relationships/notesSlide" Target="/ppt/notesSlides/notesSlide12.xml" Id="Rfb957278fa8d48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0aadeda4b74661" /><Relationship Type="http://schemas.openxmlformats.org/officeDocument/2006/relationships/notesSlide" Target="/ppt/notesSlides/notesSlide13.xml" Id="R3f5270462ed541c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255644aff14e53" /><Relationship Type="http://schemas.openxmlformats.org/officeDocument/2006/relationships/notesSlide" Target="/ppt/notesSlides/notesSlide14.xml" Id="Rb371ba46189e4f8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25fd6c8b0f4f43" /><Relationship Type="http://schemas.openxmlformats.org/officeDocument/2006/relationships/notesSlide" Target="/ppt/notesSlides/notesSlide15.xml" Id="R583e13548d854e6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a2d5aa9e5f4538" /><Relationship Type="http://schemas.openxmlformats.org/officeDocument/2006/relationships/notesSlide" Target="/ppt/notesSlides/notesSlide16.xml" Id="Raf34bf1e259e4d4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80351aa455498d" /><Relationship Type="http://schemas.openxmlformats.org/officeDocument/2006/relationships/notesSlide" Target="/ppt/notesSlides/notesSlide17.xml" Id="Rb67f8175ecca48b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002e7c45c745e2" /><Relationship Type="http://schemas.openxmlformats.org/officeDocument/2006/relationships/notesSlide" Target="/ppt/notesSlides/notesSlide18.xml" Id="R42715ecbf8924f0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22dc38ea074857" /><Relationship Type="http://schemas.openxmlformats.org/officeDocument/2006/relationships/notesSlide" Target="/ppt/notesSlides/notesSlide19.xml" Id="Rae53f54b4bf4424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1884016f324a34" /><Relationship Type="http://schemas.openxmlformats.org/officeDocument/2006/relationships/notesSlide" Target="/ppt/notesSlides/notesSlide20.xml" Id="R7de1dcde75ad4b3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4f8bde3f1b4c6e" /><Relationship Type="http://schemas.openxmlformats.org/officeDocument/2006/relationships/notesSlide" Target="/ppt/notesSlides/notesSlide21.xml" Id="R0b17c151d336452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d8c7bbf7604ccd" /><Relationship Type="http://schemas.openxmlformats.org/officeDocument/2006/relationships/notesSlide" Target="/ppt/notesSlides/notesSlide22.xml" Id="R6b512908ce2b496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c172779aea47d5" /><Relationship Type="http://schemas.openxmlformats.org/officeDocument/2006/relationships/notesSlide" Target="/ppt/notesSlides/notesSlide23.xml" Id="Rcccb1087dfe5462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ef7fd729c440f8" /><Relationship Type="http://schemas.openxmlformats.org/officeDocument/2006/relationships/notesSlide" Target="/ppt/notesSlides/notesSlide24.xml" Id="R76128662a1354d7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55637832844cff" /><Relationship Type="http://schemas.openxmlformats.org/officeDocument/2006/relationships/notesSlide" Target="/ppt/notesSlides/notesSlide25.xml" Id="Rec6054d7990f478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a1174037bc4be3" /><Relationship Type="http://schemas.openxmlformats.org/officeDocument/2006/relationships/notesSlide" Target="/ppt/notesSlides/notesSlide26.xml" Id="R1b4f86ed1f144d2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c6a3d9e0f6416f" /><Relationship Type="http://schemas.openxmlformats.org/officeDocument/2006/relationships/notesSlide" Target="/ppt/notesSlides/notesSlide27.xml" Id="R10010c6f2d004b6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12406cc2264048" /><Relationship Type="http://schemas.openxmlformats.org/officeDocument/2006/relationships/notesSlide" Target="/ppt/notesSlides/notesSlide28.xml" Id="R482fe6eef1f54b2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3935758351463a" /><Relationship Type="http://schemas.openxmlformats.org/officeDocument/2006/relationships/notesSlide" Target="/ppt/notesSlides/notesSlide29.xml" Id="R9d491f60350b4c7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938d4697ec490e" /><Relationship Type="http://schemas.openxmlformats.org/officeDocument/2006/relationships/notesSlide" Target="/ppt/notesSlides/notesSlide30.xml" Id="R3c46e227889047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9237678-840A-4521-A514-1880E79C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A8AB50-756B-412A-B022-6B85D5BC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BBDED82-0949-4A12-869B-31908EE1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F17BBCA-F14B-4A7E-BE5A-88B9C019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D0C415F-B067-4955-BF4E-9F1D5395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C0C776-C837-4DFC-94CD-CF6F3DDA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5341F8E-7122-448F-BF4B-99F74C23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2026.07.25-24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F96864F-9159-4189-932B-1B6AB079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0E3E26B-32E1-42A3-A14B-4279BB3B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43CB8D9-9B1B-48E6-A62F-571B5847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D94B684-B2C5-4F23-8C02-113CEE36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7377343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839F761-59D3-45C4-8D24-8E643C7D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0763BB4-160B-4E20-B971-0EAD938B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F464C94-FC64-45DA-8B10-94A2A3D0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EC56235-9930-461A-A0C8-5411E630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F0BADCB-2406-44D3-A838-9BAA9716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23966C6-F3F6-49D6-BBE6-32D90851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BA3FB59-AEC4-455C-AE25-DC5110BE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312BAFD-F4BF-47F1-8221-850C8B64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Markkina-aineistossa on 34 markkinamittaria 7 maasta sekä 36 Ruotsin FHM-rekisterirakenteen lukua vuosilta 2018–2026; luvut eivät ole myyntiä tai markkina-arvoa. Luovuttajaportti on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F01A9F8-9F19-456F-B64D-99C728AA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5CD2444-8FFD-402D-BBA7-375004D0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2EF19AA-27A3-49C7-80E2-0C33CEAF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29315402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C3B64F9-8B52-44E1-88D4-8D7881BB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A047ED3-6D3F-41C7-87CB-128E9557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E120458-5291-4A8E-9395-F8E0AE43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2E2B6AD-C788-4F77-BD50-117D8F20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E817199-EC05-4D18-B9C2-732E4136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BF82474-9312-486E-875B-719BEE15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483C70-0B54-4AAD-A90A-592D9D28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83809592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378F607-8940-484E-BB3C-018D67BD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55359E-27C3-4834-B803-F1459E35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F6C542B-BC4A-4C57-95F6-2459B237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9EF035-5F97-4646-A45A-80F287D8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C45AE41-38CB-4D0D-A50C-2FEEDDA7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65D1487-5E32-40C1-A647-E6FCD107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7F8E365-7F6A-4EFB-9BB9-FA70F786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2752DD-C58E-40AD-8543-0EDC619F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575F90E-D87E-40C5-8DCB-4B869B80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1953520-454B-4BF6-A31E-5F5D98D8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0F0D4C-090B-4C1D-A8E8-977A6C9A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107022272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AA4A1F0-F8D5-441B-98D1-3F3A57BD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2849FB-4B64-4154-8971-5C2A0B27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79EE0C-F6E2-4B1E-8215-84300C0D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A44A03-A8DC-4D23-9A06-0184E8A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640D745-D9EE-45D2-8AD1-1521B9CC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1F890A8-2EDF-483E-BA8F-868A4C7D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77BAEC5-A186-454F-BC76-AE3E22FD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0055AEE-3655-4A0B-89CC-855EB1C0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89C8F0C-2FA7-468E-8D58-579F3C04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909BE39-DD64-47F4-A7EC-08B20656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7E24DB-EF4F-463B-AEAD-7A4329EF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15223113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D1592E-57C7-4152-B712-47774630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A24C213-0611-441B-AC50-29A7FA73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E97B28-CB73-4CBA-B9D6-FA50FE5A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9661AD-3BF5-4AE8-AF77-88D1C208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69D0280-2FC8-40EB-B467-B9500545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63B65FA-85D2-411E-97E7-8BECCBE1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4664DE-0C5D-440F-BD7A-92811C73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80474780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9393A2-BAD4-47C3-A2A4-9E0F1C6E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FD5B27-5938-494C-B8E8-41355565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62ED000-83C9-4CC1-A59E-DA687493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2750343-6BCB-45DE-B1CC-D1CEEE4F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B7A74F2-103A-4A83-AAE4-CE61ACFE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62CA4C9-A4AE-4C61-A1A2-4BF00B39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9A73879-A929-4051-B959-3C041E60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F4D5740-3C83-499E-96CD-1A4197B0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9FD7333-6629-40BA-B3E4-57CDE611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6EB7771-AEEB-4BC7-84C4-A8E79217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D314C95-428C-4F8A-98E1-AA907FBE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AE11271-05B6-47DA-A605-735B3FD3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2D8294E-8DBF-4A9C-AAFE-AB74F779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D4ECF6C-7025-4745-977C-805B01F6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5BDF61-EF8C-44A0-BB30-E06E8C83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8439E19-79C6-4FF6-8BA8-A9152814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09EA89C-98A8-43BF-90F8-C2EB19D4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4FFCAAC-9BB8-4B89-BA87-3FEA99E4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0CFBE4E-DB7F-4DCA-A422-DFA8BD41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22753266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FC253B-3C63-49AD-9031-855C16FD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98D641-9266-4802-B9D7-3461B4B5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72990DB-4F19-4FF4-9D58-9D3AB977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DE62651-AAD1-4C10-973F-CA84C034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90E07D-F11E-4E60-A205-5784B8F1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0431C11-97B5-4B07-9B87-0011EDBA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6033198-3BAB-4D62-896E-7DD91A07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88A630B-21DA-4D1D-8FDD-C3B80090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399F745-89F5-4F36-AD75-BFC04957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9F87FEB-DE50-44D8-9BD8-B6444FF4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C5348C6-7404-48A7-A33A-90841991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D1344D6-5267-4F30-A8BF-2C412817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900262A-EAB4-4F76-AE95-FC12419B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7FB8097-3B5F-48BF-B960-EB4A4A91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26F4BC1-5910-4F81-BC3E-84DFAFB1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51CB873-3896-4FF8-B501-B8078E0C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05A8EA1-F6E9-46F7-B0B9-C728D17A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AF35D15-8884-4977-9048-A39E8C99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47202BD-241C-452A-BCB9-93C788F7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5096CB9-1F22-439A-932C-942291D4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D76379D-1873-4B41-9109-9A755CBC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EB40A99-C027-458E-9C64-CBAA85E1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183083445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342000-799E-4BBA-B43F-C063F50E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59A12F-CF98-420D-B74F-83B22887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2500841-13CD-4664-BE3E-A616D806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F7CF55-ED2B-4EFF-91CA-052D66DA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907F56-1B00-47B4-AD24-902A1A4E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5F8428E-904A-4127-880D-34FFF97B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6CF584-F1D9-475C-816B-7741C6BC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740981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AFF6E8D-E165-4C12-A594-0E496661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4EDFE5-2D1A-4AF2-B3EB-A1412F4E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F54870-C08B-47B4-962F-BB779FE5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8341B6-8599-4000-8EEF-4E3348E2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03B8352-FF89-4255-B00B-32747A6E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DFB615-3DCC-4CFD-B858-CDB53E8A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C2C476D-8129-47D8-9AAA-A0329C6D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0E35B8-C932-462C-96EB-22A4E2D9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1C2D9E5-B545-4337-85A6-FC181738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62A27FA-D8EC-4FCA-8B26-E8FF44D6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77FAE90-9589-4BC2-AA48-263507C2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110823050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5BC4E1-2247-4961-86B5-930116C6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D8C75CA-6C93-491F-812C-608D1A93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A7A32A-43DF-4C5C-8E41-3F2DC036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BD27C5B-2694-4EF3-93E4-7F692981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66B9CDB-A2AC-4A35-A53E-6621C5F4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CC5D131-AA06-4694-9B8E-5DCEDCE8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DAF9FB-DF39-4DA8-8F68-A0A3921B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32591333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CEDFA9-BCD2-4542-A70C-BC76D2AE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73CCD5-8856-4F49-B32D-CC3078A5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 kattaa 195 maata; ei markkina-arvoa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E920D8F-BC12-423F-A4B5-B3F04C33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BAA2F05-25B4-41AC-9B35-061A94CA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90D3B1-E2F1-4D1C-9B0D-ABB15DEC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B0F2D1-54DB-49A3-9F69-DC39CA2B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7B751DA-BF87-4BD5-AD3F-1FE2ACBC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CB3984-48A7-4D9B-9DCA-5093C90C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C68FCFC-898E-4410-BEC6-E8733E55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F6233F1-EC19-4922-AC32-8B45C368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693A3AD-C5BB-4A7B-832A-01E19C88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0E37F2-8B7A-4A84-A39A-1102562C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36F477E-4121-44B2-B505-C8CC9857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05F1A8C-4E85-4A62-9A67-31A3EB7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46331BD-C577-4AAE-9F77-AD6D6FC6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4BF7640-A015-460F-B921-E6577BDD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982BDBC-7D06-4E2A-8B98-19AACAAD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7D2106D-D910-47CD-B7ED-0290DA8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98A1E08-B611-4C44-9F58-89E23E78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42B2A53-385F-4FFA-B331-ECF749AB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2E67A8B-4E74-4A5E-967D-24BCBB90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D90711E-01FC-4914-AE95-112D833B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28075379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6973A17-7B17-4747-8BA4-9E7FFF9F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AFEA9D-FF96-4BDA-978D-E9A6307A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34 markkinamittaria + 36 Ruotsin FHM-rekisterilukua (ei myyntiä)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9DD0B9-7329-4670-B30A-0152E3A0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2866E37-1B83-4910-996B-9E155D35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AADDDF5-E648-47E1-85F9-3AECB7FD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2026-07-25 · Lähteet: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CCE795B-8449-4D2F-8420-16E833F8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raakareitti 280,685 milj. NZD; tunnistetun vaping-vähittäismyynnin tuettu herkkyys 533,7–731,2 milj. NZD (≈298,5–408,9 milj. EUR; ECB 2024), ei havaittu markkina-arvo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6DC43B7-4D12-4287-8C27-11B4470A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115890522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013A41-F25E-4D17-B90B-6DA32F00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F557E7-C83B-4D23-BC82-46AC1E4B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7FC073F-368D-4146-A5E6-BAACA159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BAC40DE-AE26-439B-BF3D-D054F0A2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4059344-BB12-408E-BF42-1C376F8A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2026-07-25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E7AC54-1900-4DC4-9D45-5257C508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4A1126B-A3C2-4FA5-85A5-BE28DA22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974B582-5FBA-403B-9E17-F93B1181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A6E4F69-08F1-4A4B-9D3B-D5C62D16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87F1794-D8EE-41D4-AE80-04B129E4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04528EE-A5DA-4850-BB2A-CD619F61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534A112-5E37-404C-98AD-CF95298A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4B0E506-C672-41AE-8C26-DB4E31CB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9268679-9147-47C0-876C-00B32367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C0B4814-DAD9-4164-B204-9F822029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7FE4CF-A3A3-4CA2-A11C-D97075DF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(+5,03 %),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14DFE19-A631-4ACF-BAE0-9777EE8C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3E51E75-19A4-449D-9608-B883FAB9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C9A81C3-4B82-4C68-8CF0-2FB21900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158793796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B764819-61CD-4548-8029-A0A5F131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2A6E96-FDEC-463A-8128-09FCA0CA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7BA262-C157-481A-9C91-A008BF41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A58A9C3-8448-4684-BFDD-55B126FF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5C6B30-3AF8-4248-9165-BEE61BDA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D5B378-836B-46CA-AAF3-8500248D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38C230-7529-49D0-9143-555C4F1E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5942052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6F7CFC4-8DD8-4A28-90E5-59CD5748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1E7B81C-3015-4F67-A134-4C31ACAB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03130B4-35D1-4D13-AC5D-FAD0F9E3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37019C-B553-43B2-96DC-75F0D64B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DC07F8D-9083-4624-BE81-8E832CC2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60F545D-FE19-42E6-83BD-22C18BC0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DBC2375-777E-4C90-9E12-EEA82445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54E68F6-4982-44F1-A071-0EC3EF48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AB9EEA2-B848-43D7-84F0-DE6DD726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CAFF340-E2B5-4888-9997-C2330994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6ECBD39-9909-45E9-9044-D00A2023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2A6A795-7982-4AA8-9879-9FAD111D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7218E1B-C140-44CF-8A1B-D14744E9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6B9A86D-9E51-485D-A00D-2FA2BC5E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B07D29F-DDED-4FC7-8621-9A17087E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8002460-733F-4728-B58C-D98E662B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00956F9-77B1-437F-ADBC-C900F4E7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075B220-B453-46A5-B050-D2830BE8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E59822E-3888-4DD2-ADFC-69993472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50819143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836512-29DA-4C43-BB03-6375C77A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E1A94A-DCC1-4317-BEB6-834B95F8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AEB806-D4D7-4723-8E1C-039BC070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2B0AA6-2F97-4A62-8068-BF7FCDB0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D489B94-C271-4F8A-881E-66C48350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A875AE-5DF8-49F1-9155-45FE59F5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9E22E0-5111-4131-B72E-B1AD22F9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A6C2A7B-7986-45B6-ABE3-09560F18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B882AE5-6311-4E1B-BD53-BC3131B0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2DFF003-8CC1-4BB6-A075-E76C4901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49A833D-D6F3-41DA-9CF7-DF6DE491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407874B-2C1E-46D5-BB4A-DDE70592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1FD7DBD-F47B-471B-9F70-099D142F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84A6F9E-DCEC-4553-83A4-30C2A627A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154CC2E-C15B-4E98-8700-D76A64CD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D9C5667-C086-4C9E-BCDB-E8D2BC1A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C074645-D7D1-43A8-B1B9-78F46034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EC93E3D-FEAB-4158-9B33-BDEEFE2B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C7BE1B8-F2C1-4378-AFBF-22CC1085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EC6480F6-B3E2-41DF-A9D3-5EB8B365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22FE9E0-CA66-4A6C-9D37-577B1236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B94F67D-69FB-433C-9399-7B088232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46214714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103061-029B-412E-8F79-3018635F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9399FF-BC29-4349-A27D-83990713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92BFA0-6A3F-44EA-BC97-50505EF7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B795E48-6192-46DE-9D3E-96FD158E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A7FA43-F443-47F8-925D-83884057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Market-values modelReadiness,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0AA782-DB34-46A1-BA65-C7E2F165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C40E960-68FA-4148-9A2B-3E7CA8D2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Nykyinen hyväksytty donor-portti on 0/3; kaikki 5 ehdokasta jäivät ulkopuolelle.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9870A2-DD2E-41F4-B2F7-EFC90C5A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Jokaisen ehdokkaan on läpäistävä kaikki 10 ehtoa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533,7–731,2 milj. NZD (≈298,5–408,9 milj. EUR; ECB 2024) vähittäisherkkyys on tuettu malli; FTC:n 2,763 mrd USD (≈2,336 mrd EUR; ECB 2021) vuoden 2021 reitti on valmistajaraportointia. Kumpikaan ei ole täydellinen kuluttajavähittäisarvo tai hyväksytty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Alue- ja sääntelytyyppien peitto sekä suora validointi suurissa talouksissa vaaditaan vielä.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FBA22B8-1608-4967-AC4B-9C595ACF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05528C0-273D-4140-AFD9-726E4B30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4B31B1E-CBA2-4EF9-8560-F4F413B0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38774378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7BEECED-FB53-48BF-B56C-68493CE6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FEFF3B3-5A70-4CC6-BDA1-61C28B7C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2FC945-CE1F-49F9-94CF-32AAA46A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2DA88C0-6388-4F69-A78C-A67916DF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E340A3-7157-4AEC-A7C2-DB1BC1B5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D279790-D4FF-44D8-B716-CE1BA7A1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CD3C79C-6645-4858-9C57-6FEA69DC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158573968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E9AC346-2069-4DDF-AE4B-38071D96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C431FA1-F311-4D6C-A5E4-A86F4CCB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AA27DA5-745E-4F20-9BA9-C0D49678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724DFE-EBB4-4A1C-A76B-8FAE3BCC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9AB9C1C-1783-4495-B8F9-3C22619A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FE7522E-042A-44F8-B9D2-1E68FB8C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DECDDB8-011C-4937-BE94-7D66BC04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24A1F75-B9F6-441C-A9A7-72C31DB0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3FF6AA8-FDFE-4623-8A9E-7F4A98CF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E41962D-5D06-464A-8434-FEE9FD88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F2F92E8-1180-4056-A5CC-5CA62354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83652478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EF292F-337E-4FB9-80B8-0EA6B098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330A04-D0C1-403F-853F-621E0AD7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0A6529-9D86-4E00-A2DF-7A6368B1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D90D320-8362-45D6-9D16-EFA9164C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84B3D1-5208-455F-AAA1-B4322593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113054-052E-4E61-8FC4-134695B8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5BF2FF-F84A-4156-A8C8-61A9474A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88291602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3D14537-3EEA-4A6D-94EF-822CCA18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110FAD0-9BE1-4E43-90B7-8C12050D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3DDEDFD-3471-4377-A951-165BD749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3BB11FC-9624-4D65-B9A5-1145F266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79F6577-3053-4D95-A05C-4931EEE9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30BD54C-CAD6-4FFB-9733-FE29906D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BB11499-4DDB-43C9-811F-A170F9B8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205827A-8433-4D95-9444-1BEDCC9A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12A26BA-617E-4B39-8670-6FEE6F0C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EE22EC9-F936-4955-950A-8202ACEF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7D56093-8E64-48F0-A6DC-D64663ED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B0D5B2-66DC-49BE-BAD2-20CD2A02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47A5BB8-A731-4752-8CF5-043E5D8D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7FFB54B-5F89-46BD-86A1-84FEB729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25CFE50-A4FE-4977-84F9-D519E3FF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FCE15F4-38AD-4E29-9433-9717E175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268C5E4-439C-47E6-951A-FD9B4F3C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D951BAA-E194-43EC-86C0-F303D17D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C0C9472-19C2-45F8-A785-3E54F8D7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169638A-A810-40B6-A7EF-DA997B8E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570A1BF-7DF3-42DC-9C21-989AD366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ED80CF8-42EC-465B-AB43-8056B895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15D59EB-473A-4A2B-AADA-6E3A568E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75156309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42FA96-A593-4E5E-81B2-8B2A0C31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A02EDE-CD0F-4822-97FF-60E1C91E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F967CB-3B9D-4EB5-AAAA-681BCDDD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1D12794-F07F-437F-BDFC-6B3C4EF2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6BB212-818A-4ED0-8539-AD6EA771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DDB3518-337D-462B-A803-C3AE27C3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1F231AA-D23D-4FE0-AFBD-057787AB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22A9C0-B566-4C7C-B580-C7CD8466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E848F06-8826-487C-A0FE-47113DCB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6805231-6ABB-46F8-AE77-C5DEA67F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3AF21AE-14D5-4B2F-A3EF-8726A3EF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4917A01-9394-4DA8-B97A-EFCE026F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5C3427A-DE94-4FAC-871B-DA106F4C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E660486-B03C-422D-B65F-7A258665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253B96B-6F07-4FB5-BB5E-AA213258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4FA941-EFA7-4B01-BB12-FEBB7EDF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6949695-C15E-421A-B3F9-F81BD740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EA977A8-2383-4795-9FC8-80BF1DAE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945CAB00-5E1E-4311-9C19-595B6078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80B47F6-0E37-4182-9358-F1BE24A4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77F286E-E77E-404D-ADF5-9256B30F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80D98D1-F506-43A6-B47F-DCB5081D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A29551-2337-40F9-904C-ED5B5A35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53734259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189B097-9DDE-4408-8D43-D3550B22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3B948E-0DA1-45C9-8A69-DC807B59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2061EB5-0529-4F92-A905-F1E3F63C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39376C-1A53-4F03-B8AD-C3E0E9D8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5546D6F-33D5-4740-AE1F-3763FF1F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D39F3A4-EDF7-4E72-8945-FA525E97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A32500D-8CE2-41A5-BF76-9BA68119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41938863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50E203-66C4-4E59-91DF-E14CB399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8D4DA5-3E00-42C3-979F-1A80D1AB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F77972C-9C25-47B4-9F6A-6AE9B000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5C42C6B-7303-40AF-A092-B7D905F1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2C78FBA-8108-4A1E-9AB2-9D29DBEB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42CBBE3-BB42-45CF-9000-161FAB31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6BEFF5-34A2-47BB-BDF9-17249D33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88087140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7C3925-4CE8-469C-9FCC-4193E5B9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795E8C3-D4BB-4292-B6EB-B7922945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9378215-6630-4F09-84D6-64932A93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2956DFF-851B-4E60-9320-8C0B7452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B06C5F-BD09-4002-92A1-D3EF8F1A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D2EA471-2DCC-4DEE-A4BC-84410AA4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83503A4-8E13-45F6-94F4-05DD14F6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51841226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675FF94-ED51-4FF7-8F91-134662BC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1890FD-36FE-41D2-BC23-2DE5E325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B1E7B9A-C177-4FD8-B5E3-C030E04B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F2A5D8C-944C-479C-95F7-0875B6E1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DC4E749-2C86-4A61-84AC-BA4DE3D4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06BB621-2B12-4829-AAC4-E988BEF2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4CCB05-370F-408D-A704-ED1959A1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52010876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B404F7-15B8-44EE-8D5B-6C2DCA19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6265B0C-9938-4B76-918E-6AEE3F90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1E6448-7DD3-4D24-80DC-92F3C733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30A75FB-98E2-4E44-BCD6-21D273B2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6B7D87D-75DE-478D-BA34-71BC030A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D8B35B0-6FD4-4369-8A92-03D2A6D7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6E3CD2-6577-4BEF-BE00-26991321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39418563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D98C99C-C8BD-4815-90AB-46C70677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D06D17-080E-4FD3-BF01-9CA55A8B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90 päivää muuttaa aukot kontrolleiksi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57FAA51-8789-49A2-9584-A37651B9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8665FFD-F57B-496D-9FA0-62898FC3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0A4605-81F1-4C6E-BF59-5705842E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7FBB73-3BCB-4C11-BF62-83B71B75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DD415F2-952A-45D3-83D4-5C9CB607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C162F6-EF2C-47AA-9E34-407E943F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CE2EABD-3B50-4FE2-8FEC-F1655959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7420488-9166-4C5A-B8CE-552D7C21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FABD9C7-B2CD-4F56-B0FE-B473E352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24A98E6-0CEA-4D19-9C00-0C9CEF6F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F48FA1-9D2B-4FC2-936A-68353495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E0547F1-83D6-4ED3-B6E5-0006501F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7F33D26-09FA-4F2A-9834-EA648C6B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3AF303E-8ADA-43D2-9AED-EE3614EC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B2CC845-793C-4F58-ADF2-9FE5CFAA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36F3789-D35A-481C-B1C7-179B1BD1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4E31E5D4-7E72-4911-AFEE-1BADB1BD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5C83D9B-E30B-459C-BE8E-CF155B94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8DDAB35-4E14-4F5F-82F9-228AA17A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5CCCB56-6F05-4E39-B811-B37C25A9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0066C61-F373-48E0-B37C-683DAA66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177850234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D9A711-F370-4B0A-A2B1-8BD1EAD9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515597D-C10D-41BA-82A1-34AD31FE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794BA67-C81F-440F-9AA8-FF65FCF6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58C8192-5A79-45FA-8F83-87687297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2026.07.25-24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51847585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2026-07-25T11:59:55.9570000Z</dcterms:created>
  <dcterms:modified xsi:type="dcterms:W3CDTF">2026-07-25T11:59:55.9570000Z</dcterms:modified>
</coreProperties>
</file>