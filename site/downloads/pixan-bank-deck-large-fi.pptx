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68e42dff0c42e8" /><Relationship Type="http://schemas.openxmlformats.org/officeDocument/2006/relationships/extended-properties" Target="/docProps/app.xml" Id="R469d8f1a55584865" /><Relationship Type="http://schemas.openxmlformats.org/officeDocument/2006/relationships/officeDocument" Target="/ppt/presentation.xml" Id="R28ecd24d39564b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b3bb88109c4eca"/>
  </p:sldMasterIdLst>
  <p:notesMasterIdLst>
    <p:notesMasterId xmlns:r="http://schemas.openxmlformats.org/officeDocument/2006/relationships" r:id="R58d9d00062a84bbf"/>
  </p:notesMasterIdLst>
  <p:sldIdLst>
    <p:sldId xmlns:r="http://schemas.openxmlformats.org/officeDocument/2006/relationships" id="256" r:id="Rfce4ba8163364418"/>
    <p:sldId xmlns:r="http://schemas.openxmlformats.org/officeDocument/2006/relationships" id="257" r:id="Reefd356088444c41"/>
    <p:sldId xmlns:r="http://schemas.openxmlformats.org/officeDocument/2006/relationships" id="258" r:id="Raf3ef9a5d684489f"/>
    <p:sldId xmlns:r="http://schemas.openxmlformats.org/officeDocument/2006/relationships" id="259" r:id="Rb683c1d5d7064e56"/>
    <p:sldId xmlns:r="http://schemas.openxmlformats.org/officeDocument/2006/relationships" id="260" r:id="R3e1ca9c7d2d54cf3"/>
    <p:sldId xmlns:r="http://schemas.openxmlformats.org/officeDocument/2006/relationships" id="261" r:id="R811fd5d4f9ba4c9f"/>
    <p:sldId xmlns:r="http://schemas.openxmlformats.org/officeDocument/2006/relationships" id="262" r:id="R814477d600e24e80"/>
    <p:sldId xmlns:r="http://schemas.openxmlformats.org/officeDocument/2006/relationships" id="263" r:id="R81b3b1804cf642ad"/>
    <p:sldId xmlns:r="http://schemas.openxmlformats.org/officeDocument/2006/relationships" id="264" r:id="Rfa4837a056094088"/>
    <p:sldId xmlns:r="http://schemas.openxmlformats.org/officeDocument/2006/relationships" id="265" r:id="R8dabc61329fe4818"/>
    <p:sldId xmlns:r="http://schemas.openxmlformats.org/officeDocument/2006/relationships" id="266" r:id="Rd91395cb123745a4"/>
    <p:sldId xmlns:r="http://schemas.openxmlformats.org/officeDocument/2006/relationships" id="267" r:id="R3f93eb2228254860"/>
    <p:sldId xmlns:r="http://schemas.openxmlformats.org/officeDocument/2006/relationships" id="268" r:id="R15184b979ca14378"/>
    <p:sldId xmlns:r="http://schemas.openxmlformats.org/officeDocument/2006/relationships" id="269" r:id="R70197a6ed7694cd8"/>
    <p:sldId xmlns:r="http://schemas.openxmlformats.org/officeDocument/2006/relationships" id="270" r:id="R9bcfcf5993ae4aad"/>
    <p:sldId xmlns:r="http://schemas.openxmlformats.org/officeDocument/2006/relationships" id="271" r:id="R3b477a5fb1424766"/>
    <p:sldId xmlns:r="http://schemas.openxmlformats.org/officeDocument/2006/relationships" id="272" r:id="Rc1d6a8d57b714fe2"/>
    <p:sldId xmlns:r="http://schemas.openxmlformats.org/officeDocument/2006/relationships" id="273" r:id="R80c0205a35204133"/>
    <p:sldId xmlns:r="http://schemas.openxmlformats.org/officeDocument/2006/relationships" id="274" r:id="Rd81210da9efb4fe4"/>
    <p:sldId xmlns:r="http://schemas.openxmlformats.org/officeDocument/2006/relationships" id="275" r:id="R0e4c4f943f284186"/>
    <p:sldId xmlns:r="http://schemas.openxmlformats.org/officeDocument/2006/relationships" id="276" r:id="Re61d22d692d64a9c"/>
    <p:sldId xmlns:r="http://schemas.openxmlformats.org/officeDocument/2006/relationships" id="277" r:id="R40bb05febd1745c8"/>
    <p:sldId xmlns:r="http://schemas.openxmlformats.org/officeDocument/2006/relationships" id="278" r:id="R64edc49f79b449a8"/>
    <p:sldId xmlns:r="http://schemas.openxmlformats.org/officeDocument/2006/relationships" id="279" r:id="R6d2c5ebe46f7480f"/>
    <p:sldId xmlns:r="http://schemas.openxmlformats.org/officeDocument/2006/relationships" id="280" r:id="R9a7c53d03a0b4222"/>
    <p:sldId xmlns:r="http://schemas.openxmlformats.org/officeDocument/2006/relationships" id="281" r:id="R333f749bc5c04da0"/>
    <p:sldId xmlns:r="http://schemas.openxmlformats.org/officeDocument/2006/relationships" id="282" r:id="R578c91c4a1a54f3d"/>
    <p:sldId xmlns:r="http://schemas.openxmlformats.org/officeDocument/2006/relationships" id="283" r:id="R809748290d334a82"/>
    <p:sldId xmlns:r="http://schemas.openxmlformats.org/officeDocument/2006/relationships" id="284" r:id="R60f9e5e1f7cd4ef5"/>
    <p:sldId xmlns:r="http://schemas.openxmlformats.org/officeDocument/2006/relationships" id="285" r:id="R832f1997acef4f10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22fae1168d4423" /><Relationship Type="http://schemas.openxmlformats.org/officeDocument/2006/relationships/slideMaster" Target="/ppt/slideMasters/slideMaster1.xml" Id="R74b3bb88109c4eca" /><Relationship Type="http://schemas.openxmlformats.org/officeDocument/2006/relationships/notesMaster" Target="/ppt/notesMasters/notesMaster1.xml" Id="R58d9d00062a84bbf" /><Relationship Type="http://schemas.openxmlformats.org/officeDocument/2006/relationships/presProps" Target="/ppt/presProps.xml" Id="Raefe95528e834f1c" /><Relationship Type="http://schemas.openxmlformats.org/officeDocument/2006/relationships/viewProps" Target="/ppt/viewProps.xml" Id="R8963693dacef42c3" /><Relationship Type="http://schemas.openxmlformats.org/officeDocument/2006/relationships/tableStyles" Target="/ppt/tableStyles.xml" Id="Rdc520f6893064b4e" /><Relationship Type="http://schemas.openxmlformats.org/officeDocument/2006/relationships/slide" Target="/ppt/slides/slide1.xml" Id="Rfce4ba8163364418" /><Relationship Type="http://schemas.openxmlformats.org/officeDocument/2006/relationships/slide" Target="/ppt/slides/slide2.xml" Id="Reefd356088444c41" /><Relationship Type="http://schemas.openxmlformats.org/officeDocument/2006/relationships/slide" Target="/ppt/slides/slide3.xml" Id="Raf3ef9a5d684489f" /><Relationship Type="http://schemas.openxmlformats.org/officeDocument/2006/relationships/slide" Target="/ppt/slides/slide4.xml" Id="Rb683c1d5d7064e56" /><Relationship Type="http://schemas.openxmlformats.org/officeDocument/2006/relationships/slide" Target="/ppt/slides/slide5.xml" Id="R3e1ca9c7d2d54cf3" /><Relationship Type="http://schemas.openxmlformats.org/officeDocument/2006/relationships/slide" Target="/ppt/slides/slide6.xml" Id="R811fd5d4f9ba4c9f" /><Relationship Type="http://schemas.openxmlformats.org/officeDocument/2006/relationships/slide" Target="/ppt/slides/slide7.xml" Id="R814477d600e24e80" /><Relationship Type="http://schemas.openxmlformats.org/officeDocument/2006/relationships/slide" Target="/ppt/slides/slide8.xml" Id="R81b3b1804cf642ad" /><Relationship Type="http://schemas.openxmlformats.org/officeDocument/2006/relationships/slide" Target="/ppt/slides/slide9.xml" Id="Rfa4837a056094088" /><Relationship Type="http://schemas.openxmlformats.org/officeDocument/2006/relationships/slide" Target="/ppt/slides/slide10.xml" Id="R8dabc61329fe4818" /><Relationship Type="http://schemas.openxmlformats.org/officeDocument/2006/relationships/slide" Target="/ppt/slides/slide11.xml" Id="Rd91395cb123745a4" /><Relationship Type="http://schemas.openxmlformats.org/officeDocument/2006/relationships/slide" Target="/ppt/slides/slide12.xml" Id="R3f93eb2228254860" /><Relationship Type="http://schemas.openxmlformats.org/officeDocument/2006/relationships/slide" Target="/ppt/slides/slide13.xml" Id="R15184b979ca14378" /><Relationship Type="http://schemas.openxmlformats.org/officeDocument/2006/relationships/slide" Target="/ppt/slides/slide14.xml" Id="R70197a6ed7694cd8" /><Relationship Type="http://schemas.openxmlformats.org/officeDocument/2006/relationships/slide" Target="/ppt/slides/slide15.xml" Id="R9bcfcf5993ae4aad" /><Relationship Type="http://schemas.openxmlformats.org/officeDocument/2006/relationships/slide" Target="/ppt/slides/slide16.xml" Id="R3b477a5fb1424766" /><Relationship Type="http://schemas.openxmlformats.org/officeDocument/2006/relationships/slide" Target="/ppt/slides/slide17.xml" Id="Rc1d6a8d57b714fe2" /><Relationship Type="http://schemas.openxmlformats.org/officeDocument/2006/relationships/slide" Target="/ppt/slides/slide18.xml" Id="R80c0205a35204133" /><Relationship Type="http://schemas.openxmlformats.org/officeDocument/2006/relationships/slide" Target="/ppt/slides/slide19.xml" Id="Rd81210da9efb4fe4" /><Relationship Type="http://schemas.openxmlformats.org/officeDocument/2006/relationships/slide" Target="/ppt/slides/slide20.xml" Id="R0e4c4f943f284186" /><Relationship Type="http://schemas.openxmlformats.org/officeDocument/2006/relationships/slide" Target="/ppt/slides/slide21.xml" Id="Re61d22d692d64a9c" /><Relationship Type="http://schemas.openxmlformats.org/officeDocument/2006/relationships/slide" Target="/ppt/slides/slide22.xml" Id="R40bb05febd1745c8" /><Relationship Type="http://schemas.openxmlformats.org/officeDocument/2006/relationships/slide" Target="/ppt/slides/slide23.xml" Id="R64edc49f79b449a8" /><Relationship Type="http://schemas.openxmlformats.org/officeDocument/2006/relationships/slide" Target="/ppt/slides/slide24.xml" Id="R6d2c5ebe46f7480f" /><Relationship Type="http://schemas.openxmlformats.org/officeDocument/2006/relationships/slide" Target="/ppt/slides/slide25.xml" Id="R9a7c53d03a0b4222" /><Relationship Type="http://schemas.openxmlformats.org/officeDocument/2006/relationships/slide" Target="/ppt/slides/slide26.xml" Id="R333f749bc5c04da0" /><Relationship Type="http://schemas.openxmlformats.org/officeDocument/2006/relationships/slide" Target="/ppt/slides/slide27.xml" Id="R578c91c4a1a54f3d" /><Relationship Type="http://schemas.openxmlformats.org/officeDocument/2006/relationships/slide" Target="/ppt/slides/slide28.xml" Id="R809748290d334a82" /><Relationship Type="http://schemas.openxmlformats.org/officeDocument/2006/relationships/slide" Target="/ppt/slides/slide29.xml" Id="R60f9e5e1f7cd4ef5" /><Relationship Type="http://schemas.openxmlformats.org/officeDocument/2006/relationships/slide" Target="/ppt/slides/slide30.xml" Id="R832f1997acef4f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9273bca2ad4c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fcf54961744327" /><Relationship Type="http://schemas.openxmlformats.org/officeDocument/2006/relationships/notesMaster" Target="/ppt/notesMasters/notesMaster1.xml" Id="Ra480aed1127a4e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5b5c1924074488" /><Relationship Type="http://schemas.openxmlformats.org/officeDocument/2006/relationships/notesMaster" Target="/ppt/notesMasters/notesMaster1.xml" Id="R67ccadc9143444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172eff06664d79" /><Relationship Type="http://schemas.openxmlformats.org/officeDocument/2006/relationships/notesMaster" Target="/ppt/notesMasters/notesMaster1.xml" Id="R4cc5bbb0d69e4a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e44b528eab469c" /><Relationship Type="http://schemas.openxmlformats.org/officeDocument/2006/relationships/notesMaster" Target="/ppt/notesMasters/notesMaster1.xml" Id="R6dfddd9b4c7045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12e916066e4612" /><Relationship Type="http://schemas.openxmlformats.org/officeDocument/2006/relationships/notesMaster" Target="/ppt/notesMasters/notesMaster1.xml" Id="Rdb62a1b776a64d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db04ea41e3471b" /><Relationship Type="http://schemas.openxmlformats.org/officeDocument/2006/relationships/notesMaster" Target="/ppt/notesMasters/notesMaster1.xml" Id="R7f7310f2c7dd4f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dfd63e4cde4905" /><Relationship Type="http://schemas.openxmlformats.org/officeDocument/2006/relationships/notesMaster" Target="/ppt/notesMasters/notesMaster1.xml" Id="Rd96e3ae573a048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001d75032d4533" /><Relationship Type="http://schemas.openxmlformats.org/officeDocument/2006/relationships/notesMaster" Target="/ppt/notesMasters/notesMaster1.xml" Id="R0a76f28acd304a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970264716c449a" /><Relationship Type="http://schemas.openxmlformats.org/officeDocument/2006/relationships/notesMaster" Target="/ppt/notesMasters/notesMaster1.xml" Id="R09f78e6ca9a7420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50d29e3c264a85" /><Relationship Type="http://schemas.openxmlformats.org/officeDocument/2006/relationships/notesMaster" Target="/ppt/notesMasters/notesMaster1.xml" Id="R24c17c69666d472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5f577ec5874983" /><Relationship Type="http://schemas.openxmlformats.org/officeDocument/2006/relationships/notesMaster" Target="/ppt/notesMasters/notesMaster1.xml" Id="R582fd2a3970d4b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a41e59ec74242ce" /><Relationship Type="http://schemas.openxmlformats.org/officeDocument/2006/relationships/notesMaster" Target="/ppt/notesMasters/notesMaster1.xml" Id="R6b50ceda4f1c46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35d11bc93449e0" /><Relationship Type="http://schemas.openxmlformats.org/officeDocument/2006/relationships/notesMaster" Target="/ppt/notesMasters/notesMaster1.xml" Id="R43aabdc2df9b41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71470fcf3804451" /><Relationship Type="http://schemas.openxmlformats.org/officeDocument/2006/relationships/notesMaster" Target="/ppt/notesMasters/notesMaster1.xml" Id="R71cb4e78209b44f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25ae14197c24ce5" /><Relationship Type="http://schemas.openxmlformats.org/officeDocument/2006/relationships/notesMaster" Target="/ppt/notesMasters/notesMaster1.xml" Id="R5b3953c52508403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2f2ecdeaf2a4dae" /><Relationship Type="http://schemas.openxmlformats.org/officeDocument/2006/relationships/notesMaster" Target="/ppt/notesMasters/notesMaster1.xml" Id="Re8b0a56f2da443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1a66de0cc2a4049" /><Relationship Type="http://schemas.openxmlformats.org/officeDocument/2006/relationships/notesMaster" Target="/ppt/notesMasters/notesMaster1.xml" Id="R592983ff22f14c8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f43d6ad93c84cee" /><Relationship Type="http://schemas.openxmlformats.org/officeDocument/2006/relationships/notesMaster" Target="/ppt/notesMasters/notesMaster1.xml" Id="R0be8c149f82341e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5dab919af8947cb" /><Relationship Type="http://schemas.openxmlformats.org/officeDocument/2006/relationships/notesMaster" Target="/ppt/notesMasters/notesMaster1.xml" Id="R806f28f199144cc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4650dcb75894251" /><Relationship Type="http://schemas.openxmlformats.org/officeDocument/2006/relationships/notesMaster" Target="/ppt/notesMasters/notesMaster1.xml" Id="R7e4a4845716e473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9b5ed471fc24c1a" /><Relationship Type="http://schemas.openxmlformats.org/officeDocument/2006/relationships/notesMaster" Target="/ppt/notesMasters/notesMaster1.xml" Id="Ra0604d749a7a463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22e8897ded14ac1" /><Relationship Type="http://schemas.openxmlformats.org/officeDocument/2006/relationships/notesMaster" Target="/ppt/notesMasters/notesMaster1.xml" Id="Rc164d5b47cf44c8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619dc37258e438e" /><Relationship Type="http://schemas.openxmlformats.org/officeDocument/2006/relationships/notesMaster" Target="/ppt/notesMasters/notesMaster1.xml" Id="R18cfa48f3e084f7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81adf45df5c40e0" /><Relationship Type="http://schemas.openxmlformats.org/officeDocument/2006/relationships/notesMaster" Target="/ppt/notesMasters/notesMaster1.xml" Id="R665bb490ab5c4c1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da94fd1f6144acf" /><Relationship Type="http://schemas.openxmlformats.org/officeDocument/2006/relationships/notesMaster" Target="/ppt/notesMasters/notesMaster1.xml" Id="R204fa4e4e07f4bf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d1c078f0494476e" /><Relationship Type="http://schemas.openxmlformats.org/officeDocument/2006/relationships/notesMaster" Target="/ppt/notesMasters/notesMaster1.xml" Id="R57c8edd4c42a4b1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a08215f5fce43b5" /><Relationship Type="http://schemas.openxmlformats.org/officeDocument/2006/relationships/notesMaster" Target="/ppt/notesMasters/notesMaster1.xml" Id="R63a2732e97824df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6bcca5a33454373" /><Relationship Type="http://schemas.openxmlformats.org/officeDocument/2006/relationships/notesMaster" Target="/ppt/notesMasters/notesMaster1.xml" Id="Re8d34c359b84419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3721b0f4fce4c49" /><Relationship Type="http://schemas.openxmlformats.org/officeDocument/2006/relationships/notesMaster" Target="/ppt/notesMasters/notesMaster1.xml" Id="Rc0d7093829ef452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fa8133be0724338" /><Relationship Type="http://schemas.openxmlformats.org/officeDocument/2006/relationships/notesMaster" Target="/ppt/notesMasters/notesMaster1.xml" Id="R89769caeeb6948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2f75c83d4741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36e9cb0d3746e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49a83f22644f3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bc82833449437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77c7bb95d3433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aa3b0f18d548b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17175a7b5143f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75488f109407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f4b84dac2e49e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43fddeb835454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ddc4fb95dd434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BEE6FA-BA1B-4B07-8910-DE3CC894A01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38E3B7E-C5BD-4C62-8E4F-2132CB3D86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FEF389-6E60-4F4A-9598-50F21CD9E0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72EDD6-91CF-4DAF-AA56-3D4DB61A80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AEDA05-7B39-4491-9ABB-EDCB74FEA6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931101-A01E-45C2-B9FF-6624475292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B9392DB-32B4-4EC9-938A-B5CE687F264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865DEAC-C5DA-4724-A5DC-0418EC73BD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F1A1D36-6E60-4C23-BC55-10DAD77933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2FEB32E-2E41-42F5-B24E-20797B2CD6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254079-6A59-4281-8867-62BCAB86F3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7BF34F-C255-4F28-A09B-269825DA3C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6FA10EF-4942-4CEA-AE66-5FB329C16D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08D7A35-322D-4D01-91AF-7ED0B437E8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C30864-0040-44F8-9125-7975D9A79B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F09DE46-B13F-4254-8646-99BCDEA76A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3F9E2A9-AAD2-4C91-B3F7-865932447FB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8F4D8E3-AA84-4EB6-A05A-94891FB4E21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1ED9B4-1254-4BF0-B13E-B21D6AA599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42EFEB-00E6-49B4-B93C-687B8BF616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ABBC61C-47FD-428D-AE9D-B9904D3B49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8C45A3-4365-41EB-B505-A845680422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C84C90-F9AC-4150-92D9-E4AB6B6D17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8BE20DA-30F6-4B81-A99F-3DE3336B00A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4F524A7-1EE0-4E08-B036-6A8684AF425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95C47B1-A51A-4612-AE0E-77FD044FDA7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A3031A5-B970-40D5-BE30-6BF49E977F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8D1D62C-958C-45B1-9DBF-4885413BFB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D9E0209-90DF-4820-8E6B-BCB46022ED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552B032-EEC8-455B-82A5-0D65B982C5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B6887FE-CE24-4096-B020-202A6CF87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8112AA3-2059-45E0-BB32-84A0DD9BB5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2EF6C64-300C-4D56-A99C-9623E3566C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330559B-2CA0-426A-A5BD-131537D28F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A1BCED-44F0-4F63-BA67-98154B3204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14ACA8-FC61-42CF-9733-5509FC5F0F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2FCB533-A23E-42DD-A971-94925C02D6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D6B39EC-F2B6-427E-A98D-7E6975820E8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F45D869-79D5-4155-B87C-DF8190769F6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72E683B-F1F2-4383-B2DC-670AB85156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89129E-39A8-47C2-81FF-C394138320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2B2C0AC-D8CB-4952-A063-3C86A4033E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A15830-9BF8-4D97-97FB-8C2635DE9F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D40EAF3-81FD-4361-A1CB-1F172843B76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2D77533-D00D-4A36-A29A-FF430DFDC83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2C4C482-DA08-4467-84DF-54D7C601FB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13460D2-A875-4A56-A09F-86C66F793D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2CF988A-E8E4-441D-A457-3A11DCB4E1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729C1E-1AA3-4D1D-AA0A-28DC8BC782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3BCE040-887F-4FC3-8E17-D2D68642F1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61858B0-D6A7-4065-9BFE-4C8E592366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AB8BC8-AA22-4A56-8AE9-8A8479DF0E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0F7D30C-BDD7-4D3B-9FB6-D1EF872A51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11E22D0-B0F8-4B5A-AE6D-F1EF04E69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F2D9F0-BF8F-4BF1-B615-BE0228FE63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AD4E65A-8387-4B5C-8549-2EB1A46BC8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FE5073-2E61-4002-80B5-33331D8525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6E35025-DF31-441F-AD4D-0029CD804C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08d15d72b64e55" /><Relationship Type="http://schemas.openxmlformats.org/officeDocument/2006/relationships/slideLayout" Target="/ppt/slideLayouts/slideLayout1.xml" Id="Rda45e1073eae43cf" /><Relationship Type="http://schemas.openxmlformats.org/officeDocument/2006/relationships/slideLayout" Target="/ppt/slideLayouts/slideLayout2.xml" Id="R4dbedb0f6b5d4aab" /><Relationship Type="http://schemas.openxmlformats.org/officeDocument/2006/relationships/slideLayout" Target="/ppt/slideLayouts/slideLayout3.xml" Id="Rbb467bd1d44a492e" /><Relationship Type="http://schemas.openxmlformats.org/officeDocument/2006/relationships/slideLayout" Target="/ppt/slideLayouts/slideLayout4.xml" Id="R904f21e7033741da" /><Relationship Type="http://schemas.openxmlformats.org/officeDocument/2006/relationships/slideLayout" Target="/ppt/slideLayouts/slideLayout5.xml" Id="R67e1a659afd84256" /><Relationship Type="http://schemas.openxmlformats.org/officeDocument/2006/relationships/slideLayout" Target="/ppt/slideLayouts/slideLayout6.xml" Id="R2bc63be60d1e4116" /><Relationship Type="http://schemas.openxmlformats.org/officeDocument/2006/relationships/slideLayout" Target="/ppt/slideLayouts/slideLayout7.xml" Id="Rf5a55ca92e854a49" /><Relationship Type="http://schemas.openxmlformats.org/officeDocument/2006/relationships/slideLayout" Target="/ppt/slideLayouts/slideLayout8.xml" Id="Rf126461b0d5d47ff" /><Relationship Type="http://schemas.openxmlformats.org/officeDocument/2006/relationships/slideLayout" Target="/ppt/slideLayouts/slideLayout9.xml" Id="R0893433824034064" /><Relationship Type="http://schemas.openxmlformats.org/officeDocument/2006/relationships/slideLayout" Target="/ppt/slideLayouts/slideLayout10.xml" Id="R0ee126ab271d4aac" /><Relationship Type="http://schemas.openxmlformats.org/officeDocument/2006/relationships/slideLayout" Target="/ppt/slideLayouts/slideLayout11.xml" Id="Rde825390f1cf4a6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9838D6-0296-4BCF-B2B4-DE48232342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DA3EA5-5AD0-4A01-8271-89870C5DB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F56C101-9EDD-4D93-B858-A099337054C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C90142-953D-4BB4-8E81-FA4CDFA9217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734E8B-502F-4067-B44D-F23F59A2B81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45e1073eae43cf"/>
    <p:sldLayoutId xmlns:r="http://schemas.openxmlformats.org/officeDocument/2006/relationships" id="2147483650" r:id="R4dbedb0f6b5d4aab"/>
    <p:sldLayoutId xmlns:r="http://schemas.openxmlformats.org/officeDocument/2006/relationships" id="2147483651" r:id="Rbb467bd1d44a492e"/>
    <p:sldLayoutId xmlns:r="http://schemas.openxmlformats.org/officeDocument/2006/relationships" id="2147483652" r:id="R904f21e7033741da"/>
    <p:sldLayoutId xmlns:r="http://schemas.openxmlformats.org/officeDocument/2006/relationships" id="2147483653" r:id="R67e1a659afd84256"/>
    <p:sldLayoutId xmlns:r="http://schemas.openxmlformats.org/officeDocument/2006/relationships" id="2147483654" r:id="R2bc63be60d1e4116"/>
    <p:sldLayoutId xmlns:r="http://schemas.openxmlformats.org/officeDocument/2006/relationships" id="2147483655" r:id="Rf5a55ca92e854a49"/>
    <p:sldLayoutId xmlns:r="http://schemas.openxmlformats.org/officeDocument/2006/relationships" id="2147483656" r:id="Rf126461b0d5d47ff"/>
    <p:sldLayoutId xmlns:r="http://schemas.openxmlformats.org/officeDocument/2006/relationships" id="2147483657" r:id="R0893433824034064"/>
    <p:sldLayoutId xmlns:r="http://schemas.openxmlformats.org/officeDocument/2006/relationships" id="2147483658" r:id="R0ee126ab271d4aac"/>
    <p:sldLayoutId xmlns:r="http://schemas.openxmlformats.org/officeDocument/2006/relationships" id="2147483659" r:id="Rde825390f1cf4a6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dfde4342df49c3" /><Relationship Type="http://schemas.openxmlformats.org/officeDocument/2006/relationships/notesSlide" Target="/ppt/notesSlides/notesSlide1.xml" Id="Rdefe33f9912145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5689b94a4f41da" /><Relationship Type="http://schemas.openxmlformats.org/officeDocument/2006/relationships/notesSlide" Target="/ppt/notesSlides/notesSlide2.xml" Id="R7722cd89485747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cbeb9bde5049b1" /><Relationship Type="http://schemas.openxmlformats.org/officeDocument/2006/relationships/notesSlide" Target="/ppt/notesSlides/notesSlide3.xml" Id="Ra40199895e0f43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53d680f320e4e87" /><Relationship Type="http://schemas.openxmlformats.org/officeDocument/2006/relationships/notesSlide" Target="/ppt/notesSlides/notesSlide4.xml" Id="R851ec43ef3ae4f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f4f59ccf3b49df" /><Relationship Type="http://schemas.openxmlformats.org/officeDocument/2006/relationships/notesSlide" Target="/ppt/notesSlides/notesSlide5.xml" Id="R99f24dc282ae4a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a982e27f3b4a14" /><Relationship Type="http://schemas.openxmlformats.org/officeDocument/2006/relationships/notesSlide" Target="/ppt/notesSlides/notesSlide6.xml" Id="R2f198aaac2f140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2166a694fb4ab2" /><Relationship Type="http://schemas.openxmlformats.org/officeDocument/2006/relationships/notesSlide" Target="/ppt/notesSlides/notesSlide7.xml" Id="R8fd43ae72d9641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9ff46277de4050" /><Relationship Type="http://schemas.openxmlformats.org/officeDocument/2006/relationships/notesSlide" Target="/ppt/notesSlides/notesSlide8.xml" Id="Rc94259f473e34e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077f7a2b264564" /><Relationship Type="http://schemas.openxmlformats.org/officeDocument/2006/relationships/notesSlide" Target="/ppt/notesSlides/notesSlide9.xml" Id="R80ed67da972b4c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8402feff0247c1" /><Relationship Type="http://schemas.openxmlformats.org/officeDocument/2006/relationships/notesSlide" Target="/ppt/notesSlides/notesSlide10.xml" Id="Rf0aa6116e9c245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a51f9dc25d4c73" /><Relationship Type="http://schemas.openxmlformats.org/officeDocument/2006/relationships/notesSlide" Target="/ppt/notesSlides/notesSlide11.xml" Id="R4cbcc71ec3fc4e0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47e7bc5c774093" /><Relationship Type="http://schemas.openxmlformats.org/officeDocument/2006/relationships/notesSlide" Target="/ppt/notesSlides/notesSlide12.xml" Id="Rdf0a2aaeb9ec483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be7c4a68b24683" /><Relationship Type="http://schemas.openxmlformats.org/officeDocument/2006/relationships/notesSlide" Target="/ppt/notesSlides/notesSlide13.xml" Id="Rd9decae5154a41b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a4f9d769a44000" /><Relationship Type="http://schemas.openxmlformats.org/officeDocument/2006/relationships/notesSlide" Target="/ppt/notesSlides/notesSlide14.xml" Id="Rdcf5bbdedc34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894a3afe4f462a" /><Relationship Type="http://schemas.openxmlformats.org/officeDocument/2006/relationships/notesSlide" Target="/ppt/notesSlides/notesSlide15.xml" Id="R6b1243c1afad42c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63639545ee4b85" /><Relationship Type="http://schemas.openxmlformats.org/officeDocument/2006/relationships/notesSlide" Target="/ppt/notesSlides/notesSlide16.xml" Id="R466f4bb62e44468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6da815e7a84d45" /><Relationship Type="http://schemas.openxmlformats.org/officeDocument/2006/relationships/notesSlide" Target="/ppt/notesSlides/notesSlide17.xml" Id="Ra28aab1806b54e7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354885af614454" /><Relationship Type="http://schemas.openxmlformats.org/officeDocument/2006/relationships/notesSlide" Target="/ppt/notesSlides/notesSlide18.xml" Id="R60f93cd1eeb0415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38a1343ee840e7" /><Relationship Type="http://schemas.openxmlformats.org/officeDocument/2006/relationships/notesSlide" Target="/ppt/notesSlides/notesSlide19.xml" Id="R6d9187589d914e3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96ae1e91654dbc" /><Relationship Type="http://schemas.openxmlformats.org/officeDocument/2006/relationships/notesSlide" Target="/ppt/notesSlides/notesSlide20.xml" Id="R4055cf063d4345b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d334cccdbf4fe5" /><Relationship Type="http://schemas.openxmlformats.org/officeDocument/2006/relationships/notesSlide" Target="/ppt/notesSlides/notesSlide21.xml" Id="R4282c5be27b64d2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3b2dee0c644710" /><Relationship Type="http://schemas.openxmlformats.org/officeDocument/2006/relationships/notesSlide" Target="/ppt/notesSlides/notesSlide22.xml" Id="R8dda6498ec4c4ee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6ba4feb2b35444a" /><Relationship Type="http://schemas.openxmlformats.org/officeDocument/2006/relationships/notesSlide" Target="/ppt/notesSlides/notesSlide23.xml" Id="R64ce382fb9b749a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0fbda503a44c5f" /><Relationship Type="http://schemas.openxmlformats.org/officeDocument/2006/relationships/notesSlide" Target="/ppt/notesSlides/notesSlide24.xml" Id="R79ca11eb25e84cc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fe7fc9f99442ac" /><Relationship Type="http://schemas.openxmlformats.org/officeDocument/2006/relationships/notesSlide" Target="/ppt/notesSlides/notesSlide25.xml" Id="R61b0536838df45c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79f70951564343" /><Relationship Type="http://schemas.openxmlformats.org/officeDocument/2006/relationships/notesSlide" Target="/ppt/notesSlides/notesSlide26.xml" Id="R61fc7757b49340b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f3f91b10c04576" /><Relationship Type="http://schemas.openxmlformats.org/officeDocument/2006/relationships/notesSlide" Target="/ppt/notesSlides/notesSlide27.xml" Id="Rb36c86cd9d64467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c3b3e6109440c9" /><Relationship Type="http://schemas.openxmlformats.org/officeDocument/2006/relationships/notesSlide" Target="/ppt/notesSlides/notesSlide28.xml" Id="R21914ad997f34ba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b049e2bf5e44c9" /><Relationship Type="http://schemas.openxmlformats.org/officeDocument/2006/relationships/notesSlide" Target="/ppt/notesSlides/notesSlide29.xml" Id="R79a7036a287f4a1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204ceb8edc4ada" /><Relationship Type="http://schemas.openxmlformats.org/officeDocument/2006/relationships/notesSlide" Target="/ppt/notesSlides/notesSlide30.xml" Id="Rabefefe9792143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0304B7B-6059-4CE5-BC66-321591B9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900FDA5-B2EF-4114-BE8F-0300DB1A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91153E-0008-46EF-A364-05EBBF4A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9E2C3B3-9E2B-4EB8-8622-7B2258F7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9975013-89CA-448E-B217-D98425C8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581F1B-F624-4DB7-9ECE-8330E4F9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183906-E278-4E41-88B0-9F619DBA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B17E63-99CA-4782-B77E-63072785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F5135DC-18B1-4524-9592-50ED9459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72451EB-0D1B-43D9-88FD-A0660597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D190320-D85A-4032-87FF-D2259C85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7820634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CA332B-6093-47A1-B881-EBF30C57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10EF61-B448-4085-AE69-D4E0C4AE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nykyinen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164593D-5E5F-499D-A889-6746E54A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BD66C6-B46D-4100-860F-15EFABC8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95F0F4-37F6-4530-983D-23056617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CFA8058-79B0-4CD3-A990-0DBF34ED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F360381-D57A-4A77-935F-4AA62AC9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C39267F-F9CC-4186-8A20-9C3C19F1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Markkina-aineistossa on 27 virallista vuosihavaintoa 7 maasta, mutta luovuttajaportti on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CCEB1FA-4409-4C4D-8127-69875ACA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5C5C1E6-31C6-4B5C-AC2B-3F9A293D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FFB50F-950E-41BE-8B0A-77CE354F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6100522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A60882-4233-435F-A463-FDCDC825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65D398-25BD-4AFD-9EEE-9B0CA0A5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49BC370-0110-4994-809A-ACCACD98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40E43E-6A63-44E6-AC91-CBC95832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5864BE-F758-4763-A242-F163676C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EA21D65-20FA-4308-8F66-3A96BBE9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F0054CD-DDA9-4E7F-AFCD-6FFF293D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36232607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DBFEB0-AC6C-47B9-BEE7-B175AD9E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653FFAE-ECAB-4BEE-9102-97A77D7A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tällä hetkellä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1DF5FD6-2EFD-492E-908D-2728347E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852B178-5F8B-4562-BB21-D582AE71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48551A-0AD5-4CB1-91AC-A10098D0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914103-4A0C-4800-B402-F9FF74B9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68A11A-2357-4C46-9174-F07AE3E0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9E608E-8869-46CC-A644-19A65A91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F59E235-24DC-41BC-A8B6-2AA2B8AC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4E45029-627A-4902-9DDB-27138656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32C1A20-C22C-4184-BFEA-2E6EF43C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15442139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9CBAD2-2974-4B2F-9C06-7AEF65B9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CFE21A2-9F40-4EEF-9EF1-438B1B84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D47339-7600-4884-BB89-E1C920C4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C95DDB-03AD-4260-9DFE-431EBD2E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D872ED-B0A4-45BF-8F49-23AEC724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0CD4D7E-BA85-40B6-B56E-33CA3C50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0D75B1-4B04-4A80-947F-4516D4FB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D67D47-5DC5-442F-ABF8-F017D910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8CF266-FB75-4772-B44A-3B5FDE03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9EE9E7F-7976-4890-8654-F2100466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92C3567-FF4E-492A-BB49-F89C9EC3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68744200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88CB8E0-BD2D-4B4D-AD7C-F2872071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42545E-2BAC-480B-8EDC-48D6ED38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10533A8-C6D1-4ADA-A008-43A13433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460DED-0EED-4CB1-9A45-2EFC9B7E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0A8BF9-8F72-459D-8D36-B7998C58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90DDD7-87E4-4D54-960A-76024A3B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49DC8DC-29BC-4EA9-9733-261BF160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21064096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4CE8E2-8E2F-4D32-A679-F9EA851B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A418CEC-5318-4A49-9FB2-3B60EA26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virallisesti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56670A-ADE8-4C08-88C5-EA6BEF18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498047-B8D9-4594-AD21-DB06B25D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82DB03-D7EA-41DB-B301-2F4F8C53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571BB77-63D1-455D-ACBE-9DCA0970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A60F7E4-68C4-486C-B6DA-1B1B6EC6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447F1FB-3BD6-4864-BED9-DB2C8151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8B3A2D-5497-4457-BF91-02D9C794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3901F8A-F5D2-4353-9B27-7312E98B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9AFF9B-43BC-48F9-97A2-C018DE81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C799778-573D-4C27-B3E8-7474873C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FA08936-A482-4513-839B-19C5A3F9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EDEB941-FFDB-47CE-8B97-98F23E59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7ED838E-64FD-4621-BD02-0E60BFE7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F54F936-0E81-49B3-9D02-17452C55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0AF699E-A65C-47F3-B95E-B309E0A3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BA39308-8A9D-49D5-B413-B9CF6C4A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B8DC2B4-246A-4F2B-AE5C-AC60D4AE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99513468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B76A3DF-93AE-417B-A361-F71E381B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0943A05-5FBA-4228-8156-570B51DF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F72ED16-B57A-48CD-A42E-D7AA51C3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8BB1A1-0F53-47BE-B8CB-F495A7AF0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44A4C28-8BDF-462D-9175-9D5F238E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ED135BC-F7E0-4E64-BBFB-D0A512B8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ADE2DD7-8BD0-4D49-AB76-AF5984E7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0DD83A-959C-4C71-A727-941DDDE8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DD23E6-F00D-4061-B73A-9A90E7B0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09FEF5F-2D42-4914-9DD1-09773A47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06385D7-DABF-44FE-A37F-A93DE138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D71FC08-862C-4E48-BCAC-163D32C5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3EA85B1-C852-4011-803C-A9932CFA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7A198CB-4212-40DA-884D-36F42E5F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B8F24F5-909F-46D3-ADC1-BE9D343C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5034D96B-2664-406B-AE50-0D85D27E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D2ABDAC-1077-4607-B4EC-A162DE02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E260565-9E48-4095-BB10-EF7A5A25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26185B1-BAF6-4157-B106-D4BC516E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7A66189-75B3-4ADA-BD90-961E705E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FA7F94A-C68D-4FAC-A686-B230A92A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142B969-9A10-4B44-AC77-4D04B453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3690634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4BC6819-F13F-4C3D-84D1-EE09C8A2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3CDCC-10A9-42EE-93B0-82EC71DE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0174CDD-BC8A-4F94-A367-90B815AF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B35D83-167C-496A-B424-D6B43CEB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2E4A46-9543-4FB7-A723-60031756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C6D0483-63E2-4E91-9BF1-92421BCB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D245CA-F6AC-4D40-B14B-D91479E6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7886135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DB49275-E71A-473E-A3C1-8C828ACE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114AC4-7DD9-4813-9BAF-AA38298F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D420EF-745B-4E25-A3F2-87B74675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2C6B9B-F7B9-4601-AEAC-277D4247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A1C54B-0FA9-498B-BAED-82424132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2106C8-DD09-44EE-A338-00C2CEC1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81B3A0A-68C0-4871-B13C-F3D3F5E9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9F8853-812B-48EC-89AC-CD4D0EAE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29EBEB7-1947-4875-B187-4E2D2E74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830C199-B7C3-4A1B-8F7E-44CFB13C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401A208-CC65-40EC-A77E-9B565254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18007000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F077C1-8386-4CB5-90F6-7737AC22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9A8F69A-4B2F-484D-A438-AB5A6AC4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2942C3-B49A-4E03-9951-9520D142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8E2F3A4-7DE3-4D7A-BDD3-511FD853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2C937A-5DAE-4D0E-80B2-4FAA698F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53E01D-E0E0-47CF-B2F4-D128345F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4CF40BF-4679-470B-9D22-8EB64B03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67239764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3FEA7C-6F8D-4D5E-A95A-227A4420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FE800B-A3CF-4806-8C97-6C7C56FC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433AA5-84C2-421D-BF6D-38FB4A9D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7C1946-2567-47FC-A041-700F0975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601034-000E-480E-B21B-C28F23E7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B77097-1CD6-4AD6-B67A-9C4EDEB2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ACF8DB4-DA11-40E7-A6D5-8041F922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2A1A44-ECAA-440F-98A0-D138EF74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05503BF-4C5C-4CD6-9048-4D15E0D4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03A0583-1650-41AE-9368-187192D3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F5D87CF-7EAC-4BAE-96D9-ADCE7592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A3BD94D-0DE1-426D-9D71-C4A7E343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43E575D-2021-4D91-946E-41F02820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155AA9B-F114-4D66-80C1-10AE9831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68B6BB1-AA54-4987-98AD-1DC8DC9CC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E19757-E59F-47F9-9C29-1789F7EF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69C0A8D-64CF-4FE6-A982-068AD1888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934235-BBF1-4BA2-A095-5213658B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7D115D2-9707-46DF-AF66-70A5AD27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A3BC30D-A04F-4B52-B0E7-E49468C0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A86E385-2961-4EFB-8E03-CB035AB5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7BFFD9F-43EE-4072-B66E-38A82D62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3216050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C0385FF-F17E-403D-B8DE-FD4F4923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42B0FC-2604-4D7D-8203-3176451E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Valitut viralliset reitit: 27 havaintoa 7 maasta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CE9B7DF-F8C4-48BC-9200-B47D3D78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1342AD-1E08-4DAC-AE4E-9CD837AD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634936-B9CE-4629-A37C-FB316234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Health Canada; New Zealand Ministry of Health; Destatis; Vero; Sejm;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A62815-24D5-44D2-9E32-A2B9F6AE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raakareitti 280,685 milj. NZD; tunnistetun vaping-vähittäismyynnin tuettu herkkyys 533,7–731,2 milj. NZD (≈298,5–408,9 milj. EUR; ECB 2024), ei havaittu markkina-arvo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1B0B56E-65C1-484F-A462-950118CF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28489107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7D6D2EC-01F2-4108-BC4B-E0C219D9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76780E-6EC8-4D8D-995B-09DD610B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ECC00C-3070-4B60-9CCF-50EE0C18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F24FFE-A197-4CE1-815F-8DAEA8FA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57003A-7984-4C51-9916-5310A37F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C82145F-4B43-46B5-8BEF-86FA8BBB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726BF5F-52E0-4884-B230-38722E30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182089F-0F61-4CCF-BC36-BAF00015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1,16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12F1756-6427-43A4-8AE3-86587ADF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valmistaja-/maahantuojatoimitukset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E393587-C859-4EF5-BC3A-DFF30EBD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FBBA9C-F609-43EE-A944-CC1437C5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118,9 milj. yks.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2770B95-87EC-43FF-ABCD-23A3E752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raportoitua yksikkömäärää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A2A7F1D-D097-4F41-9457-EEBF6F18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43E79DD-F076-4D72-BF80-687BDDCE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1,252 milj.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598453A-A84F-45A2-A158-6392EDAA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raportoitua nestettä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4059574-9667-44BB-9D5E-886BC445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B863FF8-2393-4C13-A951-173722F5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92DF0EE-292A-4117-B0E4-99A63ADF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D6B587A-2164-4FE7-AFA0-F1797136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  <p:extLst>
      <p:ext uri="{BB962C8B-B14F-4D97-AF65-F5344CB8AC3E}">
        <p14:creationId xmlns:p14="http://schemas.microsoft.com/office/powerpoint/2010/main" val="157896031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4EF214-519C-477E-AF06-F1A74A0F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98FC5E-2F8B-45D5-AF90-9DC967B0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79D9E9-371D-4F5E-9BE6-2065D72C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552FD33-759A-4478-868C-31434EC2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AA8A0C-56C2-49ED-95F3-E8E89EA4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4F151B-DB42-4575-94A1-85442A0B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8289B53-6F50-4B45-9C71-D5203E5F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205875374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787B03-E00D-4712-8091-6D64A6DF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02A203-F971-4231-A1C4-C825284D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6C7745-FFD0-441B-B7E5-665B7611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0D5870-8EEC-4A93-9CCA-D402D275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7513142-924D-4149-8A49-698186CE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B22E0-5D45-4901-8038-C1E64E13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A0F2E25-4A11-46F0-AB80-D673939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C3EB1CA-F67D-4827-9308-0666D73C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C476E61-38F1-4BFC-8F83-CDE8321D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4621808-A7F2-4DA5-8ACF-D6012F02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4A96BF7-F18F-4F90-BF2D-2301178D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5080D8F-24E3-4B3D-98A9-88005E04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C577106-2B39-4BDC-A2AD-2CF9BAB0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C289441-01E1-480A-943D-21A4EBB0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14E86B-2C94-4BD1-877E-808AB31D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727EF4-5A82-406B-8FA7-0C5211AF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114CB21-2D70-420C-ABC3-D6D320C3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960C7DA-9822-41F1-84E6-51781BB0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C70871C-A333-40FC-8489-5CF4BB46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  <p:extLst>
      <p:ext uri="{BB962C8B-B14F-4D97-AF65-F5344CB8AC3E}">
        <p14:creationId xmlns:p14="http://schemas.microsoft.com/office/powerpoint/2010/main" val="9982203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EF2CC67-BB33-4600-89C7-F6201482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E08E3C-11E3-4867-8061-FFDB7E29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C6D8AE1-5CEB-4B5D-A4A4-18084B36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4F5BF3-94A5-4DF7-8096-46BD01AD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14D395D-D894-4EA7-80E0-2444D8FE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C9C7455-53FD-430C-A9DE-DCD1D9A0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427F8E6-F398-43FA-AB84-9EB362C7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8463C2-91C0-4322-BCDF-D9F724B1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0D717C0-FE20-402E-9D53-596A88E5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245022-E7CA-4966-8B23-04EA7FDD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CB4366-F395-43CA-88D1-F3F384E2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55D3183-2E6C-4686-8EEB-F0255745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F36F1FD-96D2-421D-975F-70116FD2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5B3A12-A0FF-4CD9-9DF5-F09D3488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0C55099-102F-4F0D-A3AE-B26098B0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97461E5-9956-484A-A725-8CFCDBCB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1C5774A-883C-4BF9-BEDF-17C8E3F5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907ABB1-E0B8-4C2A-BBE8-E89409B3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D89D4F1-C000-49E4-9318-815A1CC3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34160503-7910-480A-B8B8-49D2436C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2F48FBD-4893-4834-B6B8-BBEBF60E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A622566-69C1-484A-9714-05B561FA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71717525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F3B6FE-413B-40BE-9505-23699E1B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2EF38E-816C-4720-9295-CA467CF2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46575FF-1198-4A8C-AAA7-F2C31D5F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BDE356-41F2-4FB0-B905-79C70E22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5D80846-DEA8-4265-99FA-21B8B991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Market-values modelReadiness,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5376115-CDDA-479C-B338-264AA1BD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8280878-880D-4BF8-99E6-5C01E8B5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Nykyinen hyväksytty donor-portti on 0/3; kaikki 5 ehdokasta jäivät ulkopuolelle.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D2AC3BA-6BB7-474A-B4E6-75764412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Jokaisen ehdokkaan on läpäistävä kaikki 10 ehtoa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533,7–731,2 milj. NZD (≈298,5–408,9 milj. EUR; ECB 2024) vähittäisherkkyys on tuettu malli; FTC:n 2,763 mrd USD (≈2,336 mrd EUR; ECB 2021) vuoden 2021 reitti on valmistajaraportointia. Kumpikaan ei ole täydellinen kuluttajavähittäisarvo tai hyväksytty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Alue- ja sääntelytyyppien peitto sekä suora validointi suurissa talouksissa vaaditaan vielä.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CDC39B8-FAF5-48D7-BAAB-3C826912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13F98E7-CFBC-44E0-83D9-9F5A543E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A38C91-35F1-4548-9242-24D700E6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51282588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B49FCF-FE88-4E1B-AE0C-60B8C9FD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D65ED8-2687-4FEB-9F14-16E4B995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87A7D28-85D1-4E4B-8B24-169AB6E4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CC2C5DA-471B-4DBC-A85A-FF05F63E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3C1ACAC-5F21-4955-BDE5-B816E608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3205EC9-1308-4592-B692-3A59ED8E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AA5226-6F9C-4625-B35A-40FAF011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771082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DA86-7214-40A6-B5D7-779CD979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482FF7-F90E-42BD-8FA5-671A1F7F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Mahdolliset asiakkaat ovat hypoteeseja, eivät vielä näyttöä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856052-92F5-4199-85A6-AE34FC4C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9E7C6F-0DA7-4C38-9ED5-90325AB5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C968E6-56D1-4FFF-9864-B798CAD9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52F7506-CC68-4407-AE9B-33B9E8C5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780DE79-1A2C-4AD8-BA05-2C37489F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281630-420E-44FF-B383-2208E363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34D835B-F816-4BB1-BD81-0C6F074E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9881EC-F9B6-486B-A2B9-6DEFF764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CC1A963-1FC0-4232-BEF9-C6A4F94A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17645764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1786BC-00B4-417E-8787-74214C80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D7821C2-1127-4885-AFC4-DEEE2E25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A2D5FF7-38A4-4F2A-9B1A-4103438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4622A8-7457-4114-BCAA-EDC514E0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E04FAB-F6A2-4E41-88A0-11FA7236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AE4E2B2-05CF-4682-8F61-40F188CF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798AF01-CA50-494C-8FBA-5607EB5A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33727760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A1C54F-C6A2-4EA0-A1EE-2ED4D27B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C527E5-CE8B-4A4B-9053-896D2D85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rakentuu katkeamattomaksi todisteketjuksi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0FE64DD-12DF-417F-A390-1B032B08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53D8479-5F15-446C-B39D-28B2EA0DA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B328E2-502B-4C29-9E7E-57D30E21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39CEB5-EB2E-4720-B6EE-B0FA3BCE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D1EACB0-1501-4092-9667-162CF0D6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6550F1-4591-40E2-ACAD-C7273AA0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6C9456-A382-47C1-8542-41D471A7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AADF1C1-9C2D-4C5D-9D4C-EDCE0B82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4A19BC4-2E50-4BC2-BD87-5E7EC9D7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0FC2E85-981E-4B4A-A4BD-0E8C9CB0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36B220C-DA2C-46E0-BBDB-34E06DB8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6DA0D5E-299D-439B-A9C0-C3582D84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2FAB409-3B11-4AEF-8BB5-D1DF4DEA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E7A4AFE-D3ED-48EF-B6B6-F7B152DC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BB50330-C9DD-463A-A21A-07F7C8EF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522F07E-DC75-47A3-9BF1-FA5171AF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8D02288-6DC0-4AC0-991D-1C370C61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ED77A90-3149-4A49-9907-CCC0FD3D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9832EDB-36D8-4FA2-8456-19B78F40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351527A-50F8-4224-B698-2AE6A88D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293CB47-1B4B-4045-979D-823C5A76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144018740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51AB16-C2E7-47A5-8BAF-73A06301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8F3ABA-7FAB-4A22-A243-B5FCB401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F549BC-6ABA-491C-863C-9521982D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3BC7ED-43C4-4B38-B450-99A7A40D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E69B80-85B6-4644-B2EC-34968B66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03D2BC-F28D-4166-995D-5CFD7799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6B4E531-7BD3-4FC3-B224-E92E6C98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3442810-37E6-4F31-993B-51ACE6E1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9CFC918-3A3D-4FE1-998E-05607540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0692C75-1585-4FAC-BA19-55F92C1A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95CB5E6-807A-4B3C-BBA5-72387BF1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641802B-947C-44E3-89AE-E14CAC39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F847769-14A9-4060-AB45-6E3BBD3B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315D378-EF2A-4A0E-98CC-98389414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17537ABF-BAA3-4B99-8174-76DFA4A4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B8198B2-B26E-49A1-9857-E9796261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9C8A6BE-5A9C-446A-8E63-54E9925C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671E1F2-7245-4561-AA4F-10F47D44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AC3A49D-FFB2-46E9-8A5D-BFD841B6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D36292A-D2D8-4F9E-9298-77C8B0C5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7CBA492-D8A5-47F9-B1D7-193241F8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ECDFC63-4E05-4902-A456-849B2B27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4CB1398-DAAE-416F-B31B-8BCD4CB8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33917917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243A5F-6F13-4281-ACD3-145612E2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1DD7C3-0549-4A2D-8B06-A5EE1FBC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A25E15-A449-4926-8B46-7A5C6BCA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C70A60-C8A8-4C12-8C4E-22532734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07F420-A7B5-4710-A2C0-5A9C776F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1C0EE1-C040-4232-BD39-7C4A7A1D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B2BA50-ADFE-48A2-B25A-CD8C2B0C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38196739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9A688C2-E5EF-4699-9347-37E766A07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CFA3D8-397D-422A-B444-EB96DA57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6C856-34E1-4BCD-9638-922B6CF8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0C6CD26-4A4C-4055-B179-EBC0F677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A1DFB7-2699-4774-A8EF-736A57F5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F5E908-8FED-4332-AA28-3045A775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901255-5913-4867-B9E4-184F77DC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87512086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B22741-1535-4E99-9532-1D5F2C60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A6A11C-7670-4CCB-8940-90AE6DB8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45EA8C-2EB8-49CB-AD88-CED73E41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8930A51-D5FF-4A56-A4F5-2D36B1D4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EA7323-4D17-4FD4-924F-FB6A440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EC70D9-6ECA-4475-89DF-B2E61BE8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8301C1-BD59-4E4A-BB47-5249AD75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91454838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2568ADC-4E8E-424D-86D2-E14122F9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3E25C54-37CE-4432-9F0B-4425E969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B134DF3-0F9A-46D8-BCF0-ECCC49D7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7F11841-7F1F-4C9E-B204-B26DDF2B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50248F-A0D8-4560-9325-94A56527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38D9BCA-1527-4B3D-B683-2A174729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B0E7D6-FDB7-4E5A-A5D9-322E8EC3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27445109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BE8D5C-8DF3-4D0E-99E8-841AF2B7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BA30582-EDDD-4AC2-8123-1B453BC3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36ED69-FCE8-49A4-AE05-65F83D36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E1C43E-F286-4852-A651-9847F05C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7A89DF-558B-4440-936D-BFD192BE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FF6458-2022-403F-A828-9F7D0DF2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22F10D-C73F-41D2-931B-D4387C55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69959223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A47C84-DF59-47FB-AD40-3B555AD7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585D150-D09C-4FB1-84E8-20A075C5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9826832-A498-470A-8197-605C63D9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2006EC-0FAB-4C8F-8DE3-62C27D9A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CF3B10-A2C7-482F-A73F-A44F6FDB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2026.07.24-18 · 2026-07-24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A36976C-5634-4288-9E0C-279B0978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D56098A-099F-4140-8929-B1BE320E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F0541D-0424-4403-ABFD-DF3F1FB9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7B8CE1E-B671-45E4-96AC-33B8FC80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1773197-B2CE-4A41-ADB4-7382810A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DC636E5-1AAE-4B03-B978-61897098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CD2982-88FD-4427-81C0-23B2BEAB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B444C85-03AD-425C-903A-334A6374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7E71216-1AD8-4378-A668-5BB97E9C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7375B7B-5D3A-475E-8C80-06281423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C338CA9-E5DB-4FC1-BDA7-04A4F76A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C81614C-1BBE-4FE0-AC25-422CF072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6164C5B-5BDC-4274-A35B-C99E66E9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506822D0-3C63-4179-9F47-D6B4CCF2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0A9B3B4-162D-41AA-A996-EA6D2641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FB0CD7E-31EF-43DE-9FF7-DA321C47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2AD698F-25A9-4959-B6B5-E211FEBA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92D6892-8A64-465E-A51C-854F55C8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20875526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F5497-7DB9-46ED-804E-89339C97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161C52-C20E-499F-A7C8-8ACAC485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221BC9A-6708-49D7-BD9A-2034968A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3B3518-1748-4423-BCE5-07AEBF88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2026.07.24-18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79016410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2026-07-24T09:17:49.5190000Z</dcterms:created>
  <dcterms:modified xsi:type="dcterms:W3CDTF">2026-07-24T09:17:49.5190000Z</dcterms:modified>
</coreProperties>
</file>