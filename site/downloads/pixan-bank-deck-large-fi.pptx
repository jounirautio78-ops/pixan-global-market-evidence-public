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59e5fb7bb341af" /><Relationship Type="http://schemas.openxmlformats.org/officeDocument/2006/relationships/extended-properties" Target="/docProps/app.xml" Id="Rd9657fac56cb4987" /><Relationship Type="http://schemas.openxmlformats.org/officeDocument/2006/relationships/officeDocument" Target="/ppt/presentation.xml" Id="R6dc08646498745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07351999f148be"/>
  </p:sldMasterIdLst>
  <p:notesMasterIdLst>
    <p:notesMasterId xmlns:r="http://schemas.openxmlformats.org/officeDocument/2006/relationships" r:id="R4a61683a4e0e4434"/>
  </p:notesMasterIdLst>
  <p:sldIdLst>
    <p:sldId xmlns:r="http://schemas.openxmlformats.org/officeDocument/2006/relationships" id="256" r:id="R0cd7245c533a47a3"/>
    <p:sldId xmlns:r="http://schemas.openxmlformats.org/officeDocument/2006/relationships" id="257" r:id="Rb1140fe0b00947c7"/>
    <p:sldId xmlns:r="http://schemas.openxmlformats.org/officeDocument/2006/relationships" id="258" r:id="R28f1a2086b714238"/>
    <p:sldId xmlns:r="http://schemas.openxmlformats.org/officeDocument/2006/relationships" id="259" r:id="R1607bfcef3fa41d2"/>
    <p:sldId xmlns:r="http://schemas.openxmlformats.org/officeDocument/2006/relationships" id="260" r:id="R35c1e854288f45a8"/>
    <p:sldId xmlns:r="http://schemas.openxmlformats.org/officeDocument/2006/relationships" id="261" r:id="R33d2c2a1f82e4fd5"/>
    <p:sldId xmlns:r="http://schemas.openxmlformats.org/officeDocument/2006/relationships" id="262" r:id="Rd45c265e136c4d25"/>
    <p:sldId xmlns:r="http://schemas.openxmlformats.org/officeDocument/2006/relationships" id="263" r:id="R5ded3f70d3fb4c90"/>
    <p:sldId xmlns:r="http://schemas.openxmlformats.org/officeDocument/2006/relationships" id="264" r:id="Ra360ba95964d4ae9"/>
    <p:sldId xmlns:r="http://schemas.openxmlformats.org/officeDocument/2006/relationships" id="265" r:id="R007aa4160b66490b"/>
    <p:sldId xmlns:r="http://schemas.openxmlformats.org/officeDocument/2006/relationships" id="266" r:id="R4b805e57e1e04a3a"/>
    <p:sldId xmlns:r="http://schemas.openxmlformats.org/officeDocument/2006/relationships" id="267" r:id="R137296a76d9e4171"/>
    <p:sldId xmlns:r="http://schemas.openxmlformats.org/officeDocument/2006/relationships" id="268" r:id="Rbd41810fd91c4314"/>
    <p:sldId xmlns:r="http://schemas.openxmlformats.org/officeDocument/2006/relationships" id="269" r:id="R824e4ab787ae469a"/>
    <p:sldId xmlns:r="http://schemas.openxmlformats.org/officeDocument/2006/relationships" id="270" r:id="Ra758a4e814374c18"/>
    <p:sldId xmlns:r="http://schemas.openxmlformats.org/officeDocument/2006/relationships" id="271" r:id="R770141e335cd4337"/>
    <p:sldId xmlns:r="http://schemas.openxmlformats.org/officeDocument/2006/relationships" id="272" r:id="Rcd712d660e3844e9"/>
    <p:sldId xmlns:r="http://schemas.openxmlformats.org/officeDocument/2006/relationships" id="273" r:id="R4c8241bd2aa54d0b"/>
    <p:sldId xmlns:r="http://schemas.openxmlformats.org/officeDocument/2006/relationships" id="274" r:id="R9c2651f5afba49ad"/>
    <p:sldId xmlns:r="http://schemas.openxmlformats.org/officeDocument/2006/relationships" id="275" r:id="R3f9921f3c4154368"/>
    <p:sldId xmlns:r="http://schemas.openxmlformats.org/officeDocument/2006/relationships" id="276" r:id="R0052782368694865"/>
    <p:sldId xmlns:r="http://schemas.openxmlformats.org/officeDocument/2006/relationships" id="277" r:id="R0f55abdddcf24134"/>
    <p:sldId xmlns:r="http://schemas.openxmlformats.org/officeDocument/2006/relationships" id="278" r:id="R64411a29810743dd"/>
    <p:sldId xmlns:r="http://schemas.openxmlformats.org/officeDocument/2006/relationships" id="279" r:id="R13066102e848493d"/>
    <p:sldId xmlns:r="http://schemas.openxmlformats.org/officeDocument/2006/relationships" id="280" r:id="R08648c56dd4944b8"/>
    <p:sldId xmlns:r="http://schemas.openxmlformats.org/officeDocument/2006/relationships" id="281" r:id="R43b29ffaaffa4cdb"/>
    <p:sldId xmlns:r="http://schemas.openxmlformats.org/officeDocument/2006/relationships" id="282" r:id="R70ba7e88a40d44a2"/>
    <p:sldId xmlns:r="http://schemas.openxmlformats.org/officeDocument/2006/relationships" id="283" r:id="R98c852b7b8ef4f5a"/>
    <p:sldId xmlns:r="http://schemas.openxmlformats.org/officeDocument/2006/relationships" id="284" r:id="R62b875f22f934e74"/>
    <p:sldId xmlns:r="http://schemas.openxmlformats.org/officeDocument/2006/relationships" id="285" r:id="R6c514c5f2d3841ed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a91c4fb2484fc2" /><Relationship Type="http://schemas.openxmlformats.org/officeDocument/2006/relationships/slideMaster" Target="/ppt/slideMasters/slideMaster1.xml" Id="Re107351999f148be" /><Relationship Type="http://schemas.openxmlformats.org/officeDocument/2006/relationships/notesMaster" Target="/ppt/notesMasters/notesMaster1.xml" Id="R4a61683a4e0e4434" /><Relationship Type="http://schemas.openxmlformats.org/officeDocument/2006/relationships/presProps" Target="/ppt/presProps.xml" Id="Rfc536d3a4ae14dd9" /><Relationship Type="http://schemas.openxmlformats.org/officeDocument/2006/relationships/viewProps" Target="/ppt/viewProps.xml" Id="R8cd61998ba2246e4" /><Relationship Type="http://schemas.openxmlformats.org/officeDocument/2006/relationships/tableStyles" Target="/ppt/tableStyles.xml" Id="Raa06fdb258bb4437" /><Relationship Type="http://schemas.openxmlformats.org/officeDocument/2006/relationships/slide" Target="/ppt/slides/slide1.xml" Id="R0cd7245c533a47a3" /><Relationship Type="http://schemas.openxmlformats.org/officeDocument/2006/relationships/slide" Target="/ppt/slides/slide2.xml" Id="Rb1140fe0b00947c7" /><Relationship Type="http://schemas.openxmlformats.org/officeDocument/2006/relationships/slide" Target="/ppt/slides/slide3.xml" Id="R28f1a2086b714238" /><Relationship Type="http://schemas.openxmlformats.org/officeDocument/2006/relationships/slide" Target="/ppt/slides/slide4.xml" Id="R1607bfcef3fa41d2" /><Relationship Type="http://schemas.openxmlformats.org/officeDocument/2006/relationships/slide" Target="/ppt/slides/slide5.xml" Id="R35c1e854288f45a8" /><Relationship Type="http://schemas.openxmlformats.org/officeDocument/2006/relationships/slide" Target="/ppt/slides/slide6.xml" Id="R33d2c2a1f82e4fd5" /><Relationship Type="http://schemas.openxmlformats.org/officeDocument/2006/relationships/slide" Target="/ppt/slides/slide7.xml" Id="Rd45c265e136c4d25" /><Relationship Type="http://schemas.openxmlformats.org/officeDocument/2006/relationships/slide" Target="/ppt/slides/slide8.xml" Id="R5ded3f70d3fb4c90" /><Relationship Type="http://schemas.openxmlformats.org/officeDocument/2006/relationships/slide" Target="/ppt/slides/slide9.xml" Id="Ra360ba95964d4ae9" /><Relationship Type="http://schemas.openxmlformats.org/officeDocument/2006/relationships/slide" Target="/ppt/slides/slide10.xml" Id="R007aa4160b66490b" /><Relationship Type="http://schemas.openxmlformats.org/officeDocument/2006/relationships/slide" Target="/ppt/slides/slide11.xml" Id="R4b805e57e1e04a3a" /><Relationship Type="http://schemas.openxmlformats.org/officeDocument/2006/relationships/slide" Target="/ppt/slides/slide12.xml" Id="R137296a76d9e4171" /><Relationship Type="http://schemas.openxmlformats.org/officeDocument/2006/relationships/slide" Target="/ppt/slides/slide13.xml" Id="Rbd41810fd91c4314" /><Relationship Type="http://schemas.openxmlformats.org/officeDocument/2006/relationships/slide" Target="/ppt/slides/slide14.xml" Id="R824e4ab787ae469a" /><Relationship Type="http://schemas.openxmlformats.org/officeDocument/2006/relationships/slide" Target="/ppt/slides/slide15.xml" Id="Ra758a4e814374c18" /><Relationship Type="http://schemas.openxmlformats.org/officeDocument/2006/relationships/slide" Target="/ppt/slides/slide16.xml" Id="R770141e335cd4337" /><Relationship Type="http://schemas.openxmlformats.org/officeDocument/2006/relationships/slide" Target="/ppt/slides/slide17.xml" Id="Rcd712d660e3844e9" /><Relationship Type="http://schemas.openxmlformats.org/officeDocument/2006/relationships/slide" Target="/ppt/slides/slide18.xml" Id="R4c8241bd2aa54d0b" /><Relationship Type="http://schemas.openxmlformats.org/officeDocument/2006/relationships/slide" Target="/ppt/slides/slide19.xml" Id="R9c2651f5afba49ad" /><Relationship Type="http://schemas.openxmlformats.org/officeDocument/2006/relationships/slide" Target="/ppt/slides/slide20.xml" Id="R3f9921f3c4154368" /><Relationship Type="http://schemas.openxmlformats.org/officeDocument/2006/relationships/slide" Target="/ppt/slides/slide21.xml" Id="R0052782368694865" /><Relationship Type="http://schemas.openxmlformats.org/officeDocument/2006/relationships/slide" Target="/ppt/slides/slide22.xml" Id="R0f55abdddcf24134" /><Relationship Type="http://schemas.openxmlformats.org/officeDocument/2006/relationships/slide" Target="/ppt/slides/slide23.xml" Id="R64411a29810743dd" /><Relationship Type="http://schemas.openxmlformats.org/officeDocument/2006/relationships/slide" Target="/ppt/slides/slide24.xml" Id="R13066102e848493d" /><Relationship Type="http://schemas.openxmlformats.org/officeDocument/2006/relationships/slide" Target="/ppt/slides/slide25.xml" Id="R08648c56dd4944b8" /><Relationship Type="http://schemas.openxmlformats.org/officeDocument/2006/relationships/slide" Target="/ppt/slides/slide26.xml" Id="R43b29ffaaffa4cdb" /><Relationship Type="http://schemas.openxmlformats.org/officeDocument/2006/relationships/slide" Target="/ppt/slides/slide27.xml" Id="R70ba7e88a40d44a2" /><Relationship Type="http://schemas.openxmlformats.org/officeDocument/2006/relationships/slide" Target="/ppt/slides/slide28.xml" Id="R98c852b7b8ef4f5a" /><Relationship Type="http://schemas.openxmlformats.org/officeDocument/2006/relationships/slide" Target="/ppt/slides/slide29.xml" Id="R62b875f22f934e74" /><Relationship Type="http://schemas.openxmlformats.org/officeDocument/2006/relationships/slide" Target="/ppt/slides/slide30.xml" Id="R6c514c5f2d3841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f3a4d62bd642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46f6de458a445b" /><Relationship Type="http://schemas.openxmlformats.org/officeDocument/2006/relationships/notesMaster" Target="/ppt/notesMasters/notesMaster1.xml" Id="R6a34615bd4ea42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d9438179a84a80" /><Relationship Type="http://schemas.openxmlformats.org/officeDocument/2006/relationships/notesMaster" Target="/ppt/notesMasters/notesMaster1.xml" Id="Rfced2708badc49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1fda0a8eb54c6e" /><Relationship Type="http://schemas.openxmlformats.org/officeDocument/2006/relationships/notesMaster" Target="/ppt/notesMasters/notesMaster1.xml" Id="R08d6bd579f2048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d01146dcea4a31" /><Relationship Type="http://schemas.openxmlformats.org/officeDocument/2006/relationships/notesMaster" Target="/ppt/notesMasters/notesMaster1.xml" Id="R38d8f88bbd9046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ab47ed67f14393" /><Relationship Type="http://schemas.openxmlformats.org/officeDocument/2006/relationships/notesMaster" Target="/ppt/notesMasters/notesMaster1.xml" Id="Rd74ed0ad800242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32b6b0694fe4261" /><Relationship Type="http://schemas.openxmlformats.org/officeDocument/2006/relationships/notesMaster" Target="/ppt/notesMasters/notesMaster1.xml" Id="R60ec6abab8ba4c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f9cfbb5d414c18" /><Relationship Type="http://schemas.openxmlformats.org/officeDocument/2006/relationships/notesMaster" Target="/ppt/notesMasters/notesMaster1.xml" Id="R5ffe56f14a10443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aad13563cb4429" /><Relationship Type="http://schemas.openxmlformats.org/officeDocument/2006/relationships/notesMaster" Target="/ppt/notesMasters/notesMaster1.xml" Id="Rc4b28520458f49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84fcb3e1ce04acc" /><Relationship Type="http://schemas.openxmlformats.org/officeDocument/2006/relationships/notesMaster" Target="/ppt/notesMasters/notesMaster1.xml" Id="R0bad7c9a1cb3478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119304ee93a47af" /><Relationship Type="http://schemas.openxmlformats.org/officeDocument/2006/relationships/notesMaster" Target="/ppt/notesMasters/notesMaster1.xml" Id="R5c36119a455348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6fc106d1144e45" /><Relationship Type="http://schemas.openxmlformats.org/officeDocument/2006/relationships/notesMaster" Target="/ppt/notesMasters/notesMaster1.xml" Id="R2e1607d2b01149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d083f46eb843da" /><Relationship Type="http://schemas.openxmlformats.org/officeDocument/2006/relationships/notesMaster" Target="/ppt/notesMasters/notesMaster1.xml" Id="Rda4e396bb7bc402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8f77fbe90a540a0" /><Relationship Type="http://schemas.openxmlformats.org/officeDocument/2006/relationships/notesMaster" Target="/ppt/notesMasters/notesMaster1.xml" Id="R992b930f5b8c48a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ad685127cde4108" /><Relationship Type="http://schemas.openxmlformats.org/officeDocument/2006/relationships/notesMaster" Target="/ppt/notesMasters/notesMaster1.xml" Id="R98c1774845884ae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de8feeb7bbd4ac0" /><Relationship Type="http://schemas.openxmlformats.org/officeDocument/2006/relationships/notesMaster" Target="/ppt/notesMasters/notesMaster1.xml" Id="R6e9f7c062f7a4e2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75a5c52b7c643f9" /><Relationship Type="http://schemas.openxmlformats.org/officeDocument/2006/relationships/notesMaster" Target="/ppt/notesMasters/notesMaster1.xml" Id="R2dee416c1589492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2c93674428345b2" /><Relationship Type="http://schemas.openxmlformats.org/officeDocument/2006/relationships/notesMaster" Target="/ppt/notesMasters/notesMaster1.xml" Id="R18e00236684e4c9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c748139e097479a" /><Relationship Type="http://schemas.openxmlformats.org/officeDocument/2006/relationships/notesMaster" Target="/ppt/notesMasters/notesMaster1.xml" Id="R1b3043115539494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b22dc9f666e4df6" /><Relationship Type="http://schemas.openxmlformats.org/officeDocument/2006/relationships/notesMaster" Target="/ppt/notesMasters/notesMaster1.xml" Id="Ree5c6a6675c94e1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71e650d2f0f4a0f" /><Relationship Type="http://schemas.openxmlformats.org/officeDocument/2006/relationships/notesMaster" Target="/ppt/notesMasters/notesMaster1.xml" Id="Re109e4954aea430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eecfe86d53d48ff" /><Relationship Type="http://schemas.openxmlformats.org/officeDocument/2006/relationships/notesMaster" Target="/ppt/notesMasters/notesMaster1.xml" Id="R27807bdea2304bf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27d6da721d1435c" /><Relationship Type="http://schemas.openxmlformats.org/officeDocument/2006/relationships/notesMaster" Target="/ppt/notesMasters/notesMaster1.xml" Id="R7a61d99a2aa8411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353cf3f78464e4e" /><Relationship Type="http://schemas.openxmlformats.org/officeDocument/2006/relationships/notesMaster" Target="/ppt/notesMasters/notesMaster1.xml" Id="Reeed69f4ca3646f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ad131aa267d41f9" /><Relationship Type="http://schemas.openxmlformats.org/officeDocument/2006/relationships/notesMaster" Target="/ppt/notesMasters/notesMaster1.xml" Id="Rfa2ba616358a4c7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826d0cb736a484b" /><Relationship Type="http://schemas.openxmlformats.org/officeDocument/2006/relationships/notesMaster" Target="/ppt/notesMasters/notesMaster1.xml" Id="R5b535b43183f46a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2ab5b2170ce4de5" /><Relationship Type="http://schemas.openxmlformats.org/officeDocument/2006/relationships/notesMaster" Target="/ppt/notesMasters/notesMaster1.xml" Id="Rbd4cd2fb6cc142f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b6cc2c29d2a4219" /><Relationship Type="http://schemas.openxmlformats.org/officeDocument/2006/relationships/notesMaster" Target="/ppt/notesMasters/notesMaster1.xml" Id="R1ffbc185fea647c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4607393358340f4" /><Relationship Type="http://schemas.openxmlformats.org/officeDocument/2006/relationships/notesMaster" Target="/ppt/notesMasters/notesMaster1.xml" Id="Rdb97cdb0d51049e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db6ea8fb05a4c1b" /><Relationship Type="http://schemas.openxmlformats.org/officeDocument/2006/relationships/notesMaster" Target="/ppt/notesMasters/notesMaster1.xml" Id="R4436269ceb0a425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fea90659af7480c" /><Relationship Type="http://schemas.openxmlformats.org/officeDocument/2006/relationships/notesMaster" Target="/ppt/notesMasters/notesMaster1.xml" Id="Rbfaa3ced864049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cc42c13955414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93acd585414e9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86af13e831447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20a57c322947a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91282ce4a34ca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0a586d0d4b434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aae9d24d844ef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4d7f85a9ef493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8325f09b12403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3a09957d3e443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2a0b56349740c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CD10F2-4810-42DF-8965-FFECA9A8EFA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328DC41-A55C-45E9-8DE8-BBD4274F5DE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A89E221-2DFC-472E-A482-CE68942F05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80BAD3-1451-4AEB-8E0B-FBAC314927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06426A-C5F3-4616-AA3A-CF32D8FE72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365608-6D88-469B-9344-24D2AE9191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068141B-3BF0-43AA-9424-317F73C0ADB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D845B8E-0A94-46D7-B9A7-2E3F4514E9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AE9A89-4EF4-437B-BBF8-3614BCF82E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08836D-55FA-4521-8715-7B3C4C6A25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CE2260-DEDA-4835-A48F-AC9D103D86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9EFBE2-13F6-42D0-9A92-AFFE054A88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A587AC0-7EA3-4756-A2BF-3A0D197502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B9921A6-F3CA-4BE5-BAC9-00B646CC34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95EE76-714F-428A-888B-B318BF5BE6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B9CE856-3ECE-438D-BB28-F6747DB746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5D67370-0D05-4192-AE68-68F6467FC73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BB28924-8DF1-4ED8-8838-2A8DDB70E63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8E42E5E-862E-42C7-A5F1-6573ADF99F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B98B762-8482-4099-84BE-6AD7B366D9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F869-56AC-4082-B6EA-B0B6E97FA2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00FA95-BF45-4F7C-84F8-17336DC5C8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14E5D34-EC9D-4B7E-96B6-CCA90D53BD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C9103F6-FECE-4378-9B4E-618DFDAA064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544E4BF-E706-4E8B-8E2D-92E617A5D6D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CEFF781-7AEF-4CA0-8352-17F7F68248D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9A599AC-F900-4D59-84B9-4860CE9A5A7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221E49D-B88C-4596-AE89-27FDC392E6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80D3730-593C-427F-B5EA-134EF0733C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E99169-BEC5-43C2-9A39-776C7EF889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2831AD6-0AE3-4982-8B16-E3E83B9AA0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16BA456-4AB8-424E-B2D0-D6B59A0CC2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5D4FB64C-5D15-41F8-AD33-BA07DD6CF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9604363-9EE5-4144-BA50-1287E89DDD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2DBCC23-4E90-4A8B-B3DD-32EB9B391D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410415C-0405-4E3B-B563-C02009C803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3F1B6E-74BF-4924-9538-8FECCA1CEB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13AEED2-A2D3-408B-A57D-41CF3AA807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35847EF-AE25-4955-9D27-EE9A726FC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FE38FA-FD30-451F-ADC5-17527B4F1E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CD7A043-2529-4D92-AEE3-FCEF04E88C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FA1DB02-C371-4046-85E8-D0F5D03F71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C9D186-993F-447F-80AB-0E8639C24B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64BE78C-2F88-4A0F-8A56-1184603374D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4B8A7C3-885C-41C2-90A2-CFAA085F4C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3A03254-0A99-40D3-9C65-EA51BCCEEC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E2C7403-DC89-4F5E-B6AB-3F728C83FF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F30EC3A-D5E8-4AFE-8B90-EE1E7D0099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1166ED-3E65-41E4-BC78-15EF84ACD6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655EBA3-3B5E-4AAD-AA48-BF00129BD1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12AD2BB-CFFF-4C4D-BC99-EDBD63CE09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D5DF7D-6F31-465F-8B32-EF4771BA10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5F94641-F2BE-4000-8D96-F187C63143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F2B0B0C-1890-40BD-B55B-C00DE63475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EA78704-71DF-4337-B57C-1ACDAD2AD8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A69741F-4F53-4F77-AB1E-7229C6C845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7D9532D-2AB2-41D4-B883-ACC47BDF96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D0D97B-6B7F-4B93-A986-CB4A89CF31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5a3ede6a2b54305" /><Relationship Type="http://schemas.openxmlformats.org/officeDocument/2006/relationships/slideLayout" Target="/ppt/slideLayouts/slideLayout1.xml" Id="R7f1f08bb596648f1" /><Relationship Type="http://schemas.openxmlformats.org/officeDocument/2006/relationships/slideLayout" Target="/ppt/slideLayouts/slideLayout2.xml" Id="Rb7f1f8214bb3444d" /><Relationship Type="http://schemas.openxmlformats.org/officeDocument/2006/relationships/slideLayout" Target="/ppt/slideLayouts/slideLayout3.xml" Id="Rf56ab096625e4cda" /><Relationship Type="http://schemas.openxmlformats.org/officeDocument/2006/relationships/slideLayout" Target="/ppt/slideLayouts/slideLayout4.xml" Id="Re0663340f3c347dd" /><Relationship Type="http://schemas.openxmlformats.org/officeDocument/2006/relationships/slideLayout" Target="/ppt/slideLayouts/slideLayout5.xml" Id="Rd578e06611194898" /><Relationship Type="http://schemas.openxmlformats.org/officeDocument/2006/relationships/slideLayout" Target="/ppt/slideLayouts/slideLayout6.xml" Id="R838e8aa555a646f8" /><Relationship Type="http://schemas.openxmlformats.org/officeDocument/2006/relationships/slideLayout" Target="/ppt/slideLayouts/slideLayout7.xml" Id="R8d6ecbe816e242a3" /><Relationship Type="http://schemas.openxmlformats.org/officeDocument/2006/relationships/slideLayout" Target="/ppt/slideLayouts/slideLayout8.xml" Id="Reee0200e8b8041d3" /><Relationship Type="http://schemas.openxmlformats.org/officeDocument/2006/relationships/slideLayout" Target="/ppt/slideLayouts/slideLayout9.xml" Id="Ra7ee9b66191a4c20" /><Relationship Type="http://schemas.openxmlformats.org/officeDocument/2006/relationships/slideLayout" Target="/ppt/slideLayouts/slideLayout10.xml" Id="R1f01913c17a64095" /><Relationship Type="http://schemas.openxmlformats.org/officeDocument/2006/relationships/slideLayout" Target="/ppt/slideLayouts/slideLayout11.xml" Id="R6ebc2c1bbc77485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62D15AC-F06E-486C-8F89-869BD2CE0E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BD715D5-07D7-48D4-B362-A698DF3F8C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A6E68AB-F96B-4C6C-BD20-A1DAF3BDF42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BD3647-6294-46F7-8E31-C01AB52F77D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A50AB9B-79DC-43C5-8718-E031B94BF49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1f08bb596648f1"/>
    <p:sldLayoutId xmlns:r="http://schemas.openxmlformats.org/officeDocument/2006/relationships" id="2147483650" r:id="Rb7f1f8214bb3444d"/>
    <p:sldLayoutId xmlns:r="http://schemas.openxmlformats.org/officeDocument/2006/relationships" id="2147483651" r:id="Rf56ab096625e4cda"/>
    <p:sldLayoutId xmlns:r="http://schemas.openxmlformats.org/officeDocument/2006/relationships" id="2147483652" r:id="Re0663340f3c347dd"/>
    <p:sldLayoutId xmlns:r="http://schemas.openxmlformats.org/officeDocument/2006/relationships" id="2147483653" r:id="Rd578e06611194898"/>
    <p:sldLayoutId xmlns:r="http://schemas.openxmlformats.org/officeDocument/2006/relationships" id="2147483654" r:id="R838e8aa555a646f8"/>
    <p:sldLayoutId xmlns:r="http://schemas.openxmlformats.org/officeDocument/2006/relationships" id="2147483655" r:id="R8d6ecbe816e242a3"/>
    <p:sldLayoutId xmlns:r="http://schemas.openxmlformats.org/officeDocument/2006/relationships" id="2147483656" r:id="Reee0200e8b8041d3"/>
    <p:sldLayoutId xmlns:r="http://schemas.openxmlformats.org/officeDocument/2006/relationships" id="2147483657" r:id="Ra7ee9b66191a4c20"/>
    <p:sldLayoutId xmlns:r="http://schemas.openxmlformats.org/officeDocument/2006/relationships" id="2147483658" r:id="R1f01913c17a64095"/>
    <p:sldLayoutId xmlns:r="http://schemas.openxmlformats.org/officeDocument/2006/relationships" id="2147483659" r:id="R6ebc2c1bbc77485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2920e54d404bf1" /><Relationship Type="http://schemas.openxmlformats.org/officeDocument/2006/relationships/notesSlide" Target="/ppt/notesSlides/notesSlide1.xml" Id="R4109edd9b8dc42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7d19b865804b45" /><Relationship Type="http://schemas.openxmlformats.org/officeDocument/2006/relationships/notesSlide" Target="/ppt/notesSlides/notesSlide2.xml" Id="R0e2bc776fb4043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700010342854e4b" /><Relationship Type="http://schemas.openxmlformats.org/officeDocument/2006/relationships/notesSlide" Target="/ppt/notesSlides/notesSlide3.xml" Id="R5f698b68d8e643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a4c13eff424392" /><Relationship Type="http://schemas.openxmlformats.org/officeDocument/2006/relationships/notesSlide" Target="/ppt/notesSlides/notesSlide4.xml" Id="R987a433bfaf54a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e3c1ba6ff54502" /><Relationship Type="http://schemas.openxmlformats.org/officeDocument/2006/relationships/notesSlide" Target="/ppt/notesSlides/notesSlide5.xml" Id="Rbe4c6ba3586b4d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18f415d12b4303" /><Relationship Type="http://schemas.openxmlformats.org/officeDocument/2006/relationships/notesSlide" Target="/ppt/notesSlides/notesSlide6.xml" Id="Red5982f567f04b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36590da676430c" /><Relationship Type="http://schemas.openxmlformats.org/officeDocument/2006/relationships/notesSlide" Target="/ppt/notesSlides/notesSlide7.xml" Id="Ra82bfc68508748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fa30eedfe44dbc" /><Relationship Type="http://schemas.openxmlformats.org/officeDocument/2006/relationships/notesSlide" Target="/ppt/notesSlides/notesSlide8.xml" Id="Ra9119600b60443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65186e5e004699" /><Relationship Type="http://schemas.openxmlformats.org/officeDocument/2006/relationships/notesSlide" Target="/ppt/notesSlides/notesSlide9.xml" Id="R5b1c0b1704ca45d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ffd922dfae42f3" /><Relationship Type="http://schemas.openxmlformats.org/officeDocument/2006/relationships/notesSlide" Target="/ppt/notesSlides/notesSlide10.xml" Id="Rc9308d5947664d2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dd004c31074151" /><Relationship Type="http://schemas.openxmlformats.org/officeDocument/2006/relationships/notesSlide" Target="/ppt/notesSlides/notesSlide11.xml" Id="Rcad2847e85c7462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3b847df958444b8" /><Relationship Type="http://schemas.openxmlformats.org/officeDocument/2006/relationships/notesSlide" Target="/ppt/notesSlides/notesSlide12.xml" Id="R1746a38f956f471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f32f1393434597" /><Relationship Type="http://schemas.openxmlformats.org/officeDocument/2006/relationships/notesSlide" Target="/ppt/notesSlides/notesSlide13.xml" Id="Rd744db0b0b5f47c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b0f60272d24dd0" /><Relationship Type="http://schemas.openxmlformats.org/officeDocument/2006/relationships/notesSlide" Target="/ppt/notesSlides/notesSlide14.xml" Id="Re0c0327c61554cf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62d7f3ca3f43fe" /><Relationship Type="http://schemas.openxmlformats.org/officeDocument/2006/relationships/notesSlide" Target="/ppt/notesSlides/notesSlide15.xml" Id="R0b3478119601440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ddb02331d3d47fb" /><Relationship Type="http://schemas.openxmlformats.org/officeDocument/2006/relationships/notesSlide" Target="/ppt/notesSlides/notesSlide16.xml" Id="R3c0c71b9c6144fe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c49287cc4f417a" /><Relationship Type="http://schemas.openxmlformats.org/officeDocument/2006/relationships/notesSlide" Target="/ppt/notesSlides/notesSlide17.xml" Id="Rf9f9f6a0dff1417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f08e4d337c4d59" /><Relationship Type="http://schemas.openxmlformats.org/officeDocument/2006/relationships/notesSlide" Target="/ppt/notesSlides/notesSlide18.xml" Id="Rd471e5de761f406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d9671bab7946df" /><Relationship Type="http://schemas.openxmlformats.org/officeDocument/2006/relationships/notesSlide" Target="/ppt/notesSlides/notesSlide19.xml" Id="R447ec89f32d142c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566d6b922442d9" /><Relationship Type="http://schemas.openxmlformats.org/officeDocument/2006/relationships/notesSlide" Target="/ppt/notesSlides/notesSlide20.xml" Id="Raf17d53d2b694ed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24d6caacaa4a44" /><Relationship Type="http://schemas.openxmlformats.org/officeDocument/2006/relationships/notesSlide" Target="/ppt/notesSlides/notesSlide21.xml" Id="R9224f38addd44dd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edf2d017c9477d" /><Relationship Type="http://schemas.openxmlformats.org/officeDocument/2006/relationships/notesSlide" Target="/ppt/notesSlides/notesSlide22.xml" Id="Rb5172dfde7e64de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ed49c90208465a" /><Relationship Type="http://schemas.openxmlformats.org/officeDocument/2006/relationships/notesSlide" Target="/ppt/notesSlides/notesSlide23.xml" Id="Rbd3be18eb1284f0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5885d24825b4ed1" /><Relationship Type="http://schemas.openxmlformats.org/officeDocument/2006/relationships/notesSlide" Target="/ppt/notesSlides/notesSlide24.xml" Id="R33418bad14ae4ec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7fe7c4508243e7" /><Relationship Type="http://schemas.openxmlformats.org/officeDocument/2006/relationships/notesSlide" Target="/ppt/notesSlides/notesSlide25.xml" Id="R8a1358d7e0a8481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ef21704eb94506" /><Relationship Type="http://schemas.openxmlformats.org/officeDocument/2006/relationships/notesSlide" Target="/ppt/notesSlides/notesSlide26.xml" Id="R5d2d765e479d47d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62d6d9593f42b7" /><Relationship Type="http://schemas.openxmlformats.org/officeDocument/2006/relationships/notesSlide" Target="/ppt/notesSlides/notesSlide27.xml" Id="R786fdece9e174e9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2b1babc9284ac8" /><Relationship Type="http://schemas.openxmlformats.org/officeDocument/2006/relationships/notesSlide" Target="/ppt/notesSlides/notesSlide28.xml" Id="Ra26b7666666e4c2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acec4a3fed5427b" /><Relationship Type="http://schemas.openxmlformats.org/officeDocument/2006/relationships/notesSlide" Target="/ppt/notesSlides/notesSlide29.xml" Id="R37555901055e4ba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374b2b51034d29" /><Relationship Type="http://schemas.openxmlformats.org/officeDocument/2006/relationships/notesSlide" Target="/ppt/notesSlides/notesSlide30.xml" Id="R972d1697deb544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2C4EE46-5252-4B58-8185-656BC19D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C04307B-8AA9-4191-989A-0110393C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25E6E4-39E2-48CC-8564-852C0C81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977216B-312F-4418-B861-FE6514B6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8B1A6D4-4BE2-41B3-904D-9E1AB273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490FFB6-218E-4FF1-BD1E-537691DB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EA672C-A53B-4AF4-AF3D-1823E781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96AE84E-CC5E-4277-A10A-9B2297A5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2026-07-27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D6E7B79-AEF1-4839-9F57-2AFA2404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6D2A291-066C-468D-A333-ADA343D6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0B50C0B-44E3-4FB4-9F10-85A98857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84969551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EB54109-6733-4F78-902E-23E4F03C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84B9BE-65F1-41A2-8981-2621EDF3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F3F143-36EA-4227-9EB0-0CD9E464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728F6B0-1140-4359-942A-01E3EEB0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0067E87-9026-4BB4-87F9-DA2072AB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335D137-98E6-427C-B8E9-47CF8813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8281039-5345-4B51-B031-7356A06C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D3051B5-8A8E-438A-B801-0CF4C1C4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toistettava AIS/AVP-summa on 274 180 410,21 NZD; maa läpäisee 7/10, mutta D5 hylätään sekä D8 ja D10 ovat avoimia. Donor-portti pysyy 0/3:ssa.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BF1E29C-9AB4-47D3-A7A0-B9519D58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9B07D31-52FD-4BDB-94FC-88E7E8DC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6D0DFF9-EDC6-401E-97D5-9D1481E2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111180413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FDC4234-B0C0-4C5C-863B-766D7F7D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A42C91-C909-4C3C-9430-4F673F78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D5BC9C-5CC0-45F7-AA7F-1F1F7DF0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61C67D4-C18E-4BA5-93BD-ED732135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95749FA-47B1-4198-9E23-06B6A504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1B5AF67-9D2B-4069-B2C4-3251A152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B86E880-091D-425A-877C-325276DB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54817910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56741C6-E983-49AA-A71C-6A413259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47FDD59-66B2-4136-B40C-D84EBFF8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6638878-08A0-478C-BE44-EDAB14DD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F4DEA0A-CB4B-4DEE-BEF1-9D0B9903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FA4CAA-9359-4E48-8894-083E9767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E3EE28A-BF44-41EF-A05E-2485D4B5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B0B14D7-A6E8-4FE4-A1A2-459DBD5F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D1E7AB3-860B-4B89-92DB-C1F4D8DF0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3E5F496-2F08-4C99-B0A0-5DEE4E59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7AD47C6-B2B6-4057-A8E8-AD5EC1C0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6224330-3E8D-44FD-B875-8ABBE742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4090390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023990A-3951-4B59-A6A6-027FD1F0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8C81993-9504-4413-899A-EC7D44C8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82B6A4A-08C8-42F8-AC61-C9D5429C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2ED49D4-C367-42FA-A243-B655B27F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31BCD28-279C-41A3-B6C3-E702CC197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8775EA6-AD64-4C83-99DF-810D1BE1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1A7E84A-E44C-4CCB-8EB6-16890952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52BD60-80CE-484B-A619-F2A670C8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165D1CB-F845-487B-A8B3-A826019E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B5CBFD2-D358-4E1A-B485-B848CCC9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145812-B63C-4423-9B60-53D5CAE2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170384837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04C108E-532D-418D-99D5-2925515C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9D77ADA-3E4D-4FFB-B3DC-8B1D22BE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4D22C36-D452-4065-B3E7-A09D415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C368CC-CF9D-483F-83B6-646C9262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6D6F818-E987-4A0E-BB64-36B7E1B2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9BD42-ECD5-4D3D-856B-C78E5915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D6B43E0-1061-4819-8DEF-F17CFFE7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8286839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F9D62CB-6E44-41B1-80EB-D9629561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30419BD-EE43-4BCC-B10F-9A1E2C39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862B9-9500-4D74-B5DC-74F1D36B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C6076A-B9C4-414C-90C8-6248F606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4C36AD2-59C6-4674-A925-8516DBD0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4A63FC9-1492-4B40-9583-C75C5B8D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57943F-1F6C-411D-86A7-A2B35C86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9CE672-5A59-4E2B-AD15-D46A6D90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598C3B9-13F7-4386-81D2-AC00623E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235D88A-3C73-4A30-A221-73DC5B20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0E5E9F0-7510-427C-BE5D-3026B708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A43F217-3529-4E07-805E-0AFD3AC2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E7B0821-A3D4-42ED-A3D5-D0F6B1B0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B7944E8-4656-4091-9961-F72B161B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FF28EC-74F7-474D-A7BA-66056FCF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8BA11A9-5BAE-4D39-B822-E387CB29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FB878B0-8833-4E84-ACD1-05DF331A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18A1229-5222-44CE-8F51-CBE03086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7C42F5E-D91D-41ED-B84F-9CCE3A18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2956199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6B86143-9CDB-4012-B222-36C78DA1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563711D-4AD9-4515-BE6E-CE443053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021F548-4E9A-4664-A948-B19121E5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AF722D-52CE-4984-887F-4815E3E5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8A934B-2615-4398-B24D-86DB973C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C915B8-7170-4387-8A1A-DF4506F0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CB0A3F4-55C6-4F57-A646-3551FB6F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EFC1776-5BA8-4DA9-BE5F-D4AB43AF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4CB10C5-5639-4DBE-A420-22727743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34C9451-BDD5-4545-8016-62BD5E17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CAFA6A7-28DC-4153-9F46-B1EA2619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917EDF3-EEC6-4297-9CEC-72670E0E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38E3E3D-D09E-4977-9A50-33B9051F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098812B-A95E-495F-A513-59824954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AC2ED1E-5335-4912-A4C1-A58DDB8C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CAC0CB2-EDAD-42EF-9390-60FC736C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BCEAE37-ACF4-4E51-B4BC-66D58E41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F79A94D-E770-4029-A1F3-080BBF71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7B4C67D-4086-47EB-93A5-84949CD5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E7B11FE7-06A0-45CF-AEF8-7CABFF8F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C1A065F-0984-48D0-961F-EB1772E38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07D8661-5FC7-4A52-BB98-AB13F857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182431784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A43B79-576B-44FC-80E9-832D0208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A69453-0DF7-40AC-B35E-CBEBC512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7A53285-018F-476F-A8A9-95BE34DC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0B5D92F-3572-4DD1-B357-24D9F0AB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D87C1B-37F0-41CD-AA93-354E6AA7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DB775D7-F102-4EDA-AE6C-6D3C7B8B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300C7AD-CEA1-4B11-A008-7D7FD8C2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83601679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7A06667-84D6-4C7E-8826-915C4DFA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40DFAB2-25C0-4E8F-8169-A28885197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853499C-BE85-4E9F-96FB-6009045C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F129C6-4D87-4368-B1BD-DCA95BC3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6A05C73-FE4E-43CA-ABE6-5E0C22D9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CC43D4-B049-46BC-914C-DC0C60FB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DEC04F6-7B12-42BF-8BED-B06E0040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ECA0039-84D3-4103-B1CD-68B7C74C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E31FAF5-7406-48A1-A7C3-40433235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CF15079-4D36-4EAA-9013-FF4A5F5F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2EADE7F-AD59-4C1F-BF43-58FC654C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65653849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B2F3590-F23C-46B3-A0BF-C9A28934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76E016A-C099-4435-A238-6A1EB3EF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3C12C9-2AE3-4AFA-9867-96672BBD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6FD013F-AA08-465C-A7A5-7A667C00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6F2F307-681B-4513-B110-41461460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E45B56-0349-468D-BC32-5700A46C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3655348-1EC9-47BC-B8B9-6CFCE21E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87093712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537A216-A325-4BB1-9E36-C9553C08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B7A37DD-AD90-4300-AD47-4AA27ED9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 kattaa 195 maata; ei markkina-arvoa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5041235-025B-45AD-A458-2A680BB0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A6762AB-5C31-43A9-ABB4-CDE365819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D05CE9C-A99D-4A07-B7CA-48F5EDEF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3C9198A-887B-499A-B941-387FDA12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8D024C0-1EAE-4BCA-9DCC-2A663765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ABC772-6ED2-4D91-85ED-86DD1DCD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5798333-3C9D-4B5A-9294-CAC991E7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19CE71C-558A-4DD0-A10F-92D8A194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74CC64-DAA0-40DA-90F4-C9B03E44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21C582F-C148-4C9A-AC60-0D5448A5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881A380-9F6F-4FCF-A5CB-9B17A41E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EF72C3B-1D4C-43FB-B1B0-28D953DE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6482D4C-CD13-4272-B86F-9DEEA974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497F0EC-8EBC-4586-AC10-482354C8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6EF50CD-D2E5-4C98-AE00-3F8CDD0F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785BCFC-44E8-4DB0-A126-B1222A7F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D7E6862-6718-4270-8419-DA71BE69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539113E9-0B4C-4E7E-9CFF-9021B39E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A0D1D1B-7410-4D94-A687-906CD0D8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F1A6F93-01F0-4C11-9BD5-E2DA6D3D4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17493750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00C06CD-E1E3-4215-9D31-A2D33D8A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1B11F60-2C63-405A-8F15-0898913A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34 markkinamittaria + 36 Ruotsin FHM-rekisterilukua (ei myyntiä)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DC91A16-C2BF-46BF-A918-FA827617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3E94302-45EA-4C41-8AA9-BD5743B7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0AF0AC6-B20D-4BD6-87D7-A06EA30D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Statistics Canada; Health Canada; New Zealand Ministry of Health; Destatis; Vero;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5661715-3129-4C4F-97F9-38FAC030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D5, D7 ja D10 avoimia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082E857-AC7F-4CD4-8849-4B896CE6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48439624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47C25AA-8768-413C-AC5B-A545FEB8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9366F51-AAA3-4368-A77A-1F07FA45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5E87F4B-D94D-49B9-A38E-0835D88D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52D0257-EEBF-49F1-8936-7AB6F3EB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296CD11-83DA-44E7-8798-6AFEE241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84A5E5A-CFB9-40EA-96C5-4376E3D7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A3F9C77-CBC1-45EB-906F-96C3DA61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8E03392-F248-417C-B78E-0C3ED04A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C890CAA-5967-4A88-964C-AEAA6D48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2F983F5-5430-45D4-A3EE-13AE79F6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632E4E5-83D9-4B06-9631-50169C52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618D30A-B9BF-4434-A78C-36E4051C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904109A-2BA4-4FB0-997F-1F1A9184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5F3468E-D12F-4892-B757-1E38A0AF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E30E70D-C13C-4233-93C4-4097EF77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3361F7D-DBC5-4952-B857-2B3D95B4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(+5,03 %),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9F6F8AA-4D4C-4D4C-8BD5-EC880D97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F12F228-C89D-40FC-AC31-BE7AC81E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6A20060-E9C7-453F-9710-48AED537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D5: NAICS 459993/459999 -peitto. D7: tarkka vuositason virheraja puuttuu. D10: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173520242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8BA1AC2-26D0-4AA1-9E6B-1F86DAF1B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6AD49A0-11A9-4D57-9A56-024E48D7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B697B1F-11F0-4457-BADC-EC3D7FF2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7E3301-F380-49F8-AF01-C025DE5C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B72C75E-2CAC-460F-98CF-2A374DA0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DB2D122-542D-4840-A28C-BDF77735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7371B7-EF37-4F26-942F-8D85F2FE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208988058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21C5C21-F9B9-4182-9C8F-6EC08EB9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3E9D78-C52A-4FB8-A833-40C5257C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72B2FAD-355E-44CC-95AD-90380527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AD9DC2-882D-463F-A26D-6E5942D2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A933A11-1F7B-4447-BFE9-1B791AC8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4700955-629A-43F5-A83A-7B12E1FF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79CD133-B38D-4810-A390-F153A298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862045D-0100-4124-8D05-9572F6CE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2A91C56-52B8-42A4-9817-E71FBFE9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88C3711-F738-427F-9D05-356390D6F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EF8D45B-994E-49FD-8B3B-F233A2F6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31187A6-70E5-40CA-9DEB-9094E8D83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ADC6C03-0604-4E28-9CAD-CA428588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B39750E-7690-4266-8A76-6F69DECE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6160A3D-0B40-4D29-BD5C-5E0BD567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72EEB26-3B94-4B74-804E-16A67532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E828A91-FDF1-4BAD-BBCA-2D7AA251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63105B5-AC77-4EF8-970C-0B1E68CF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DE2B687-3E7E-48CF-AA18-A75207A6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29285992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A46A6CD-F672-4044-B7CB-92331F85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5178A16-7C80-41DE-925C-16C3EE79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E36C773-77C0-41C1-A1AB-4EEBAB1A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8738C7D-F953-4714-ADD1-8B4A88BB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53F9850-ACA3-4D2E-A2ED-76573DB9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A307097-42B9-4FC6-BC3B-A609B5A0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4DD0E68-C087-468C-A5F0-43324648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7D1B52-4550-4C0C-93E8-11DDC711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355C3E4-307F-42FF-BDB5-0623FAE0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1051510-58BE-468D-AC1D-3C3A12B6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ED1277-8734-436B-A21C-3FC75A03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B5055B3-43B5-4586-A652-9F7E654F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D8ECD2B-2651-4196-BA59-CC74600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61196A4-D521-4073-A4DC-EEAC4A9F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BB710F9-EFD6-4BB8-A628-53194957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51653DFC-7560-42D8-9790-B50E7C6B8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B2191C4-98FF-4C91-9C15-322FE7CB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AA0C36A-BD27-4A4C-9E41-4AE43421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3137EB9-722B-46AE-ADE2-C7312A9A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E317EF51-2917-4170-B80A-4CCDC8AE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3007ADD-4A31-4949-B4C6-D835AECB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C9D2B73-4FD6-4A8F-9F3F-9FFF899A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135882636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0646C69-123E-4E96-8DCF-E072CC45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4CCA288-7F98-4907-8418-2E6A0A25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436F220-5C01-4F18-B2EC-719AA287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0EA616-E71C-43BD-942C-22F5B7EB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08FA95C-2F52-4048-8335-BB84D01D1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Market-values model; Readiness, donorProtocol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DD625C-2CCD-47E0-9D09-339F2636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46941EE-66D7-45A5-ADF7-F42AF3DE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E38BCA8-5C9C-4BBF-AEB5-AF3F2436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BD4D569-CD73-4155-871C-31548520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6F7F56B-5B7D-48A3-85D7-E7EB38D9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3D1AABA-4477-4954-8BE8-52A6EE237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176133409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06C664-465F-4926-BB46-24F55EE3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60E7761-6992-41CE-ACE5-3DD580F2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AAB1154-8E00-467B-8F08-446C73C8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3957608-2E3F-48BB-BCFF-AC2B79E8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0F2E348-F4BD-4312-8B4E-5DF4B9A3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80AEA8C-A607-4434-8B9F-6F126511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4AE1D4-E54F-4803-87FA-3BC1F77A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69885827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B57F397-E6B5-4227-A849-C00F0EF6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68BEFA1-F26C-4301-BD47-AF160D08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256A6E-26A7-4442-B633-435A491E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2851F6-2791-45AE-B768-E68F73E9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00671AE-3755-4E81-B520-ED462F96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4A18964-9C96-4939-B851-4AA770E6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F333EC0-136B-40CD-895B-BBA4018B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5BD8D3C-7D74-4DC3-BCC3-B2850B29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AD28D1B-2FE6-4FA6-BC3F-628177F0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4BBEE6E-0D27-439B-87C7-A359E141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C280C48-CA7E-4D1F-9C6F-415A5A97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152863467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7588A57-87B6-475B-A1A6-DC6AB845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6F87B60-615C-4EE4-B10B-BEA3E9F6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03348B-C1F0-40D6-8D2C-B66D61E6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CF8686-41F6-4167-A6D2-1559248C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85C0A0C-45FE-42DA-A8EE-CD1452AF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2F86D39-89CA-47DC-ACC7-7865E503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BF1F35A-F319-43E1-A3A0-BEA6450B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213175529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AF455B3-BEB6-49A0-8B80-95F26CA1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A4854E-12E5-45FE-98B2-1953943F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CFEBB6-1C01-42F1-8E65-015D7812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6D9E6C3-EC99-45F2-BCB1-23BD23F8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8F338BF-D433-4BBF-A58E-1FC678D7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DA3E2BC-709C-4AE2-8A4A-967065E9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3D0A1C3-5F32-48B5-8A28-20B692EE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A13A74-9C0A-44CE-BBE7-9F420198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52836E-7BE6-4A7B-A5CC-37EC475E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0F1D8E-CEFD-49A0-A3A0-AC881C54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FBEB84C-B860-4033-886C-3B57A9F7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BC7D702-2228-400E-958E-96886B8F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D6679EF-A6F3-4F6F-8A78-00F5FF88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EB66420-063D-47ED-8143-02AE1E20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55C2AEB-C90A-453B-A8D4-0373D7E1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E78975C-9F16-4E32-AA41-31871A32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1DFDE07-CD3E-416A-A652-932A37F8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EECCE27-C41A-43D0-AB04-51006C472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405FFC66-4AFF-45EF-A85D-C710B976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E5AC7AD-9982-4802-96E8-A25F87E6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458A6EB-1578-497F-9AAB-FBFD77E5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67BA06B-1C5A-4137-8F03-274426A1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5A3F419-5CE8-4A10-BC0A-87F3F3C3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79448680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62D03B7-9EC6-4AEE-8762-6E745968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A6783C-5F98-411F-AF6C-C1BD6CFD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44CDA3-B004-44FA-ABDA-85168B85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BD4EB7-32CE-4656-9A0C-3A567C97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EF94FA5-1A54-411A-ACD4-CF51F1FE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B60A023-42D1-485B-8FE6-360CC828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D352E85-A45F-47EF-BF4C-29CEFB83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E5A8BDC-1CAE-4D50-BFC1-A567495B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87D3378-BF4D-414C-85D2-1E0876CC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509625-143C-4E7E-8132-C258649A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60EFEC0-0AC8-439D-AE0F-80BA4276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0B1C401-5833-4AD1-8CD9-70E05DD7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CDD2C35-A16B-4FDF-9A12-CA98AB6A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024FEEA-1593-4F05-BA6E-7F973CBA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9993B06-A59F-41ED-A014-808B1CEC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B7B5AD4-9707-4D36-9AEA-5CA9A93C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3468708-D362-4C90-8174-43A9228C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9A7BE9F-FB66-440A-A733-E4CBA34D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BFBA3AD-9D37-429C-8C85-3BC8B5B5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7A34E52-0D77-4BB1-9016-8F8B96B8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FCE8C3A-5FB1-4140-A7A8-D89CC7DA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0B2379D-A793-4F38-9C4C-6481C800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DFC8CB5-F8C5-4B6C-8B19-265D50B0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44546779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9B38C3A-9FE8-4DAB-AD9A-3FE46307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1E4FE0C-2238-4BBD-B6FF-1DA05925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C6B889E-916F-4EAB-9464-27AD62D10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80413B7-D7F6-4F43-9C07-7AA22E1A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DFCB170-06B2-44AC-B39F-23D69FF4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BBC2B84-CD39-434F-AAC9-1F1D2AED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02C4B32-4A61-47CC-A3B1-8DCEC2BC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1263216636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E8BF193-B72A-4563-A59B-0D2E9F02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93B84F4-6A79-4E16-B58E-A80C07CF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0B0EC1C-27D9-4C08-8EA4-73CF1D88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AB76162-02C4-42FA-8797-8988B6B4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4A699EA-8D11-40D0-B592-D1A922A9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A84628A-8B24-4697-9E63-42C1C8E5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120D3D5-7DC5-4B0B-93FE-7B1FCEE8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148909800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C4CED6E-BB67-4A5F-A71C-943F7F63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F41A3DD-3348-4D46-8344-9E6A416D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86CEBBB-9E7A-40D0-B018-FD11DFEC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7B8C5D7-8DF5-4FC7-B242-F417144B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4FE8B8-7492-4E1E-82CE-22F504A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63319E1-7932-47FD-B4EE-7111363D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3D3C4B7-FDAA-4FDB-8B15-5891CBA6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61051484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22A34C0-7510-472B-8EDD-D8972A8F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5AD6071-5BF4-4352-88B1-1C1AD0D6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FCA048D-3D3B-436D-9614-535F4E1C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DF5DDB-AC87-427A-BF46-82AB5B21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D416C46-A784-4949-B21E-1BB6E04D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90B194D-D5E6-4557-ADD9-F4314279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5E09274-D264-4432-A40B-B750734B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158515499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C02AFF0-0C03-45F2-B247-A740140E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600BA3-EAFF-4F3C-BCC4-B4224B67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BAA897-C7A4-4F11-821B-E5478C8E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E311E6-EE79-4F97-8FB6-11F49A32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29580A-FA1D-417F-A60D-C0ADBAD8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E22CDD-1387-4F6C-9D91-71983F46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3463392-1302-4A59-BFCA-E32FD496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538862146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550EF51-0BC3-4D71-AFD8-F4BCC91D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DD21B46-7DAD-4E68-B6EA-9A0AF1DE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Ensimmäisen donorin sulkemissprintti ohjaa seuraavat 90 päivää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3DD986-FC7C-4099-AF1E-79D11175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7CAB3B2-2420-447F-ACE8-A81C7046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2C93374-A419-4F35-9034-86A68A28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2026.07.27-26 · 2026-07-27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5249747-9D22-4B34-BB25-D6F12E67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9DFDB72-EE6B-481C-8011-D5638D8D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49724C4-8890-4664-9903-1585B564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5842981-8CCC-4125-AA7D-7FAC3A68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A008691-F475-449D-92E5-496E4D43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Uusi-Seelanti: ministeriön D5/D8-vahvistus ja riippumaton D10-silta. Kanada: StatCanin D5/D7-vahvistus.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CD7B81C-0729-4D27-BD27-F1D3E68FF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8E9C921-A950-4C98-A807-B3D1BB66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4D16ED0-4118-411A-A4D9-29D3D608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46059A1-7E46-4A33-84BC-9EEFE1BA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Puolan viranomaiskooste ensisijaisena; Suomi, Tanska ja Ranska toissijaisena pyyntöaaltona.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FE50AE0-8390-4207-923F-E69F74C3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146004B-BDFE-47ED-86B0-235C96489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183F55F-8BC1-4F04-838D-8301473A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0FAC8CF-B3BA-402B-A707-FFB8FBE0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Oikeuksiltaan selvä retail-data vain hyväksytyn näytteen jälkeen; jokainen maa D1–D10-protokollaan.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7DC7BA1F-834F-4702-9AEB-5E2CC841C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EF3F81D-3AC0-49DC-8980-B711D63E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52FB26E-E605-4802-A73F-B1502258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A4414B7-2F3C-41C9-B662-87726890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 donor vain, jos kaikki kymmenen ehtoa läpäisevät. Muuten 0/3 ja not_computed säilyvät.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8A8499C7-BE51-45F4-A5A6-BE7E671B4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Paketti päivitetään samasta julkisesta lähdedatasta jokaisessa sivustojulkaisussa.</a:t>
            </a:r>
          </a:p>
        </p:txBody>
      </p:sp>
    </p:spTree>
    <p:extLst>
      <p:ext uri="{BB962C8B-B14F-4D97-AF65-F5344CB8AC3E}">
        <p14:creationId xmlns:p14="http://schemas.microsoft.com/office/powerpoint/2010/main" val="140450108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0934900-4E1A-4C4B-9F1F-A4D30A40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B8CC9C-B0BB-4692-A298-7C87F381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FC78B75-B4B5-4D42-936A-71D4F68D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F26601-3B65-4088-BC31-D4183C52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2026.07.27-26 · 2026-07-27 · 30 / 30</a:t>
            </a:r>
          </a:p>
        </p:txBody>
      </p:sp>
    </p:spTree>
    <p:extLst>
      <p:ext uri="{BB962C8B-B14F-4D97-AF65-F5344CB8AC3E}">
        <p14:creationId xmlns:p14="http://schemas.microsoft.com/office/powerpoint/2010/main" val="123336613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2026-07-27T06:09:54.4980000Z</dcterms:created>
  <dcterms:modified xsi:type="dcterms:W3CDTF">2026-07-27T06:09:54.4980000Z</dcterms:modified>
</coreProperties>
</file>