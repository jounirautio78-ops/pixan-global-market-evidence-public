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a77c1c73d744bd" /><Relationship Type="http://schemas.openxmlformats.org/officeDocument/2006/relationships/extended-properties" Target="/docProps/app.xml" Id="R5f9e6993e8624b72" /><Relationship Type="http://schemas.openxmlformats.org/officeDocument/2006/relationships/officeDocument" Target="/ppt/presentation.xml" Id="R0713273288054d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c2c68d231b423d"/>
  </p:sldMasterIdLst>
  <p:notesMasterIdLst>
    <p:notesMasterId xmlns:r="http://schemas.openxmlformats.org/officeDocument/2006/relationships" r:id="R1caf773ca8d54d85"/>
  </p:notesMasterIdLst>
  <p:sldIdLst>
    <p:sldId xmlns:r="http://schemas.openxmlformats.org/officeDocument/2006/relationships" id="256" r:id="Rd2b59607e2db49f9"/>
    <p:sldId xmlns:r="http://schemas.openxmlformats.org/officeDocument/2006/relationships" id="257" r:id="R5f38b316d1b64a6e"/>
    <p:sldId xmlns:r="http://schemas.openxmlformats.org/officeDocument/2006/relationships" id="258" r:id="R47970bd0bfc34e1c"/>
    <p:sldId xmlns:r="http://schemas.openxmlformats.org/officeDocument/2006/relationships" id="259" r:id="R6a5f5e00068349d7"/>
    <p:sldId xmlns:r="http://schemas.openxmlformats.org/officeDocument/2006/relationships" id="260" r:id="Raf02d77ed21b4cfe"/>
    <p:sldId xmlns:r="http://schemas.openxmlformats.org/officeDocument/2006/relationships" id="261" r:id="Rabbef5bf669e4e59"/>
    <p:sldId xmlns:r="http://schemas.openxmlformats.org/officeDocument/2006/relationships" id="262" r:id="R1cc0d944e25b40cb"/>
    <p:sldId xmlns:r="http://schemas.openxmlformats.org/officeDocument/2006/relationships" id="263" r:id="R8fc01581716948f9"/>
    <p:sldId xmlns:r="http://schemas.openxmlformats.org/officeDocument/2006/relationships" id="264" r:id="Ra889849d68f84016"/>
    <p:sldId xmlns:r="http://schemas.openxmlformats.org/officeDocument/2006/relationships" id="265" r:id="Rd2a8fc970d0d4c9d"/>
    <p:sldId xmlns:r="http://schemas.openxmlformats.org/officeDocument/2006/relationships" id="266" r:id="Rc7f5a2f74afb4927"/>
    <p:sldId xmlns:r="http://schemas.openxmlformats.org/officeDocument/2006/relationships" id="267" r:id="R16cd90bec1ee48ba"/>
    <p:sldId xmlns:r="http://schemas.openxmlformats.org/officeDocument/2006/relationships" id="268" r:id="R7fd67a4acbb24c8e"/>
    <p:sldId xmlns:r="http://schemas.openxmlformats.org/officeDocument/2006/relationships" id="269" r:id="R8d8f4d9acd764558"/>
    <p:sldId xmlns:r="http://schemas.openxmlformats.org/officeDocument/2006/relationships" id="270" r:id="R45854d99f89146d2"/>
    <p:sldId xmlns:r="http://schemas.openxmlformats.org/officeDocument/2006/relationships" id="271" r:id="R57d3488691914197"/>
    <p:sldId xmlns:r="http://schemas.openxmlformats.org/officeDocument/2006/relationships" id="272" r:id="R0c4bf5b4b0c7432b"/>
    <p:sldId xmlns:r="http://schemas.openxmlformats.org/officeDocument/2006/relationships" id="273" r:id="Ra9cf81f02e6b4af4"/>
    <p:sldId xmlns:r="http://schemas.openxmlformats.org/officeDocument/2006/relationships" id="274" r:id="R6c94730bc5174c64"/>
    <p:sldId xmlns:r="http://schemas.openxmlformats.org/officeDocument/2006/relationships" id="275" r:id="R72655960475f4a13"/>
    <p:sldId xmlns:r="http://schemas.openxmlformats.org/officeDocument/2006/relationships" id="276" r:id="R9eb67c3f9ad74be5"/>
    <p:sldId xmlns:r="http://schemas.openxmlformats.org/officeDocument/2006/relationships" id="277" r:id="Re1b3211b2a9e448f"/>
    <p:sldId xmlns:r="http://schemas.openxmlformats.org/officeDocument/2006/relationships" id="278" r:id="Re936618a7399461c"/>
    <p:sldId xmlns:r="http://schemas.openxmlformats.org/officeDocument/2006/relationships" id="279" r:id="R6630ab53e7364ecc"/>
    <p:sldId xmlns:r="http://schemas.openxmlformats.org/officeDocument/2006/relationships" id="280" r:id="R402ff35e2cc441f4"/>
    <p:sldId xmlns:r="http://schemas.openxmlformats.org/officeDocument/2006/relationships" id="281" r:id="Rb1f0232e0f4f4e54"/>
    <p:sldId xmlns:r="http://schemas.openxmlformats.org/officeDocument/2006/relationships" id="282" r:id="R25f8fd06bd7f4bf0"/>
    <p:sldId xmlns:r="http://schemas.openxmlformats.org/officeDocument/2006/relationships" id="283" r:id="R19d362a3fa0849a0"/>
    <p:sldId xmlns:r="http://schemas.openxmlformats.org/officeDocument/2006/relationships" id="284" r:id="Rb1f5c895e4054ddb"/>
    <p:sldId xmlns:r="http://schemas.openxmlformats.org/officeDocument/2006/relationships" id="285" r:id="R18b37ae36f864bc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80173858d443d1" /><Relationship Type="http://schemas.openxmlformats.org/officeDocument/2006/relationships/slideMaster" Target="/ppt/slideMasters/slideMaster1.xml" Id="R03c2c68d231b423d" /><Relationship Type="http://schemas.openxmlformats.org/officeDocument/2006/relationships/notesMaster" Target="/ppt/notesMasters/notesMaster1.xml" Id="R1caf773ca8d54d85" /><Relationship Type="http://schemas.openxmlformats.org/officeDocument/2006/relationships/presProps" Target="/ppt/presProps.xml" Id="Rc111341240724e87" /><Relationship Type="http://schemas.openxmlformats.org/officeDocument/2006/relationships/viewProps" Target="/ppt/viewProps.xml" Id="R44e698eb56f947e0" /><Relationship Type="http://schemas.openxmlformats.org/officeDocument/2006/relationships/tableStyles" Target="/ppt/tableStyles.xml" Id="R1e5fafec52474fc0" /><Relationship Type="http://schemas.openxmlformats.org/officeDocument/2006/relationships/slide" Target="/ppt/slides/slide1.xml" Id="Rd2b59607e2db49f9" /><Relationship Type="http://schemas.openxmlformats.org/officeDocument/2006/relationships/slide" Target="/ppt/slides/slide2.xml" Id="R5f38b316d1b64a6e" /><Relationship Type="http://schemas.openxmlformats.org/officeDocument/2006/relationships/slide" Target="/ppt/slides/slide3.xml" Id="R47970bd0bfc34e1c" /><Relationship Type="http://schemas.openxmlformats.org/officeDocument/2006/relationships/slide" Target="/ppt/slides/slide4.xml" Id="R6a5f5e00068349d7" /><Relationship Type="http://schemas.openxmlformats.org/officeDocument/2006/relationships/slide" Target="/ppt/slides/slide5.xml" Id="Raf02d77ed21b4cfe" /><Relationship Type="http://schemas.openxmlformats.org/officeDocument/2006/relationships/slide" Target="/ppt/slides/slide6.xml" Id="Rabbef5bf669e4e59" /><Relationship Type="http://schemas.openxmlformats.org/officeDocument/2006/relationships/slide" Target="/ppt/slides/slide7.xml" Id="R1cc0d944e25b40cb" /><Relationship Type="http://schemas.openxmlformats.org/officeDocument/2006/relationships/slide" Target="/ppt/slides/slide8.xml" Id="R8fc01581716948f9" /><Relationship Type="http://schemas.openxmlformats.org/officeDocument/2006/relationships/slide" Target="/ppt/slides/slide9.xml" Id="Ra889849d68f84016" /><Relationship Type="http://schemas.openxmlformats.org/officeDocument/2006/relationships/slide" Target="/ppt/slides/slide10.xml" Id="Rd2a8fc970d0d4c9d" /><Relationship Type="http://schemas.openxmlformats.org/officeDocument/2006/relationships/slide" Target="/ppt/slides/slide11.xml" Id="Rc7f5a2f74afb4927" /><Relationship Type="http://schemas.openxmlformats.org/officeDocument/2006/relationships/slide" Target="/ppt/slides/slide12.xml" Id="R16cd90bec1ee48ba" /><Relationship Type="http://schemas.openxmlformats.org/officeDocument/2006/relationships/slide" Target="/ppt/slides/slide13.xml" Id="R7fd67a4acbb24c8e" /><Relationship Type="http://schemas.openxmlformats.org/officeDocument/2006/relationships/slide" Target="/ppt/slides/slide14.xml" Id="R8d8f4d9acd764558" /><Relationship Type="http://schemas.openxmlformats.org/officeDocument/2006/relationships/slide" Target="/ppt/slides/slide15.xml" Id="R45854d99f89146d2" /><Relationship Type="http://schemas.openxmlformats.org/officeDocument/2006/relationships/slide" Target="/ppt/slides/slide16.xml" Id="R57d3488691914197" /><Relationship Type="http://schemas.openxmlformats.org/officeDocument/2006/relationships/slide" Target="/ppt/slides/slide17.xml" Id="R0c4bf5b4b0c7432b" /><Relationship Type="http://schemas.openxmlformats.org/officeDocument/2006/relationships/slide" Target="/ppt/slides/slide18.xml" Id="Ra9cf81f02e6b4af4" /><Relationship Type="http://schemas.openxmlformats.org/officeDocument/2006/relationships/slide" Target="/ppt/slides/slide19.xml" Id="R6c94730bc5174c64" /><Relationship Type="http://schemas.openxmlformats.org/officeDocument/2006/relationships/slide" Target="/ppt/slides/slide20.xml" Id="R72655960475f4a13" /><Relationship Type="http://schemas.openxmlformats.org/officeDocument/2006/relationships/slide" Target="/ppt/slides/slide21.xml" Id="R9eb67c3f9ad74be5" /><Relationship Type="http://schemas.openxmlformats.org/officeDocument/2006/relationships/slide" Target="/ppt/slides/slide22.xml" Id="Re1b3211b2a9e448f" /><Relationship Type="http://schemas.openxmlformats.org/officeDocument/2006/relationships/slide" Target="/ppt/slides/slide23.xml" Id="Re936618a7399461c" /><Relationship Type="http://schemas.openxmlformats.org/officeDocument/2006/relationships/slide" Target="/ppt/slides/slide24.xml" Id="R6630ab53e7364ecc" /><Relationship Type="http://schemas.openxmlformats.org/officeDocument/2006/relationships/slide" Target="/ppt/slides/slide25.xml" Id="R402ff35e2cc441f4" /><Relationship Type="http://schemas.openxmlformats.org/officeDocument/2006/relationships/slide" Target="/ppt/slides/slide26.xml" Id="Rb1f0232e0f4f4e54" /><Relationship Type="http://schemas.openxmlformats.org/officeDocument/2006/relationships/slide" Target="/ppt/slides/slide27.xml" Id="R25f8fd06bd7f4bf0" /><Relationship Type="http://schemas.openxmlformats.org/officeDocument/2006/relationships/slide" Target="/ppt/slides/slide28.xml" Id="R19d362a3fa0849a0" /><Relationship Type="http://schemas.openxmlformats.org/officeDocument/2006/relationships/slide" Target="/ppt/slides/slide29.xml" Id="Rb1f5c895e4054ddb" /><Relationship Type="http://schemas.openxmlformats.org/officeDocument/2006/relationships/slide" Target="/ppt/slides/slide30.xml" Id="R18b37ae36f864b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c11d9da8754f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3b204c37144e18" /><Relationship Type="http://schemas.openxmlformats.org/officeDocument/2006/relationships/notesMaster" Target="/ppt/notesMasters/notesMaster1.xml" Id="R7c1837337e7a46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64ab198baa489a" /><Relationship Type="http://schemas.openxmlformats.org/officeDocument/2006/relationships/notesMaster" Target="/ppt/notesMasters/notesMaster1.xml" Id="R9b11bb70eb4640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72c30e1ddf4fa6" /><Relationship Type="http://schemas.openxmlformats.org/officeDocument/2006/relationships/notesMaster" Target="/ppt/notesMasters/notesMaster1.xml" Id="Rd8e5184c234f4d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e429d7bff24b53" /><Relationship Type="http://schemas.openxmlformats.org/officeDocument/2006/relationships/notesMaster" Target="/ppt/notesMasters/notesMaster1.xml" Id="R82bedc83dd6646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ec453d3835455a" /><Relationship Type="http://schemas.openxmlformats.org/officeDocument/2006/relationships/notesMaster" Target="/ppt/notesMasters/notesMaster1.xml" Id="Ra2c50a0f646e44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6db924113a4285" /><Relationship Type="http://schemas.openxmlformats.org/officeDocument/2006/relationships/notesMaster" Target="/ppt/notesMasters/notesMaster1.xml" Id="Rf51825801d4443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42156a14f0438a" /><Relationship Type="http://schemas.openxmlformats.org/officeDocument/2006/relationships/notesMaster" Target="/ppt/notesMasters/notesMaster1.xml" Id="R91b20f80d8ee40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4ccaa1d28e45a2" /><Relationship Type="http://schemas.openxmlformats.org/officeDocument/2006/relationships/notesMaster" Target="/ppt/notesMasters/notesMaster1.xml" Id="R7667ea77359b49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5f7e0f7a944235" /><Relationship Type="http://schemas.openxmlformats.org/officeDocument/2006/relationships/notesMaster" Target="/ppt/notesMasters/notesMaster1.xml" Id="R70a37f6c27d64c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6e5af5791c4f7c" /><Relationship Type="http://schemas.openxmlformats.org/officeDocument/2006/relationships/notesMaster" Target="/ppt/notesMasters/notesMaster1.xml" Id="Reece075032c244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fe14e7b0e14f52" /><Relationship Type="http://schemas.openxmlformats.org/officeDocument/2006/relationships/notesMaster" Target="/ppt/notesMasters/notesMaster1.xml" Id="Rbfbe5b794fa34e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3ca153898d4528" /><Relationship Type="http://schemas.openxmlformats.org/officeDocument/2006/relationships/notesMaster" Target="/ppt/notesMasters/notesMaster1.xml" Id="R6eb90aad2f40430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febd843c9b4677" /><Relationship Type="http://schemas.openxmlformats.org/officeDocument/2006/relationships/notesMaster" Target="/ppt/notesMasters/notesMaster1.xml" Id="R2f66ea70b53d40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d4b0cad3ea438a" /><Relationship Type="http://schemas.openxmlformats.org/officeDocument/2006/relationships/notesMaster" Target="/ppt/notesMasters/notesMaster1.xml" Id="Rcbed660a8ed2411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31f81a18af4009" /><Relationship Type="http://schemas.openxmlformats.org/officeDocument/2006/relationships/notesMaster" Target="/ppt/notesMasters/notesMaster1.xml" Id="R4d97a708637948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87a93af93f34798" /><Relationship Type="http://schemas.openxmlformats.org/officeDocument/2006/relationships/notesMaster" Target="/ppt/notesMasters/notesMaster1.xml" Id="Rba2aaba6730c401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e267e35f9974496" /><Relationship Type="http://schemas.openxmlformats.org/officeDocument/2006/relationships/notesMaster" Target="/ppt/notesMasters/notesMaster1.xml" Id="R4276f867f19248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776b8a5b424d4f" /><Relationship Type="http://schemas.openxmlformats.org/officeDocument/2006/relationships/notesMaster" Target="/ppt/notesMasters/notesMaster1.xml" Id="R73ff26df96634a7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70903006a5142ba" /><Relationship Type="http://schemas.openxmlformats.org/officeDocument/2006/relationships/notesMaster" Target="/ppt/notesMasters/notesMaster1.xml" Id="Rb248bd5221c041e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9344028817a48eb" /><Relationship Type="http://schemas.openxmlformats.org/officeDocument/2006/relationships/notesMaster" Target="/ppt/notesMasters/notesMaster1.xml" Id="R1491c84c4745451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7a9dd301d8047da" /><Relationship Type="http://schemas.openxmlformats.org/officeDocument/2006/relationships/notesMaster" Target="/ppt/notesMasters/notesMaster1.xml" Id="R2cf33d0122644cb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2195832b1e3409e" /><Relationship Type="http://schemas.openxmlformats.org/officeDocument/2006/relationships/notesMaster" Target="/ppt/notesMasters/notesMaster1.xml" Id="R2f5255623c69459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1542a82eb6a4e65" /><Relationship Type="http://schemas.openxmlformats.org/officeDocument/2006/relationships/notesMaster" Target="/ppt/notesMasters/notesMaster1.xml" Id="Rb47a1e54de53412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d029e05dd6446ea" /><Relationship Type="http://schemas.openxmlformats.org/officeDocument/2006/relationships/notesMaster" Target="/ppt/notesMasters/notesMaster1.xml" Id="Re123940d18194bb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df4a04800744134" /><Relationship Type="http://schemas.openxmlformats.org/officeDocument/2006/relationships/notesMaster" Target="/ppt/notesMasters/notesMaster1.xml" Id="Rc5af2f752a624f2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7e29df3d4ca4fca" /><Relationship Type="http://schemas.openxmlformats.org/officeDocument/2006/relationships/notesMaster" Target="/ppt/notesMasters/notesMaster1.xml" Id="Ra4ff7b96f07e4c6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e0c32b75e544bb3" /><Relationship Type="http://schemas.openxmlformats.org/officeDocument/2006/relationships/notesMaster" Target="/ppt/notesMasters/notesMaster1.xml" Id="R99e79b0ec1214e3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f73dd7fee7040b1" /><Relationship Type="http://schemas.openxmlformats.org/officeDocument/2006/relationships/notesMaster" Target="/ppt/notesMasters/notesMaster1.xml" Id="R172b8fa6c791454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3a4a3ae19d94d20" /><Relationship Type="http://schemas.openxmlformats.org/officeDocument/2006/relationships/notesMaster" Target="/ppt/notesMasters/notesMaster1.xml" Id="R3e2a13742f7a4d7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7bbec622ae64aa6" /><Relationship Type="http://schemas.openxmlformats.org/officeDocument/2006/relationships/notesMaster" Target="/ppt/notesMasters/notesMaster1.xml" Id="R227ab4000a1644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33db89acdd44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7dd7fe44543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25217d5d284b8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ed1f7cfe841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2b374a4984bf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aba3aa5fdd45a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b37ba5cf2403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52c3837c114fc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ff207602bc48e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2dc03d0e054e3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df352d517c4da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C0C6E9-2C3A-4ADF-8BBB-EB1F33DC17E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A065B9D-CCC3-4169-A57C-4F425BB473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7D9465-F2F2-48E5-930F-9668F979B6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D33051-2ED2-4F3D-A6A1-9E115AECF1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0D8255E-61E0-4B8D-B942-DF1DCA9923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48FD3C-0AEA-4E33-9EF3-F1215941FC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7A64E5-E5C4-4ACF-9EAB-A224F03860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99C6C8-8238-47AC-9EB1-08D1F2D16F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3C79D8-FD35-4DF0-B605-7337731582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B9B426-BEF0-43E5-B44E-4773CAEDF1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9463BA-C00A-4D69-A652-B90EB48107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73284C-FEBB-4209-9C8F-056470AE1D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8E6B17-DF1D-4031-8267-C425F837D9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BBC908-42D6-41E6-BCAC-4BDBCB15D4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7A52E4-C9B2-4BFB-846C-9D5B9B8E2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E1AA53-9F2A-44D3-AFC2-A6C0D2D6B7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E45278D-456F-44D3-A586-6A0BA661C77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A505B43-E3E8-40B5-899E-7F527AE7C68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F9B3291-C548-40FE-B1F3-9D721D03C4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6A64AA-B577-4CC0-B15A-D1FF6344F7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E6C2D7D-C81E-4125-8287-BE10D5A23C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5A7CD7-8874-45B6-BD21-6A0B197835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77E6C59-14F2-4F97-87AF-5E702B2519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E8F56E4-BFB4-4D1B-85FE-9BB607959F1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A10FF56-B6E6-48E8-922E-5A2FB425171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0126350-EE4A-4CB4-8C22-39B879775E7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651404C-00AC-44F4-A049-16DAF17D8B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1CE87E1-1BCC-4214-AE47-0AE3873EC9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C5614D-E55A-425C-AFE4-53F78C1377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5CE60F-E262-49FD-8F9E-D7D99B5B00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BBE5312-26EC-4282-B9B4-15D04E674F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BFB5840-0206-42C9-A05F-B2E903AF3D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01D325A-1ABA-454E-8551-D951D95168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1854683-4AD8-4E52-8EC0-4FFE061BD1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0C1AFDE-DFC6-4421-8C92-1D22C00F9A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04D46B0-DF07-41AC-8C69-E88AF35127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2B4351-9857-4A62-95B8-9846A8A82A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A78D5DA-862D-4BD7-AE43-8F0768C5468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DC5DD32-0786-4302-A080-F175AC6F3C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6092B8A-7276-4B93-8F97-CA4980C4ED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C755C94-676A-4D7E-9061-DC679F17F4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30E828-557B-4FA8-BE86-E7EF0AEE03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7424D1-EFFC-42DE-9EEF-AF5678EB62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C3B0E4-F060-4777-9A9D-C138D0BA860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1F339F1-020F-4D0C-996E-D5AAB76123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50C56AF-B740-4798-AD63-BD0CF96291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EAC5D1-478F-4495-BB4C-353C5B4459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78308D5-D5C8-4CE4-ABF5-3042A10843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C65A29-3FD9-447A-8B5E-B5CE7A09FA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666A01-F0CE-4C28-B978-4C3FABB986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CA179E-7605-406F-9A29-CEB0DE52311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73B68A-39E8-4FDF-9E22-A9E1F0E26F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54FE72-EADA-479F-BCCB-41FC3E471C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37C7305-7EF8-411F-8AFF-9B51602ED9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6C84E8-D93C-41B8-A5B5-CD393A6F4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416CEC-1290-4ED5-891E-FCF2983E73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6EF854-0DE6-4018-9341-187AB29B54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9D68C-D4B7-44F5-91F2-CA19DD3B28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dda1dcf5d74e67" /><Relationship Type="http://schemas.openxmlformats.org/officeDocument/2006/relationships/slideLayout" Target="/ppt/slideLayouts/slideLayout1.xml" Id="R0f7a4300b1184bf8" /><Relationship Type="http://schemas.openxmlformats.org/officeDocument/2006/relationships/slideLayout" Target="/ppt/slideLayouts/slideLayout2.xml" Id="R652a14fbebd94b76" /><Relationship Type="http://schemas.openxmlformats.org/officeDocument/2006/relationships/slideLayout" Target="/ppt/slideLayouts/slideLayout3.xml" Id="Rf0a39ab913224a89" /><Relationship Type="http://schemas.openxmlformats.org/officeDocument/2006/relationships/slideLayout" Target="/ppt/slideLayouts/slideLayout4.xml" Id="Rb7641b8c7394477c" /><Relationship Type="http://schemas.openxmlformats.org/officeDocument/2006/relationships/slideLayout" Target="/ppt/slideLayouts/slideLayout5.xml" Id="R3e13b6b2ad6f41a1" /><Relationship Type="http://schemas.openxmlformats.org/officeDocument/2006/relationships/slideLayout" Target="/ppt/slideLayouts/slideLayout6.xml" Id="Raf58fc2025e24d9e" /><Relationship Type="http://schemas.openxmlformats.org/officeDocument/2006/relationships/slideLayout" Target="/ppt/slideLayouts/slideLayout7.xml" Id="R4906c968e80d48a2" /><Relationship Type="http://schemas.openxmlformats.org/officeDocument/2006/relationships/slideLayout" Target="/ppt/slideLayouts/slideLayout8.xml" Id="R49b1b00be65c4951" /><Relationship Type="http://schemas.openxmlformats.org/officeDocument/2006/relationships/slideLayout" Target="/ppt/slideLayouts/slideLayout9.xml" Id="R43db55eeaa774606" /><Relationship Type="http://schemas.openxmlformats.org/officeDocument/2006/relationships/slideLayout" Target="/ppt/slideLayouts/slideLayout10.xml" Id="R6fc812fecef44276" /><Relationship Type="http://schemas.openxmlformats.org/officeDocument/2006/relationships/slideLayout" Target="/ppt/slideLayouts/slideLayout11.xml" Id="R68cf8a13c70940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034668D-BD1A-413A-90D1-06D7431C35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60D1DE-DD8F-4B72-85BE-0AB1D1CD6C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9C3CB5F-AF2E-49E3-806E-C7BA6DCB94A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3073AC9-1A56-40D2-B853-04AB9A62C3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1901A-62B4-489E-85EA-FDC97C8C621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7a4300b1184bf8"/>
    <p:sldLayoutId xmlns:r="http://schemas.openxmlformats.org/officeDocument/2006/relationships" id="2147483650" r:id="R652a14fbebd94b76"/>
    <p:sldLayoutId xmlns:r="http://schemas.openxmlformats.org/officeDocument/2006/relationships" id="2147483651" r:id="Rf0a39ab913224a89"/>
    <p:sldLayoutId xmlns:r="http://schemas.openxmlformats.org/officeDocument/2006/relationships" id="2147483652" r:id="Rb7641b8c7394477c"/>
    <p:sldLayoutId xmlns:r="http://schemas.openxmlformats.org/officeDocument/2006/relationships" id="2147483653" r:id="R3e13b6b2ad6f41a1"/>
    <p:sldLayoutId xmlns:r="http://schemas.openxmlformats.org/officeDocument/2006/relationships" id="2147483654" r:id="Raf58fc2025e24d9e"/>
    <p:sldLayoutId xmlns:r="http://schemas.openxmlformats.org/officeDocument/2006/relationships" id="2147483655" r:id="R4906c968e80d48a2"/>
    <p:sldLayoutId xmlns:r="http://schemas.openxmlformats.org/officeDocument/2006/relationships" id="2147483656" r:id="R49b1b00be65c4951"/>
    <p:sldLayoutId xmlns:r="http://schemas.openxmlformats.org/officeDocument/2006/relationships" id="2147483657" r:id="R43db55eeaa774606"/>
    <p:sldLayoutId xmlns:r="http://schemas.openxmlformats.org/officeDocument/2006/relationships" id="2147483658" r:id="R6fc812fecef44276"/>
    <p:sldLayoutId xmlns:r="http://schemas.openxmlformats.org/officeDocument/2006/relationships" id="2147483659" r:id="R68cf8a13c70940d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3ce870b58842b6" /><Relationship Type="http://schemas.openxmlformats.org/officeDocument/2006/relationships/notesSlide" Target="/ppt/notesSlides/notesSlide1.xml" Id="Ra020d4adca304c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31e9b5fcdc452a" /><Relationship Type="http://schemas.openxmlformats.org/officeDocument/2006/relationships/notesSlide" Target="/ppt/notesSlides/notesSlide2.xml" Id="Rf5397a2bbb9c4f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0248bce76840da" /><Relationship Type="http://schemas.openxmlformats.org/officeDocument/2006/relationships/notesSlide" Target="/ppt/notesSlides/notesSlide3.xml" Id="R95834097c10e46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aa56737df24485" /><Relationship Type="http://schemas.openxmlformats.org/officeDocument/2006/relationships/notesSlide" Target="/ppt/notesSlides/notesSlide4.xml" Id="R321f429a6a3b4e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2298c8e78b473f" /><Relationship Type="http://schemas.openxmlformats.org/officeDocument/2006/relationships/notesSlide" Target="/ppt/notesSlides/notesSlide5.xml" Id="R2f10e0e0efe047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6ff27e914843e5" /><Relationship Type="http://schemas.openxmlformats.org/officeDocument/2006/relationships/notesSlide" Target="/ppt/notesSlides/notesSlide6.xml" Id="Ra9540869556347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ca92877ba4421a" /><Relationship Type="http://schemas.openxmlformats.org/officeDocument/2006/relationships/notesSlide" Target="/ppt/notesSlides/notesSlide7.xml" Id="Rcac2bf7dfa0048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6fd4d554f8428b" /><Relationship Type="http://schemas.openxmlformats.org/officeDocument/2006/relationships/notesSlide" Target="/ppt/notesSlides/notesSlide8.xml" Id="R361ef2e1c47d49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5739c784054a48" /><Relationship Type="http://schemas.openxmlformats.org/officeDocument/2006/relationships/notesSlide" Target="/ppt/notesSlides/notesSlide9.xml" Id="R41d14f011cb44a5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5961c965594cce" /><Relationship Type="http://schemas.openxmlformats.org/officeDocument/2006/relationships/notesSlide" Target="/ppt/notesSlides/notesSlide10.xml" Id="R556fc4726fc54c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abfe8e2f984a73" /><Relationship Type="http://schemas.openxmlformats.org/officeDocument/2006/relationships/notesSlide" Target="/ppt/notesSlides/notesSlide11.xml" Id="Rbd31b0047a7e4c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df0a98778a4f69" /><Relationship Type="http://schemas.openxmlformats.org/officeDocument/2006/relationships/notesSlide" Target="/ppt/notesSlides/notesSlide12.xml" Id="R8d9d3ae7365248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e419b5a1e44150" /><Relationship Type="http://schemas.openxmlformats.org/officeDocument/2006/relationships/notesSlide" Target="/ppt/notesSlides/notesSlide13.xml" Id="Rfdc8edd768e1444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44c6a9c04e466a" /><Relationship Type="http://schemas.openxmlformats.org/officeDocument/2006/relationships/notesSlide" Target="/ppt/notesSlides/notesSlide14.xml" Id="R94cb464e3d4544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33d53dda0046d6" /><Relationship Type="http://schemas.openxmlformats.org/officeDocument/2006/relationships/notesSlide" Target="/ppt/notesSlides/notesSlide15.xml" Id="Ra53adb3397c64c7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ea5f0c3bef4d6a" /><Relationship Type="http://schemas.openxmlformats.org/officeDocument/2006/relationships/notesSlide" Target="/ppt/notesSlides/notesSlide16.xml" Id="R2edee4c92d5a45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fe6ecac0644c9d" /><Relationship Type="http://schemas.openxmlformats.org/officeDocument/2006/relationships/notesSlide" Target="/ppt/notesSlides/notesSlide17.xml" Id="R2fb22f26c8e84ed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db417e9db64e9c" /><Relationship Type="http://schemas.openxmlformats.org/officeDocument/2006/relationships/notesSlide" Target="/ppt/notesSlides/notesSlide18.xml" Id="Rfa91c4dd75af490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50633e28d4462a" /><Relationship Type="http://schemas.openxmlformats.org/officeDocument/2006/relationships/notesSlide" Target="/ppt/notesSlides/notesSlide19.xml" Id="R9c2ea34e493741d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d6bb82b3454c0f" /><Relationship Type="http://schemas.openxmlformats.org/officeDocument/2006/relationships/notesSlide" Target="/ppt/notesSlides/notesSlide20.xml" Id="R6e377ddc791a4c7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9ad61e8d4f4920" /><Relationship Type="http://schemas.openxmlformats.org/officeDocument/2006/relationships/notesSlide" Target="/ppt/notesSlides/notesSlide21.xml" Id="R65b9121b9ef0402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d0030b5dca4387" /><Relationship Type="http://schemas.openxmlformats.org/officeDocument/2006/relationships/notesSlide" Target="/ppt/notesSlides/notesSlide22.xml" Id="Rbec16f8a1fdd489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b706c0b6644190" /><Relationship Type="http://schemas.openxmlformats.org/officeDocument/2006/relationships/notesSlide" Target="/ppt/notesSlides/notesSlide23.xml" Id="R68736978fe1d4f2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91ec134cc64f6b" /><Relationship Type="http://schemas.openxmlformats.org/officeDocument/2006/relationships/notesSlide" Target="/ppt/notesSlides/notesSlide24.xml" Id="R498761d0b55a4cb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53a8a1ef8841ae" /><Relationship Type="http://schemas.openxmlformats.org/officeDocument/2006/relationships/notesSlide" Target="/ppt/notesSlides/notesSlide25.xml" Id="Rb5b493fee1c7458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dd4e41cd874840" /><Relationship Type="http://schemas.openxmlformats.org/officeDocument/2006/relationships/notesSlide" Target="/ppt/notesSlides/notesSlide26.xml" Id="R97d296aecf5b40d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cae19549494cea" /><Relationship Type="http://schemas.openxmlformats.org/officeDocument/2006/relationships/notesSlide" Target="/ppt/notesSlides/notesSlide27.xml" Id="R2bed81b45be343d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69259a32d74593" /><Relationship Type="http://schemas.openxmlformats.org/officeDocument/2006/relationships/notesSlide" Target="/ppt/notesSlides/notesSlide28.xml" Id="R66ce9938f43f468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92dbda3ee44491" /><Relationship Type="http://schemas.openxmlformats.org/officeDocument/2006/relationships/notesSlide" Target="/ppt/notesSlides/notesSlide29.xml" Id="Rf30dc11dcfae444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fe3a78aa9e4771" /><Relationship Type="http://schemas.openxmlformats.org/officeDocument/2006/relationships/notesSlide" Target="/ppt/notesSlides/notesSlide30.xml" Id="R00422882351046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F4DC00-7CCD-4732-AD70-12FECDE6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CEE71A-3965-4F64-B062-B5FA75BC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112F3C-7F11-4B51-AB13-CFC496C0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5B8CEED-9BA0-41D1-A0AD-DFBD6891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AEE1BD6-D292-4845-A3A7-C3B4C0B2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EE98E3-5ECD-4E1A-8501-AD74F771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0516526-BB04-48F0-ABAB-A0AC4D00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2026.07.29-35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B001BC8-AD36-4033-A8BA-7E16897E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2026-07-29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8DBBDA-6B26-4134-93EF-F029E538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74D35F2-AEA6-4F7C-AEAD-48C2328F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6614A58-6492-4D96-A048-A6F350FF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5071508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6FD47C-1EBF-49EE-A6BC-E334BB9A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644696-C003-45DD-9BE8-F60FCDE2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78079C-4B31-4043-8F51-555D40F4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5D765B-4322-4119-B5F8-DC8252CE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120105-20D6-4E5D-84E9-4AFCF41F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A7AA31-8403-4DC9-94EF-EE777458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438367B-27AF-474D-9DAB-09629018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0868A2D-CA73-4219-AD2E-776575C4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28 tarkistettua suunnitelmaa, 0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DA9A8C1-4F3B-4181-B89C-FB53857D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6EE1BC6-EFEC-4ABD-8079-492EF32A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2C2CA76-0917-4EAF-B7D7-7A1E02DB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02870150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2D46AD8-B37E-4CD6-8BEC-EBC51468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62D6A0-7D5E-4CF1-89DB-F43EF199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6DBE09-D085-4FC8-8ACA-96D33D3D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5257E91-60EF-41B8-94BD-2B60D036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20A08C-C67B-40CE-B8B1-9F91955B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446E7F-D065-4D11-A2F9-BB15D7A4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704E4F-8922-42F7-83F0-C785B7EB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17937075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62872D4-4BC3-4E54-906A-20164C45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1E3C93-F82E-40A0-B05A-DBD283B3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4C5E966-49D8-4356-A15E-9A6449AF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8D004AE-85EC-4357-BC7B-95E99515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683BB73-FDED-48D3-9584-295D483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C38BA1-0956-4696-A09A-43A40465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D0A7F48-C40C-4D47-9D45-D639528B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3B3563-E053-4DAA-A991-10ACF569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11A632C-652C-48DB-9ED1-E2A926B3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09FEF8-C486-4385-B23E-ADD88B9C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486B662-5748-4FF9-8D25-6D31C616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20239967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06707C-A707-4237-9DC0-D57F81E8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0D3A5D-F3EE-4DA4-9F61-90727585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6310229-7ADD-4D66-9EF0-B5231B6D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091645-DBF0-4AD4-9C8C-61D6B28A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ABC774D-384B-4E0A-9750-1EFBE1F6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5A9C02-C0CC-4E3E-A3D8-D7D6CD22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7D1CFA4-85AF-423B-B28B-615AE92D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16F234-6ECC-4CC3-8498-90A6A23D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20C4010-538D-433C-913C-EAC53C4E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DD6DDCA-B405-4631-B77E-8DC1F7F5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BEDC2FA-E9C4-4ADF-B651-600923B0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55390909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1777BB-1398-49C2-BB6F-48A2E31B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A470F2-FB1F-464F-8046-65FA5C4E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D4B4A4E-ECFE-450C-A15D-2BECB220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41D004-AAE1-4033-A5E1-649F5E42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099D1A-C4BC-4C1F-80DC-F2EEE6E6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6CC593-0286-4B77-B41F-B2308E37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A2EFBBD-AD6B-4940-935D-208323E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79733539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0B2A18-44BC-4DA1-8E23-0B0DA592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15DD4F-E054-41AA-A1D7-88BFC40E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186573-E28D-43B6-860F-B0440C02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7EF13E0-337A-4D37-988A-805CA96D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5B15FB-5041-4970-A944-DA390671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2A15257-FAAF-4578-A99A-5A947C9E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21AC8EA-D05E-46BD-B6B8-DF040562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26D3A53-432C-4323-B6C6-2CB0D13F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5369C7E-70B4-4D79-AFE4-A13354F8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5927ACC-722B-4E55-AA54-A9BDCFE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2B8C5F7-AC11-46E5-8991-7B3505E6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FF76FA0-F6ED-4FC5-91AF-A951CF9A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B2628AA-A3BD-4995-A5F7-A6D717D9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F232E96-DAA4-45EC-BC61-7684A69F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5DFBA30-A871-4F40-8DA0-05E3C6D5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C04B88B-CFC4-467D-A881-AA808C87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1929A17-17D0-4C31-A5F7-1D71CC43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F291267-1053-4F14-B6BB-D39C4821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5430DC1-20A6-4477-82D4-EA3D0A07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2930735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5841CD-3240-4DB6-977A-DFE267C6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90BA5-299E-493C-93E9-EC1233C6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F79D83-4F51-4C4A-9EDF-CC803146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D4307EC-A25C-4A55-B403-A70BE933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D452794-5C93-4072-8B29-4BF30072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CEAF2ED-F62E-4A3F-96EE-0EB2CA0A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7071A58-683A-4D35-95AD-E70FDF95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98F55A-E0FC-423E-ACB9-2D30A98C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6BF2E57-5432-439D-9F07-5AB7AEBE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7B28A06-E3C9-491D-B286-D0175E27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F958203-A31F-4E9E-943E-DA99A1A5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E29B025-A957-4ACD-B335-E7F5B256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7FFA975-937F-43E6-9E1D-974B5E13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6B024CA-648B-4BE0-B21E-3D77E4CE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237E7AF-E069-4A36-9BE0-E8D7C5A0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B9DC39-CB58-4BC0-A994-48793228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648CBC-3329-49E7-9374-FA0E2A8F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67D3B1C-272C-4AF4-9F6C-E0300513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B701C9B-9070-4A4C-9744-0A4D38E5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C29B266-8F47-42F7-A63C-6B9FD310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833BE2-922C-4726-8F6B-1D793F20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773BBFE-9757-4C53-AEED-3BDEC393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5716218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74BB4C9-E4DB-434C-B8BD-20431ECB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7262A7-DAD6-4469-9F0A-3184D104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E0C5C1-C16E-4ABF-92CD-B2D0D98A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E2435E-98AD-4B36-8D47-5EA0D6D7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01F42AA-AD54-49A0-9A41-D446E75D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D9FF79-B3E6-4E3B-8C8F-A6AED55F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5748B2C-5756-4B77-8AEE-9CC8FDDD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214014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E9EDB0-60B6-47CF-86C4-ECB3DE15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41D774-51B8-4AAF-A59D-17F41E92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AD95C80-FB83-4ECA-883A-31CDA4B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8085B39-356E-4B10-AB4D-576E23A4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A0C54C-787C-42EF-BCB7-7EE4A209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899117F-D024-4726-8A22-6E19C1C8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7323E71-094B-4E16-948F-7A532F1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F324D02-BCAD-46C3-AA05-10F260F0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B9AF7BC-5939-4057-AA0D-A5932882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94CDEB-E133-4790-BCFB-3110F3C6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17AF2A5-6078-49FF-A3BD-5566AB7A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20415163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5E9FF0-044C-4133-B769-C713D730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9857B1-0A8A-4BCC-9B51-CB22FADE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77FD72-3A03-497F-AD19-1FF06428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776AEC-57E5-411C-BBB2-6CB7331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6EAD53-959A-4D2A-BB12-42FEF41C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94468DA-2401-4CD7-8728-5D1887AA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B93BA6-E018-4403-AD76-A7D52134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49718288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E41061E-A003-4085-B44E-3A11F3D1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AE4E643-73AA-4A86-B92C-BC8B4CEB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pohja: 578 WB-havaintoa; reitit 28 / 0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BA18C7-E3F0-4700-9062-F61ABD47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C4A83D-7E59-4906-B36E-C944152C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A94EBD-0C2C-4F44-89F8-9F0D7138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2D98EA-A132-46F8-98FA-8E678202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C32F92E-2983-4997-9E92-A1737B40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6C76AE0-AEFA-4437-B953-9481C742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6754E0F-7684-4C6D-B310-45F35BEA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DDB9A2B-8180-46BB-8FFD-1A3EE4E1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73B4800-9B53-4BB7-8D2B-20CDA97E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FD84228-FFCD-4D83-86B8-C5BEECD7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F5C8016-042A-429C-8444-68B2D501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2E8BB36-707D-46C0-BAF1-D4558B9A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62FF74A-1407-41A8-9650-C9A39730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7B0C237-92D8-40DB-B2E4-360480FD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C53F14C-73E2-470C-A55D-3EF320B9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FC25F58-2C51-4546-ABE8-74C6298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5A5912F-E909-43DB-B517-909FEA6B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5975131E-92BA-4887-AE40-12D1F474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30F0FC3-5DCD-4DBD-9B86-08D70A64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6AC4DD7-8D90-4C8E-8266-57FAF54D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45254614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6CD124-868B-4D43-B18D-1FF0E74E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FC3E9E-A203-4842-9EAF-5CF33C6E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342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EA2234-A306-414F-A11B-28A85FD7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09F67D-B043-4253-84E0-35E73F1B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04DB7FE-3C71-43C2-89AE-73DFA5A8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586DB7E-4F57-4069-857E-F8DA7553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D77BEC-D112-4275-A42B-F6A552E9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8859502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B0DC4E-A7C4-45C9-9825-AE18CA5A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20467F-110E-43F2-969C-9F2E7CA2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41CC56C-4F8F-49DF-BC70-A922010C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D0B973-4DE8-4EA8-9675-819E933B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9BEBAB-A843-46E0-A80F-76ABB550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69F2D0-B8F8-4F6A-9AE5-42E32D58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8C15EAA-5D2D-4632-AD41-5241D719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FAB8D3-B02B-40D4-8E02-C45AA174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CAAA1A8-6F1A-4D23-814F-7379AC9F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CF264A4-194A-43FF-88E3-A1BD1D57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CC9681-0B6A-49DA-8568-689697FB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C682643-CDE1-4AFC-97A3-F47D12A9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CE39FD7-0E8F-497D-B661-6790FE66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E27A9ED-2AE3-4364-9E40-D7E29A7E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463868C-1D98-4DE1-A7AC-9D0E2E15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0FE7D5C-A784-4BA7-8D21-17A3C5EB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eli 5,03 %,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2F43FC9-C2AD-4AC9-9DBB-91D5CCA1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925B67B-2CE2-47B6-B944-196E98D5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B87A910-A656-4E40-A835-3248813F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46150910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2FD1A0-1C08-472E-81F5-AC2BC3F2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C36ED8-5FFA-44E9-B980-D1DD5DA2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495D5D-64B5-4A0F-8437-354055BE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E79E30-C30F-46F3-BC65-85609579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2A5753-3442-410C-8DA5-E014952D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254612F-4DB2-4C21-B57A-E3D3FD4D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866DC-1C0F-4A09-8E25-ED777EC5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077359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5BF2ACA-9274-4D14-AF4E-C036CFD4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CD7FD8-D293-4F2D-9819-0CF80EA9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103170-8463-482B-B1EA-8A013B98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23DD9-8964-4D4B-B51D-6BA987A1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E84F91-DC57-42EE-B7D6-18219C53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935DA6-2B07-43C6-B9CA-8E163CF3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ED81841-78F4-436B-911F-46C35F9B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F36162-119E-4630-A71F-BFDE7963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B19FC33-DD2A-42AC-B450-033BF27A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9963177-9EAA-44D6-8533-C5795F2E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92B3815-7067-419B-839E-9C50AE67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1F2A1B-E2EA-49C1-B8D2-5067BA7E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B4867D3-1012-4C24-A882-A7904D71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3D8E7C2-ACBB-4FFD-B41E-B5456C58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AA8276B-4BF7-4F11-8843-65A83131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CE16FC1-B136-4C16-BA57-555E106B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94FCCFF-720F-4DC9-9A09-8578F25B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9BFCB78-D55A-4399-AB95-7D5F4C8F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FAC29-64DE-4216-AE88-03585657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192545633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C1C451-87B2-4B6D-856E-6B4AFF80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0A5D56-82FA-4856-9FBA-A07913A7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5A59C7-46F4-49ED-B709-795FAD7A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9CDE0B-ABAB-4F92-8B9C-DDEE7DC2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730BCD-F88E-46B0-80E9-74EE444B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2BFB04-687E-4780-95BC-EF061B0A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6A7101B-2D89-4AA0-82A3-305B9317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D5BB6F0-F900-43F9-B4F0-6006BD69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965A4F-BB36-4CC3-8A8C-6CB0275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DA21855-34C3-41BA-AA8A-B2B0952A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94C658-89BE-46EB-B3D3-4FD732B1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A9AC852-96E0-476A-8C30-D10FF9A8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24C9B24-2CB2-4F93-84E7-BDBD632B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33A1DCB-1ACA-4618-BDF8-1C14CE32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895DC7-A8C9-4E08-82D7-2B4B3624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D6DBD5F-3C5C-4E07-8223-8B4AA20F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AAF21FB-B130-431F-85C9-091BC6E5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F4E2E0-4EEC-46B2-9D9B-53AED9BA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0AA05DF-9372-443C-9165-53D403F8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0A68627-1F72-4107-9184-BECC24F7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F45B729-1AC8-4FD7-93A2-B9A203F2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0F3F8A5-33F7-4121-A284-DD6912D3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59697091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4C308ED-3190-4917-A8AF-C02EC135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9120FE-C7C2-4295-8EFB-66B706A9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54438CD-41B8-4577-9FF4-2C52AFD4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063C29-129C-435B-A116-0F4DD4CC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7DE9F0C-AE93-49F1-B2BA-0E3780EE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18F78D0-5181-4359-829D-87BFD925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8FC4520-487F-48D9-A816-46E676ED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5338AFD-BB79-4032-BCE8-74D5FD8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AEE13AF-7CEA-44C2-BF5A-8D2E0327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A915E00-86DD-49EB-B362-9AB8DD66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5C9803-20E2-46E8-A72A-E2AA3316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49523752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2ECF5E-D987-4726-B3E1-0713DBF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29E91A-12A9-48FE-92D3-1DE1DECA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9A33C25-CE2B-40A4-AFB8-0EEFA1AE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8051A26-F995-49E8-B4DE-D6F4FA0E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7B1204-31DC-4500-8F41-1049D1A5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4696A91-0811-41FA-8115-DB39DC0A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BD56007-F695-4280-A60F-778B22E0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64785540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F280E4-B3F3-4F02-AA33-0D262119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4A353B-6ED5-4F54-97C5-F95FE939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89D26B9-C237-4837-A25D-97BEAA8B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DF94D8-3C7F-4EAD-9FE7-D552D83E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A94BE1-A7C9-47CF-8FA5-7BAD45B2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885D9F-3B02-4798-B8EF-54F9D120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8241922-750C-4197-9935-66500690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B903E1-0951-47E6-B808-FB7BA581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82BDC2C-EC93-4274-91CA-5D43F0CC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B29DFA2-DC92-4B11-A4BD-C6FF1928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F238A4-84E9-4A08-9675-6C03C19F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73332651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67C270-CB58-463B-9AA0-541971A2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7A73B7B-C73E-4764-A872-9688A864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B92512-0454-4DD7-B53C-6638F58E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ECC2437-A5AA-4097-AB65-FD971C7F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570BBA-8B09-4199-B0FC-4636D4D2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EC1B31-1D8F-4D96-B4DB-4178AC1F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1BAD91-F1D5-40AD-85A9-D4DA1ABB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893785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47596D-5581-4819-81FD-1F0F5207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4B630B-16AA-4721-9F10-8647339E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95E992-332C-4E14-84FA-C5595B60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ACE813F-0A24-4CE0-B692-FBDDD0A2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33DAC-F5F2-41FB-8E13-3238A7C1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75E2E9-297A-4342-B9BE-7ADA0330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24E04A1-06B9-42F3-8EAE-8DFB2422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75D951-3AF2-4CA0-A48D-87A6944B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6822AA5-13B8-47C7-97B7-0AEC664E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B4AF9B9-0E92-4AE8-80E9-2F9834BD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50FAFE2-9C44-4C94-8D62-279A8358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5F285FD-00FF-414C-88FD-D9F45D84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6E7FCC0-6C4B-4D53-BBC3-486773C3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932768F-08D8-4ED9-844A-BA372287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78D2D44-3A43-423F-97CE-5C04A57A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C0EF40E-E2C9-493E-AEFF-9F1250CE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2CC254D-995F-451E-AF13-ED69B496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DEF4F83-DA4C-459A-9A64-37ED913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C06463C-45DC-46BA-8819-B157DE3F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039775D-901C-4F1B-95A7-D7C73393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A7ACC68-D720-4910-B45F-ED1709DB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EECCB9-2B4E-4FF7-A86F-E09E08AB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7009B50-1AAD-48CB-B93A-1D24346C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163202458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921A6C-9576-4710-84FC-25AD63CD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45791-3E52-4C51-BA2F-D488287F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7921AD3-296A-4407-B85E-27515906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FB1103-2C93-461F-A9B6-69FE493B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9C2897-4EA3-4BF0-9421-E9F46738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E1A66C-D5CB-4186-A033-78A2C7D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2D0EBE1-AD41-48B4-9ECD-56BA2CEC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53ECE3F-068B-4B75-B620-92AF6375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58B9C0D-B9BB-4B58-963B-A6A04951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22705EB-0050-4B8C-B4F8-47EA6AAC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B564467-8F19-48EB-8F55-10416F45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A83EF15-486E-4416-AB4E-52C24A73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CFE6965-A725-4136-9380-D2928E5D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6D5AAF6-A19B-4326-9E0E-C5D4E688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5069D1C-56E0-4773-883A-66CE7BEA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D1642BD-6E20-4D8E-92A0-6F168F10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A32490-BFC8-439F-A47E-4AE295CA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018B1A2-CA0C-41E4-A726-5DDA29F9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51A4EE26-9535-41A9-B6C4-AE3F2FCF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AC07B37-A3CA-4A92-BEF6-DE4F7212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05CE12-08E1-481B-9B84-03659DCA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1369AA9-7D9C-448A-8CCE-EB7B4DE6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14F175F-91BC-42A9-983B-EDB0F1DF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55461746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C8BA19-E5AC-4690-AF66-52C9F601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00ADB4-5171-46D1-9890-C809112D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FC4AFE-4722-4A28-ADB0-80E8D1DB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98AB5C-19A6-47E7-8AB5-D9DD6192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A831C7-7EFD-490F-9B5A-D2316A39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06DECF-A451-4E2B-BF4E-1E12CEBF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053D457-25D4-4358-B441-E9E6D5BE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82800744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783D93E-8069-41B6-AF95-159A9ABE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D892D8-0ED6-44F3-BBD3-83EC92A3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75CE6D-36AA-4D9C-B102-77583195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FD90E8-6EEE-4E4B-8D49-17115B09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3EDDFF-D630-4463-9D67-64703636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60A693-6426-40E5-A2DE-8A10C4F2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78594D-8562-4A10-B062-01E4113D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73473896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36E90CC-D581-4B41-A186-C09A7576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FBA72B-9083-4241-AAE2-FD08E22D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DC2CBC6-2B7B-48A2-9ACD-A6C00355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E1C90F-3DF7-44FC-A58F-637E1C96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A5FE7E-BFC4-4E0E-8EFE-C131B7BF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DD8541A-E636-4082-ADBC-927D0C30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0454E5-508E-4E0A-81D9-279764DB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67129021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804C92-027F-4631-9790-7C46A0CE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66A3C7-991C-41B2-BD47-66DC3793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311F82-0C93-407E-8391-4B8A1741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9F9A32-2E60-4A65-9DE2-98213250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64962A-23C1-49CE-91A0-EFA4D841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83CC88-611B-42E3-8980-81CFF393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A712FE-E819-483E-83C2-F5E3DF07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11297806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6A2701-056C-429A-ABC3-C0A4E9CC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318AD6-40D6-4613-A8DC-7464A16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6093E7-9321-42B7-BB33-5DD57053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01308E-1DD3-4874-B213-E210C850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71ED5CC-8C6C-446B-A9BB-2D4876BA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6D159-6E2A-4CE6-8B37-8E981D59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4DDD81A-9576-4477-A7E7-36B1C34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49697240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0FB38B-6E27-4839-A91F-BC31CFB3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28A42F-489B-4E15-BBE1-730B6B6A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90 päivän sulkemissprintti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0654344-697F-46BC-8F52-B3B9796A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F19B91-71CD-4597-B870-09895749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9F4547-6F03-4009-AD78-C0A7C226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0A027DE-A2A5-4E9B-A06D-1DF29F40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2E77371-E9E6-4653-9B11-8866D4CC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D9834E0-B6FE-400E-873C-995043AA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3AF398-9F50-45E2-A2F2-CC4D9BBF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D5F7F8A-91F1-4579-8F64-76563E6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5F2AE01-40E2-46E4-929C-61A58391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1E6DF6-1582-4D3F-A2C2-5D2B81DE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3403B0C-EF5D-49C5-B2CC-47BD34FB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6A24EC1-98FA-46D5-A1D3-C95D8B62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4731763-8924-4040-A5C8-116C88F0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2E58D9B-DA06-44CD-B1F5-07781165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C3FBF5-7B7B-40CF-B3CE-B21E09AA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52AA565-EC35-4AA4-9896-BE555D3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2023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Viranomaisdelta 29.7.: Saksa pyysi rajauksen; mahdollisen maksun määräpäivä on 2026-08-11, eikä maksua ole hyväksytty. Ranskan täsmennys kattaa vain tulliluokituksen, raja-arvon ja kg-metadatan; reitti pysyy tulliproxyna. Tanska ja Luxemburg vahvistivat, ettei pyydettyä myyntidataa ole saatavilla; Luxemburgin hintalista on vain hintareferenssi. Euromonitor tarjosi ehdollisen maksullisen Saksa-otteen, jota ei ole hyväksytty eikä aktivoitu; 0/6, EI PISTEYTETTY. Belgia ≈83 333 litraa (9 kk) ja Italia 84,31 milj. EUR PLI-veroa ovat ei retail -ankkureita.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68F7912-0F96-4E76-A057-6E58AE08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B75159E-FF6B-45CC-8D83-4DC4F06F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DC11456-1843-40D8-9858-7FD90C53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A6897CE-22F3-4C18-BC53-7F0E6713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6F4B00-DDCC-42F9-ADB8-B4D07AE0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Päiväpaketti muodostetaan enintään kerran Asia/Nicosia-kalenteripäivässä; dashboard voi päivittyä päivän aikana.</a:t>
            </a:r>
          </a:p>
        </p:txBody>
      </p:sp>
    </p:spTree>
    <p:extLst>
      <p:ext uri="{BB962C8B-B14F-4D97-AF65-F5344CB8AC3E}">
        <p14:creationId xmlns:p14="http://schemas.microsoft.com/office/powerpoint/2010/main" val="117348971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52D451-0DF4-4DE8-88E4-9B4E81CA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6CBE070-340E-4352-B436-5CFDE8CB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161D4A-9C3C-4910-AB2F-1FA03E85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34DB2AE-B7D9-4EA3-86DB-7DFB5999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2026.07.29-35 · 2026-07-29 · 30 / 30</a:t>
            </a:r>
          </a:p>
        </p:txBody>
      </p:sp>
    </p:spTree>
    <p:extLst>
      <p:ext uri="{BB962C8B-B14F-4D97-AF65-F5344CB8AC3E}">
        <p14:creationId xmlns:p14="http://schemas.microsoft.com/office/powerpoint/2010/main" val="79515850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2026-07-29T15:36:06.7800000Z</dcterms:created>
  <dcterms:modified xsi:type="dcterms:W3CDTF">2026-07-29T15:36:06.7800000Z</dcterms:modified>
</coreProperties>
</file>