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41a3c9aee84a29" /><Relationship Type="http://schemas.openxmlformats.org/officeDocument/2006/relationships/extended-properties" Target="/docProps/app.xml" Id="R6aa8f91d82684ae8" /><Relationship Type="http://schemas.openxmlformats.org/officeDocument/2006/relationships/officeDocument" Target="/ppt/presentation.xml" Id="R676cad9fb19f4c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5737a7b1e84e05"/>
  </p:sldMasterIdLst>
  <p:notesMasterIdLst>
    <p:notesMasterId xmlns:r="http://schemas.openxmlformats.org/officeDocument/2006/relationships" r:id="Rd4cfd067b0724765"/>
  </p:notesMasterIdLst>
  <p:sldIdLst>
    <p:sldId xmlns:r="http://schemas.openxmlformats.org/officeDocument/2006/relationships" id="256" r:id="R371dbc732ed347e0"/>
    <p:sldId xmlns:r="http://schemas.openxmlformats.org/officeDocument/2006/relationships" id="257" r:id="R8cdd8686ea334103"/>
    <p:sldId xmlns:r="http://schemas.openxmlformats.org/officeDocument/2006/relationships" id="258" r:id="Rbd4bdfc7b8444057"/>
    <p:sldId xmlns:r="http://schemas.openxmlformats.org/officeDocument/2006/relationships" id="259" r:id="R9dfca7bde9b64adb"/>
    <p:sldId xmlns:r="http://schemas.openxmlformats.org/officeDocument/2006/relationships" id="260" r:id="Re98fc29a0cd4457c"/>
    <p:sldId xmlns:r="http://schemas.openxmlformats.org/officeDocument/2006/relationships" id="261" r:id="R09efbc528c91453f"/>
    <p:sldId xmlns:r="http://schemas.openxmlformats.org/officeDocument/2006/relationships" id="262" r:id="R2380c1957a854b4e"/>
    <p:sldId xmlns:r="http://schemas.openxmlformats.org/officeDocument/2006/relationships" id="263" r:id="Rddf650a5166745cc"/>
    <p:sldId xmlns:r="http://schemas.openxmlformats.org/officeDocument/2006/relationships" id="264" r:id="R7f8c765a43824af1"/>
    <p:sldId xmlns:r="http://schemas.openxmlformats.org/officeDocument/2006/relationships" id="265" r:id="R87250ebb29cc4462"/>
    <p:sldId xmlns:r="http://schemas.openxmlformats.org/officeDocument/2006/relationships" id="266" r:id="Rdaad2013bd2e476d"/>
    <p:sldId xmlns:r="http://schemas.openxmlformats.org/officeDocument/2006/relationships" id="267" r:id="R0ae2be033973463b"/>
    <p:sldId xmlns:r="http://schemas.openxmlformats.org/officeDocument/2006/relationships" id="268" r:id="Rd87f1b0cc58b4538"/>
    <p:sldId xmlns:r="http://schemas.openxmlformats.org/officeDocument/2006/relationships" id="269" r:id="Rd7f497b5a43f4ebe"/>
    <p:sldId xmlns:r="http://schemas.openxmlformats.org/officeDocument/2006/relationships" id="270" r:id="R0291bf0c5bf748bf"/>
    <p:sldId xmlns:r="http://schemas.openxmlformats.org/officeDocument/2006/relationships" id="271" r:id="Rd0acaade97cf4042"/>
    <p:sldId xmlns:r="http://schemas.openxmlformats.org/officeDocument/2006/relationships" id="272" r:id="R9f5ff193a1814f2e"/>
    <p:sldId xmlns:r="http://schemas.openxmlformats.org/officeDocument/2006/relationships" id="273" r:id="R6564aa95f44d438d"/>
    <p:sldId xmlns:r="http://schemas.openxmlformats.org/officeDocument/2006/relationships" id="274" r:id="Rb5a1d4c07b404f44"/>
    <p:sldId xmlns:r="http://schemas.openxmlformats.org/officeDocument/2006/relationships" id="275" r:id="R46be023ee88f4b3e"/>
    <p:sldId xmlns:r="http://schemas.openxmlformats.org/officeDocument/2006/relationships" id="276" r:id="Rd431cf6ed4d74289"/>
    <p:sldId xmlns:r="http://schemas.openxmlformats.org/officeDocument/2006/relationships" id="277" r:id="R8d615d29132d431e"/>
    <p:sldId xmlns:r="http://schemas.openxmlformats.org/officeDocument/2006/relationships" id="278" r:id="Rb78d6039f47a4953"/>
    <p:sldId xmlns:r="http://schemas.openxmlformats.org/officeDocument/2006/relationships" id="279" r:id="Rd02ca98457294c19"/>
    <p:sldId xmlns:r="http://schemas.openxmlformats.org/officeDocument/2006/relationships" id="280" r:id="Raf6c356107a840f4"/>
    <p:sldId xmlns:r="http://schemas.openxmlformats.org/officeDocument/2006/relationships" id="281" r:id="Rd2016a5982f4404f"/>
    <p:sldId xmlns:r="http://schemas.openxmlformats.org/officeDocument/2006/relationships" id="282" r:id="R6b521c4d2c1a43a3"/>
    <p:sldId xmlns:r="http://schemas.openxmlformats.org/officeDocument/2006/relationships" id="283" r:id="R864797a447684fdb"/>
    <p:sldId xmlns:r="http://schemas.openxmlformats.org/officeDocument/2006/relationships" id="284" r:id="Rd0bb45cb067e44ab"/>
    <p:sldId xmlns:r="http://schemas.openxmlformats.org/officeDocument/2006/relationships" id="285" r:id="R1bd5ca26e3b94ae2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19abbc5580445f" /><Relationship Type="http://schemas.openxmlformats.org/officeDocument/2006/relationships/slideMaster" Target="/ppt/slideMasters/slideMaster1.xml" Id="R0c5737a7b1e84e05" /><Relationship Type="http://schemas.openxmlformats.org/officeDocument/2006/relationships/notesMaster" Target="/ppt/notesMasters/notesMaster1.xml" Id="Rd4cfd067b0724765" /><Relationship Type="http://schemas.openxmlformats.org/officeDocument/2006/relationships/presProps" Target="/ppt/presProps.xml" Id="Rec5518d0890d4a80" /><Relationship Type="http://schemas.openxmlformats.org/officeDocument/2006/relationships/viewProps" Target="/ppt/viewProps.xml" Id="R29fe8e445dbc430f" /><Relationship Type="http://schemas.openxmlformats.org/officeDocument/2006/relationships/tableStyles" Target="/ppt/tableStyles.xml" Id="R8a42d1ceeecf48a9" /><Relationship Type="http://schemas.openxmlformats.org/officeDocument/2006/relationships/slide" Target="/ppt/slides/slide1.xml" Id="R371dbc732ed347e0" /><Relationship Type="http://schemas.openxmlformats.org/officeDocument/2006/relationships/slide" Target="/ppt/slides/slide2.xml" Id="R8cdd8686ea334103" /><Relationship Type="http://schemas.openxmlformats.org/officeDocument/2006/relationships/slide" Target="/ppt/slides/slide3.xml" Id="Rbd4bdfc7b8444057" /><Relationship Type="http://schemas.openxmlformats.org/officeDocument/2006/relationships/slide" Target="/ppt/slides/slide4.xml" Id="R9dfca7bde9b64adb" /><Relationship Type="http://schemas.openxmlformats.org/officeDocument/2006/relationships/slide" Target="/ppt/slides/slide5.xml" Id="Re98fc29a0cd4457c" /><Relationship Type="http://schemas.openxmlformats.org/officeDocument/2006/relationships/slide" Target="/ppt/slides/slide6.xml" Id="R09efbc528c91453f" /><Relationship Type="http://schemas.openxmlformats.org/officeDocument/2006/relationships/slide" Target="/ppt/slides/slide7.xml" Id="R2380c1957a854b4e" /><Relationship Type="http://schemas.openxmlformats.org/officeDocument/2006/relationships/slide" Target="/ppt/slides/slide8.xml" Id="Rddf650a5166745cc" /><Relationship Type="http://schemas.openxmlformats.org/officeDocument/2006/relationships/slide" Target="/ppt/slides/slide9.xml" Id="R7f8c765a43824af1" /><Relationship Type="http://schemas.openxmlformats.org/officeDocument/2006/relationships/slide" Target="/ppt/slides/slide10.xml" Id="R87250ebb29cc4462" /><Relationship Type="http://schemas.openxmlformats.org/officeDocument/2006/relationships/slide" Target="/ppt/slides/slide11.xml" Id="Rdaad2013bd2e476d" /><Relationship Type="http://schemas.openxmlformats.org/officeDocument/2006/relationships/slide" Target="/ppt/slides/slide12.xml" Id="R0ae2be033973463b" /><Relationship Type="http://schemas.openxmlformats.org/officeDocument/2006/relationships/slide" Target="/ppt/slides/slide13.xml" Id="Rd87f1b0cc58b4538" /><Relationship Type="http://schemas.openxmlformats.org/officeDocument/2006/relationships/slide" Target="/ppt/slides/slide14.xml" Id="Rd7f497b5a43f4ebe" /><Relationship Type="http://schemas.openxmlformats.org/officeDocument/2006/relationships/slide" Target="/ppt/slides/slide15.xml" Id="R0291bf0c5bf748bf" /><Relationship Type="http://schemas.openxmlformats.org/officeDocument/2006/relationships/slide" Target="/ppt/slides/slide16.xml" Id="Rd0acaade97cf4042" /><Relationship Type="http://schemas.openxmlformats.org/officeDocument/2006/relationships/slide" Target="/ppt/slides/slide17.xml" Id="R9f5ff193a1814f2e" /><Relationship Type="http://schemas.openxmlformats.org/officeDocument/2006/relationships/slide" Target="/ppt/slides/slide18.xml" Id="R6564aa95f44d438d" /><Relationship Type="http://schemas.openxmlformats.org/officeDocument/2006/relationships/slide" Target="/ppt/slides/slide19.xml" Id="Rb5a1d4c07b404f44" /><Relationship Type="http://schemas.openxmlformats.org/officeDocument/2006/relationships/slide" Target="/ppt/slides/slide20.xml" Id="R46be023ee88f4b3e" /><Relationship Type="http://schemas.openxmlformats.org/officeDocument/2006/relationships/slide" Target="/ppt/slides/slide21.xml" Id="Rd431cf6ed4d74289" /><Relationship Type="http://schemas.openxmlformats.org/officeDocument/2006/relationships/slide" Target="/ppt/slides/slide22.xml" Id="R8d615d29132d431e" /><Relationship Type="http://schemas.openxmlformats.org/officeDocument/2006/relationships/slide" Target="/ppt/slides/slide23.xml" Id="Rb78d6039f47a4953" /><Relationship Type="http://schemas.openxmlformats.org/officeDocument/2006/relationships/slide" Target="/ppt/slides/slide24.xml" Id="Rd02ca98457294c19" /><Relationship Type="http://schemas.openxmlformats.org/officeDocument/2006/relationships/slide" Target="/ppt/slides/slide25.xml" Id="Raf6c356107a840f4" /><Relationship Type="http://schemas.openxmlformats.org/officeDocument/2006/relationships/slide" Target="/ppt/slides/slide26.xml" Id="Rd2016a5982f4404f" /><Relationship Type="http://schemas.openxmlformats.org/officeDocument/2006/relationships/slide" Target="/ppt/slides/slide27.xml" Id="R6b521c4d2c1a43a3" /><Relationship Type="http://schemas.openxmlformats.org/officeDocument/2006/relationships/slide" Target="/ppt/slides/slide28.xml" Id="R864797a447684fdb" /><Relationship Type="http://schemas.openxmlformats.org/officeDocument/2006/relationships/slide" Target="/ppt/slides/slide29.xml" Id="Rd0bb45cb067e44ab" /><Relationship Type="http://schemas.openxmlformats.org/officeDocument/2006/relationships/slide" Target="/ppt/slides/slide30.xml" Id="R1bd5ca26e3b94a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2e27ccf45842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7ded941e574ac4" /><Relationship Type="http://schemas.openxmlformats.org/officeDocument/2006/relationships/notesMaster" Target="/ppt/notesMasters/notesMaster1.xml" Id="R2cee700959d34c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21ab0cd9984665" /><Relationship Type="http://schemas.openxmlformats.org/officeDocument/2006/relationships/notesMaster" Target="/ppt/notesMasters/notesMaster1.xml" Id="R875d0a48460c45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d6e1a1e5a041bb" /><Relationship Type="http://schemas.openxmlformats.org/officeDocument/2006/relationships/notesMaster" Target="/ppt/notesMasters/notesMaster1.xml" Id="R780791ea690e44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a96153765b480e" /><Relationship Type="http://schemas.openxmlformats.org/officeDocument/2006/relationships/notesMaster" Target="/ppt/notesMasters/notesMaster1.xml" Id="R9e77d8a4c6984a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9979b505c44ead" /><Relationship Type="http://schemas.openxmlformats.org/officeDocument/2006/relationships/notesMaster" Target="/ppt/notesMasters/notesMaster1.xml" Id="R1681f2947a564b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4cb4c225ba4f28" /><Relationship Type="http://schemas.openxmlformats.org/officeDocument/2006/relationships/notesMaster" Target="/ppt/notesMasters/notesMaster1.xml" Id="R997310c01aeb40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f4d03e53e4a421c" /><Relationship Type="http://schemas.openxmlformats.org/officeDocument/2006/relationships/notesMaster" Target="/ppt/notesMasters/notesMaster1.xml" Id="Rc8fdd49a0d7a4f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5c0c4263a54dbb" /><Relationship Type="http://schemas.openxmlformats.org/officeDocument/2006/relationships/notesMaster" Target="/ppt/notesMasters/notesMaster1.xml" Id="R6b1964bae38e46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7bedfe4dfd4d51" /><Relationship Type="http://schemas.openxmlformats.org/officeDocument/2006/relationships/notesMaster" Target="/ppt/notesMasters/notesMaster1.xml" Id="Rd47ab3e1759542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27224a2a954570" /><Relationship Type="http://schemas.openxmlformats.org/officeDocument/2006/relationships/notesMaster" Target="/ppt/notesMasters/notesMaster1.xml" Id="R0c1bc6a927f441c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cca6c945354afc" /><Relationship Type="http://schemas.openxmlformats.org/officeDocument/2006/relationships/notesMaster" Target="/ppt/notesMasters/notesMaster1.xml" Id="Rc73296fb215843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cda543fdc14b87" /><Relationship Type="http://schemas.openxmlformats.org/officeDocument/2006/relationships/notesMaster" Target="/ppt/notesMasters/notesMaster1.xml" Id="Rd49d24d6035c45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164c2cb2e54114" /><Relationship Type="http://schemas.openxmlformats.org/officeDocument/2006/relationships/notesMaster" Target="/ppt/notesMasters/notesMaster1.xml" Id="Re2f53709060b494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acff913df1546d2" /><Relationship Type="http://schemas.openxmlformats.org/officeDocument/2006/relationships/notesMaster" Target="/ppt/notesMasters/notesMaster1.xml" Id="R84cbf1ce1b69464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4965432bd894edb" /><Relationship Type="http://schemas.openxmlformats.org/officeDocument/2006/relationships/notesMaster" Target="/ppt/notesMasters/notesMaster1.xml" Id="R36bb65de026c4c2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b8a1f8ee86f49f5" /><Relationship Type="http://schemas.openxmlformats.org/officeDocument/2006/relationships/notesMaster" Target="/ppt/notesMasters/notesMaster1.xml" Id="R866472a10f4c4a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3b852b158a84f53" /><Relationship Type="http://schemas.openxmlformats.org/officeDocument/2006/relationships/notesMaster" Target="/ppt/notesMasters/notesMaster1.xml" Id="R96907bfea1a1403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e42f974f0b14879" /><Relationship Type="http://schemas.openxmlformats.org/officeDocument/2006/relationships/notesMaster" Target="/ppt/notesMasters/notesMaster1.xml" Id="R0b9402830b3b40a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b51736ac48647fd" /><Relationship Type="http://schemas.openxmlformats.org/officeDocument/2006/relationships/notesMaster" Target="/ppt/notesMasters/notesMaster1.xml" Id="R64f4771c266d4de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fc3d76831d540fe" /><Relationship Type="http://schemas.openxmlformats.org/officeDocument/2006/relationships/notesMaster" Target="/ppt/notesMasters/notesMaster1.xml" Id="R11c2edaa690344c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3d43916dbd04ff8" /><Relationship Type="http://schemas.openxmlformats.org/officeDocument/2006/relationships/notesMaster" Target="/ppt/notesMasters/notesMaster1.xml" Id="Rf6ad6767bec1458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afcbd6288c04438" /><Relationship Type="http://schemas.openxmlformats.org/officeDocument/2006/relationships/notesMaster" Target="/ppt/notesMasters/notesMaster1.xml" Id="R2fc146b8c6be4e1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4e38246e64d42d9" /><Relationship Type="http://schemas.openxmlformats.org/officeDocument/2006/relationships/notesMaster" Target="/ppt/notesMasters/notesMaster1.xml" Id="Rca64727feaa94f3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81b015bfa7a4ab3" /><Relationship Type="http://schemas.openxmlformats.org/officeDocument/2006/relationships/notesMaster" Target="/ppt/notesMasters/notesMaster1.xml" Id="R8a30cf240d4e49d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ac794c3fc784a22" /><Relationship Type="http://schemas.openxmlformats.org/officeDocument/2006/relationships/notesMaster" Target="/ppt/notesMasters/notesMaster1.xml" Id="Re015fd1cb80e41c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4e71144ddf641e5" /><Relationship Type="http://schemas.openxmlformats.org/officeDocument/2006/relationships/notesMaster" Target="/ppt/notesMasters/notesMaster1.xml" Id="R8fa6957e03424bf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791657423db4bf1" /><Relationship Type="http://schemas.openxmlformats.org/officeDocument/2006/relationships/notesMaster" Target="/ppt/notesMasters/notesMaster1.xml" Id="Rb080e8c20bff4c8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23419fe5efa4bc1" /><Relationship Type="http://schemas.openxmlformats.org/officeDocument/2006/relationships/notesMaster" Target="/ppt/notesMasters/notesMaster1.xml" Id="R4e4fcef5f161437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bb1df5384994989" /><Relationship Type="http://schemas.openxmlformats.org/officeDocument/2006/relationships/notesMaster" Target="/ppt/notesMasters/notesMaster1.xml" Id="R2d94918ee401420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f5575d187b44de1" /><Relationship Type="http://schemas.openxmlformats.org/officeDocument/2006/relationships/notesMaster" Target="/ppt/notesMasters/notesMaster1.xml" Id="R18cbc642f0ba43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dce6ada50b4c7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0b9aa9bf284a8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c3b5129d6b4d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ac97f9e94b42b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c239a878d7474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c2af34eadd430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5fe1aef69b450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8456472a22408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15727881514f2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7231059094410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9b142f4b954e8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3735EB-746B-4C68-85C0-C9C584C753B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9A2C953-B705-4B3E-8B06-38520AE6D2E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DAAF61-718F-4E4B-9782-7DE49C4413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20D8B82-CA78-4331-86DB-765FF8A588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16205D-88DF-497A-B471-B34E8500F3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AD08BA1-50DA-499D-8079-B1CCD97AC7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2FFBCFB-0470-4A6E-B00D-94F6AA271D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329996-702E-4FFF-A79B-D179E97A9F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645E14D-F1EF-4B62-9945-8D05C5CDFB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E4D8D7-510F-42EA-A5A9-C5F9AEC557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663FD7-07A3-4AFB-BEA4-833A886921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BF151B-40E4-444C-97DA-509F1623FB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FB714A0-B279-44F5-A38D-F1F292772E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78F71C-6EBF-431F-9948-6653A4FD72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D2ED96-6D4E-4D55-BAA1-8E92CA4787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B209B5-CD5B-4DFE-9583-D1604C5B1A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AA895D-1E2A-4D77-9F3E-65D30392A90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A1DF213-B8C9-4D6E-B1E7-35942F3CAC1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5429068-EDBF-45A1-AF5D-E8071AFC70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A83A1EF-25C2-4884-8FE9-682669C62C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D891F80-2EDA-4A98-A490-51C31FD224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A0E9607-A5D4-498B-8910-74C18991F0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441C52F-C96A-4A45-8467-61F3E5BA51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D947AB7-F4EC-4AB9-A8DD-15D34A5BFD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D0FE8AD-2C12-4DC9-A73E-F3B97004A92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BC62794-F415-4343-B239-DD762E6611D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E92EE15-F47B-4D07-9574-E31C5C7EF9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48DBBF5-7259-4C92-858B-FCB0073149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BB2223-99C0-4222-9B50-8334C52120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9DDD48-DED3-465E-8AB1-E072CE531F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3491764-0BC4-483D-809D-CBAD0DB542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A7F2C13-2609-4D5D-B285-3DBE29A013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5DCE662-09FF-4DAE-9F43-E1FB228758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1A94698-17B5-4A30-B82B-B84CB539E18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0AC8077-4C60-4AFB-A0F6-643AC791F5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0A796B-EFF2-4928-80DC-77F852577E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BE994-EE10-49F0-AC43-3D88AECB0B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EACB8B2-DA0A-4C24-A84B-1478006B216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B172D62-2396-46A4-86C4-C207796BB4E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0A013F0-DE83-4EF9-A637-3B64C722E4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7FF579-0953-4107-8B44-F69513E01A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4D1BAB0-CC06-4264-8ED2-96FCC176109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30FC71-3796-4EE2-81ED-BFB57CC120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48218A65-AB0D-4BDD-9BE5-4AE73A9F63D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E9E5046-C68A-48FD-A0AD-3339924A79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F90ECC2-1E60-4194-8516-F6324C86C9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CE6BC4D-4EB6-4222-A6F7-F70C6E975B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15DC537-4321-46DF-B3E0-6DD45E23A8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543191-A938-462E-93EB-8C1A062D0A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9C8FBBA-EA4C-421A-BC73-88B709977F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E478A9-039E-4B24-B86D-D9CDE71EB2D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613283-A39B-426A-A420-21490AEBED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DE4B4E-8C53-4265-8CA0-472020C80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4ADD386-7602-49BA-B28B-0F72F31151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FB12611-9FC2-4492-92B7-13E43283D1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33329A-62CB-4671-9364-4660026012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F8985B1-5D2D-449A-BE4C-5A80A51EA1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192746-861D-4440-B62B-023491FD72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f4fc4e48f64baa" /><Relationship Type="http://schemas.openxmlformats.org/officeDocument/2006/relationships/slideLayout" Target="/ppt/slideLayouts/slideLayout1.xml" Id="R17ad1cbb81424fe8" /><Relationship Type="http://schemas.openxmlformats.org/officeDocument/2006/relationships/slideLayout" Target="/ppt/slideLayouts/slideLayout2.xml" Id="Re924789d07924db6" /><Relationship Type="http://schemas.openxmlformats.org/officeDocument/2006/relationships/slideLayout" Target="/ppt/slideLayouts/slideLayout3.xml" Id="R66e360aa5be44571" /><Relationship Type="http://schemas.openxmlformats.org/officeDocument/2006/relationships/slideLayout" Target="/ppt/slideLayouts/slideLayout4.xml" Id="Reabdfc5fa717410a" /><Relationship Type="http://schemas.openxmlformats.org/officeDocument/2006/relationships/slideLayout" Target="/ppt/slideLayouts/slideLayout5.xml" Id="Rcc0b2919dd244f33" /><Relationship Type="http://schemas.openxmlformats.org/officeDocument/2006/relationships/slideLayout" Target="/ppt/slideLayouts/slideLayout6.xml" Id="R36f81dfde74c4c3d" /><Relationship Type="http://schemas.openxmlformats.org/officeDocument/2006/relationships/slideLayout" Target="/ppt/slideLayouts/slideLayout7.xml" Id="R11ebaf6dd901459f" /><Relationship Type="http://schemas.openxmlformats.org/officeDocument/2006/relationships/slideLayout" Target="/ppt/slideLayouts/slideLayout8.xml" Id="R73bb7665652842ef" /><Relationship Type="http://schemas.openxmlformats.org/officeDocument/2006/relationships/slideLayout" Target="/ppt/slideLayouts/slideLayout9.xml" Id="R0e487d3a018c4db7" /><Relationship Type="http://schemas.openxmlformats.org/officeDocument/2006/relationships/slideLayout" Target="/ppt/slideLayouts/slideLayout10.xml" Id="R168b0b68b4ce4bb1" /><Relationship Type="http://schemas.openxmlformats.org/officeDocument/2006/relationships/slideLayout" Target="/ppt/slideLayouts/slideLayout11.xml" Id="Rd674687fcca8474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AA7D070-B0B0-44A4-9C7F-1B932FE9D1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57E15E-5B52-491E-830F-6517A3880C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FC65436-960B-4309-B4A3-1B15064059B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0B70A38-4F0F-40AC-A4EF-3F25D56EA3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0D2142-8FD6-40BE-8CC1-A50632C86AA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ad1cbb81424fe8"/>
    <p:sldLayoutId xmlns:r="http://schemas.openxmlformats.org/officeDocument/2006/relationships" id="2147483650" r:id="Re924789d07924db6"/>
    <p:sldLayoutId xmlns:r="http://schemas.openxmlformats.org/officeDocument/2006/relationships" id="2147483651" r:id="R66e360aa5be44571"/>
    <p:sldLayoutId xmlns:r="http://schemas.openxmlformats.org/officeDocument/2006/relationships" id="2147483652" r:id="Reabdfc5fa717410a"/>
    <p:sldLayoutId xmlns:r="http://schemas.openxmlformats.org/officeDocument/2006/relationships" id="2147483653" r:id="Rcc0b2919dd244f33"/>
    <p:sldLayoutId xmlns:r="http://schemas.openxmlformats.org/officeDocument/2006/relationships" id="2147483654" r:id="R36f81dfde74c4c3d"/>
    <p:sldLayoutId xmlns:r="http://schemas.openxmlformats.org/officeDocument/2006/relationships" id="2147483655" r:id="R11ebaf6dd901459f"/>
    <p:sldLayoutId xmlns:r="http://schemas.openxmlformats.org/officeDocument/2006/relationships" id="2147483656" r:id="R73bb7665652842ef"/>
    <p:sldLayoutId xmlns:r="http://schemas.openxmlformats.org/officeDocument/2006/relationships" id="2147483657" r:id="R0e487d3a018c4db7"/>
    <p:sldLayoutId xmlns:r="http://schemas.openxmlformats.org/officeDocument/2006/relationships" id="2147483658" r:id="R168b0b68b4ce4bb1"/>
    <p:sldLayoutId xmlns:r="http://schemas.openxmlformats.org/officeDocument/2006/relationships" id="2147483659" r:id="Rd674687fcca84749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fe228338ba4c92" /><Relationship Type="http://schemas.openxmlformats.org/officeDocument/2006/relationships/notesSlide" Target="/ppt/notesSlides/notesSlide1.xml" Id="R2ce2c3c934ad4b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02fdfcd6f14051" /><Relationship Type="http://schemas.openxmlformats.org/officeDocument/2006/relationships/notesSlide" Target="/ppt/notesSlides/notesSlide2.xml" Id="R5dd9bc2459f942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60d5169b974003" /><Relationship Type="http://schemas.openxmlformats.org/officeDocument/2006/relationships/notesSlide" Target="/ppt/notesSlides/notesSlide3.xml" Id="R1fb8c74aa3184c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9b2ac1559f466b" /><Relationship Type="http://schemas.openxmlformats.org/officeDocument/2006/relationships/notesSlide" Target="/ppt/notesSlides/notesSlide4.xml" Id="R5d19c35afe4e40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82529713ad453e" /><Relationship Type="http://schemas.openxmlformats.org/officeDocument/2006/relationships/notesSlide" Target="/ppt/notesSlides/notesSlide5.xml" Id="R95166e7ddc0c41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93c26bbcfe41e3" /><Relationship Type="http://schemas.openxmlformats.org/officeDocument/2006/relationships/notesSlide" Target="/ppt/notesSlides/notesSlide6.xml" Id="Re3fae04900724c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940f19368341c2" /><Relationship Type="http://schemas.openxmlformats.org/officeDocument/2006/relationships/notesSlide" Target="/ppt/notesSlides/notesSlide7.xml" Id="R3001826bc7044f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1413b0ef2f4be2" /><Relationship Type="http://schemas.openxmlformats.org/officeDocument/2006/relationships/notesSlide" Target="/ppt/notesSlides/notesSlide8.xml" Id="R1deb82aaef1440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0dc4cae2fa4d06" /><Relationship Type="http://schemas.openxmlformats.org/officeDocument/2006/relationships/notesSlide" Target="/ppt/notesSlides/notesSlide9.xml" Id="R7bad6bcafefe40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f1fc45f4c04a4b" /><Relationship Type="http://schemas.openxmlformats.org/officeDocument/2006/relationships/notesSlide" Target="/ppt/notesSlides/notesSlide10.xml" Id="R3d17729d78784b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c7298079154e09" /><Relationship Type="http://schemas.openxmlformats.org/officeDocument/2006/relationships/notesSlide" Target="/ppt/notesSlides/notesSlide11.xml" Id="Ra3f77ba3a10543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768a089bce430c" /><Relationship Type="http://schemas.openxmlformats.org/officeDocument/2006/relationships/notesSlide" Target="/ppt/notesSlides/notesSlide12.xml" Id="R8f94be45e9004fb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560e6a950744f5" /><Relationship Type="http://schemas.openxmlformats.org/officeDocument/2006/relationships/notesSlide" Target="/ppt/notesSlides/notesSlide13.xml" Id="Rcfa0ad30c1a6499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f3a96fd4464aa0" /><Relationship Type="http://schemas.openxmlformats.org/officeDocument/2006/relationships/notesSlide" Target="/ppt/notesSlides/notesSlide14.xml" Id="R3f93a3e08b7b449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70e72312b24d35" /><Relationship Type="http://schemas.openxmlformats.org/officeDocument/2006/relationships/notesSlide" Target="/ppt/notesSlides/notesSlide15.xml" Id="R141b3c13b6b34d7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63d298c5b04787" /><Relationship Type="http://schemas.openxmlformats.org/officeDocument/2006/relationships/notesSlide" Target="/ppt/notesSlides/notesSlide16.xml" Id="Ree68bdf3130145f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dbc33ad0644a29" /><Relationship Type="http://schemas.openxmlformats.org/officeDocument/2006/relationships/notesSlide" Target="/ppt/notesSlides/notesSlide17.xml" Id="Rd908c699d48745b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5014bdc9ad4544" /><Relationship Type="http://schemas.openxmlformats.org/officeDocument/2006/relationships/notesSlide" Target="/ppt/notesSlides/notesSlide18.xml" Id="R5c0ada20f38d41d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e5fd2ca48d46b2" /><Relationship Type="http://schemas.openxmlformats.org/officeDocument/2006/relationships/notesSlide" Target="/ppt/notesSlides/notesSlide19.xml" Id="R54d584372f0a411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94c7ba5ded4987" /><Relationship Type="http://schemas.openxmlformats.org/officeDocument/2006/relationships/notesSlide" Target="/ppt/notesSlides/notesSlide20.xml" Id="R572c45ce1cca480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474e58adf274ae5" /><Relationship Type="http://schemas.openxmlformats.org/officeDocument/2006/relationships/notesSlide" Target="/ppt/notesSlides/notesSlide21.xml" Id="R4a3c5d1c7bec43e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37cce86717451a" /><Relationship Type="http://schemas.openxmlformats.org/officeDocument/2006/relationships/notesSlide" Target="/ppt/notesSlides/notesSlide22.xml" Id="R0f9072dfeee94f1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533418d92841eb" /><Relationship Type="http://schemas.openxmlformats.org/officeDocument/2006/relationships/notesSlide" Target="/ppt/notesSlides/notesSlide23.xml" Id="R65a020a64a2d41d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dd3801dbfc4d1b" /><Relationship Type="http://schemas.openxmlformats.org/officeDocument/2006/relationships/notesSlide" Target="/ppt/notesSlides/notesSlide24.xml" Id="Re8a49ee1a2bf4f1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6debaa15e642cb" /><Relationship Type="http://schemas.openxmlformats.org/officeDocument/2006/relationships/notesSlide" Target="/ppt/notesSlides/notesSlide25.xml" Id="Rab6027b6b8ed4e4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4cf80a5e9b453d" /><Relationship Type="http://schemas.openxmlformats.org/officeDocument/2006/relationships/notesSlide" Target="/ppt/notesSlides/notesSlide26.xml" Id="R1cb21c3f212345b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d905584460544c1" /><Relationship Type="http://schemas.openxmlformats.org/officeDocument/2006/relationships/notesSlide" Target="/ppt/notesSlides/notesSlide27.xml" Id="R2aad9bb849a341b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666aa945b64cb2" /><Relationship Type="http://schemas.openxmlformats.org/officeDocument/2006/relationships/notesSlide" Target="/ppt/notesSlides/notesSlide28.xml" Id="R5001ab84fe004dd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6ff3c9c37b4f8c" /><Relationship Type="http://schemas.openxmlformats.org/officeDocument/2006/relationships/notesSlide" Target="/ppt/notesSlides/notesSlide29.xml" Id="Rca0ebe79024e450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e458ec3a0b4979" /><Relationship Type="http://schemas.openxmlformats.org/officeDocument/2006/relationships/notesSlide" Target="/ppt/notesSlides/notesSlide30.xml" Id="Radf91b1f3d6e44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65B9334-A38F-4CAA-90FB-CE888398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C8D0A31-3A7C-440F-85AF-C73DB433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7A91752-4907-47F3-8590-58AF1C7D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8CD8E1-9E6E-46D4-A1FA-83FF0A23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33791A1-4858-47CA-AEB5-F22AFB83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03A19B9-80C3-4187-99AC-16772F27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B1C72D6-4492-4453-951C-306687D1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9FCDE83-E88A-4459-93D9-C186ADFE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EF69C-D26B-4101-A2F8-1EE1BD81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401BB98-B799-40D7-B0E6-1EF019E9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828EC4-0796-4298-93B3-7898A648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213287815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9B2EA0B-83DE-4CE3-A8FA-49B9BA3F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268E5D-4D96-477B-A5E1-D56130E8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53B1DEB-7657-44E4-943D-4576B887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649E109-CC24-490C-B802-66EF4DAC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385259-D384-48B5-AFD7-F32A8D74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373B7B-CCD3-4DF6-9584-BE5248C3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E1770F5-0179-4BF2-A335-91EBC48A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2C21486-510C-47FE-A4DB-21503181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Markkina-aineistossa on 34 markkinamittaria 7 maasta sekä 36 Ruotsin FHM-rekisterirakenteen lukua vuosilta 2018–2026; luvut eivät ole myyntiä tai markkina-arvoa. Luovuttajaportti on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23687BB-490D-4CCC-A06C-ABCA4276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45DEED6-E76B-4971-8E6F-DEF049B3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F92E6DB-5A51-47D4-B339-712644F6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893475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E4DC3DC-9FF8-4E19-9389-ECA9CA10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F3AFE26-C861-4A5C-9E97-9C6795B8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87F0DF-5D42-4D54-97FC-4713D3B8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E25D605-F209-442A-AF83-FC64F733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54ABC09-CF5F-47EC-9A50-EDE8A733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40EB3AD-2559-45BC-9E78-756FE6BB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875C9D-C73B-4BB1-816F-F9D720E1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2133188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6925B1A-DE57-42E2-AA13-2F8A2FE0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0A0C050-E88E-437A-9DEC-4657BF8B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DE54577-A569-4207-A8B5-A8231291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DD91547-864D-4B8B-BF3E-FCAF0B61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19E786C-4D3B-47FE-98F9-9F21CBC6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9E5DB2-81F7-4C8C-98A4-C395EC91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605ADF3-2F7E-45B1-AC0D-A2C502A8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05762E1-3E99-4659-87A2-C243C0E7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D8D3439-07D9-440D-AE17-2F9E8580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2B67699-0062-46C5-A04C-659AC168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C85E4EF-4F9C-45F5-A9E8-730402D6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9348834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FBE31B4-A6EF-47DA-B286-E00CA74A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CD6D374-94C2-40D1-A979-37EFD879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32F7E0-BA5F-4613-88FD-4D36F6C7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1265D55-910C-42F6-9DDD-C501179F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D8A5C34-A675-4181-A441-486CFE1D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8E0A032-BC22-4E07-8556-F164D492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85E0961-3694-469A-AC77-B7B33260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6CFADC-8EB6-4781-94A6-0DFB3053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5B0F30A-DE43-4282-909A-61D685C0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4881E4-6775-4FD0-A71B-CB5BA89A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40B3456-4ABE-47D4-A73E-9DCBA489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72570345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74AE83-24D7-4A56-AD20-DBF06F0C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0A7A119-56A1-48EA-9E69-F7CD627D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6C002F-88B7-4C8F-9A07-41C1D02B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0CA51E2-BBF6-4882-9521-7111F40D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025A065-60F5-4B4B-9336-F768FD01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084B5D3-164A-40FF-B27D-675CF2E8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9B99637-DA8C-4C8F-882A-9618B114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05248851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14794A-9F2D-4E05-906C-395936BA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81001E-DD14-4B6A-904E-0555593F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E90D96-F05E-46F9-8DB6-E9043BE2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A38F543-C4C6-412A-AC22-D508C331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EBA50EF-67B1-45AE-9C3F-688BEEEB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9948173-291E-49F9-AD77-DFBBA394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5A4475B-1688-424B-8880-D27224ED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342A0B2-8691-4085-9D9E-B9D5069C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136936C-C726-4184-AD2C-756A6197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B5F46CB-AF7A-42DD-85BD-D696FB41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4DE844-7D81-4BD4-AA8B-8AA62271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B45CEB9-379F-4386-88E4-3A5046E7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D55CA1F-8589-4E70-9DEE-9AE384AB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CC304F3-5116-4444-9752-67A6B25C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5C3E461-84D7-4DF0-B94A-49956D86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C7848E1-1135-49C2-A545-E7B6F7D3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BC98869-DB85-4181-BC61-F99DEBEF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DFD22F-6DBD-4675-A5BB-7D71E205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64CEC11-EA1B-497E-AE84-3E0985C8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41147113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AC47CAB-C7AE-48AE-883C-9EE8580B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E2E39C-71B6-405E-8342-42023F80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5BE32D-8BE4-47D3-A55D-1CC564C4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2BDF0F-52D7-457F-A918-4AFC147B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1DB88DA-0A85-4745-996C-45CCE3BA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AFB4462-4294-4739-9993-63B7C81B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7D23874-BC1F-4903-94DC-B5D6DE0A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67F6C28-F7EB-4F2A-A8EC-DF73356E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7FBBECE-99A0-46D1-BFA5-7DFB754B3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1875A40-B8DA-4A18-AC72-8580EBCB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85F844C-B054-40F9-8E5B-C1558F1E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86D80D0-3226-4BC7-BE07-7311DE45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DA5711A-F5B1-4C9A-BBDA-24AFD862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481285E-A0CC-4F00-B3BE-3FE1752E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66B2FEA-5620-4B17-9196-2E777F43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BF45081-4625-4293-95B5-0A751F14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6E5C487-0997-4143-B4EE-B3BC4B35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C7D68D5-C857-4F08-93DF-6C4476572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EC53FD9-3F3D-4508-A6A5-754DAD5F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645D7DDB-A1FF-4D1A-B47D-2467A977C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E4A563A-6A28-4175-8227-50ACBDCF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5A99056-D111-40E1-BDFE-CCE2C847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209339717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53D1E28-7C45-4879-B750-A6077EC5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E5714EE-3451-4D9D-B919-113CBD8D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101CA94-B559-4391-8EAE-81E98C7B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CDE4EE-6309-40A9-B14B-44417D56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5AB4599-5A31-4548-83FC-E938715B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617D27-9D30-4AFA-9E1D-FE02C108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DF2C82D-CB10-418A-95E2-60DC5999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160974834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408A885-7FAA-44AE-B822-8800B0E3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806FB4B-5B83-4EC3-B70B-3A474E75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6445A34-F947-4BB6-A47D-B30E4516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9D5CE0E-D598-4671-B21B-02D33341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BC27B2-4DAA-4D0D-B2CC-400C77BF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4A6476-7BDD-4981-A14F-4BE8E2DF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984362F-FAF0-47B8-9CC4-5EAE0C38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B2401E7-3D07-43AB-BFD5-C095BC8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F35EB86-874A-4B0A-A260-9904F813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ED96A89-5437-4B48-8A25-B3E942AA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7F6DE80-B393-4BC6-ACBE-D927C5C7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66265255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05897F-8167-47C5-B4C5-B3FEA731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545B9C-7ED2-4B28-A35B-85E48BB3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EDC7AC-5394-4D31-893D-A910AA7C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149AEF6-3654-4993-828B-0EE44A1C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74E3BCE-2AFA-44CD-874C-FEFD8394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BC7305-9222-413D-969F-ECC1A437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ECCEE0E-D65B-46C1-9B86-4E5E22ED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82015956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E0095CC-0877-4D1E-81F8-B32DCB63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2F3274-78EA-49F3-B46D-420FBE21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 kattaa 195 maata; ei markkina-arvoa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C73259F-01F3-499C-9659-17D93FA9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AB1F577-EB00-4F26-AFFB-0630DCD3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7FD657-1B8A-4731-A895-C3C69599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ABDF41C-D21A-435C-9819-6147CE6B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0563CAF-948A-432F-B427-940309D5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D6D840F-F52B-498A-AD22-8CE87EC0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BB41E66-A948-4D01-97C0-D166808D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00280DC-56BD-42D4-A10D-273B62B8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D777631-04FF-44FA-B64D-6FD449FF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20285AB-E2C2-4775-BC2D-D8E4E106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632F07B-9156-4B85-BA83-FB723B11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6AF4E5D-AFBF-41D2-AB7D-423121A2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F0A786C-B175-4C84-B03F-FA4C765B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4986ABE-4FF8-4BF1-BEAF-F57B1B2D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664AE34-9B57-42DB-BC03-0385055C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C0B47BD-DCFA-41C3-92F9-5755BCE2A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3D40B7B-BE38-4F75-A8A0-130286CA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B7D80A8D-E837-4B2E-B211-357FC6BD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C4A94CA-7CA0-4D71-9E19-B838287C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890445E-90D1-48C7-9B2F-E944CC46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40111692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EE7DA5-F9A0-46F8-B56A-647B4DFA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522FFEE-1065-4B37-89E0-C552525F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34 markkinamittaria + 36 Ruotsin FHM-rekisterilukua (ei myyntiä)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08710E9-A020-4DF4-9D79-5DAE969D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ECFB35F-2678-4428-BE3E-174978CF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59CA3A-E98E-4D8F-85E9-660647AF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Statistics Canada; Health Canada; New Zealand Ministry of Health; Destatis; Vero;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55CD69-5569-425E-816B-140FDFF0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 mrd CAD (≈822,6 milj. EUR; ECB 2024); kaikki neljännekset E-laatua. Health Canada -toimitukset: 1,161 mrd CAD (≈783,2 milj. EUR; ECB 2024), 5,03 % alemmat; silta avoin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raakareitti 280,685 milj. NZD; tunnistetun vaping-vähittäismyynnin tuettu herkkyys 533,7–731,2 milj. NZD (≈298,5–408,9 milj. EUR; ECB 2024), ei havaittu markkina-arvo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86979C6-6AB4-4E01-832A-B7A6EB90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147510576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0D41974-7B9F-45C5-BE4C-8B87B828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7C20C7-9C33-498F-84C4-FD7104F6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Kanadalla on retail- ja toimitusankkurit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D125A33-D283-4466-87E2-6F969D55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4672913-9D0B-47DC-A46C-3ACB1F3B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CB10802-973C-4B33-80DD-A6AB7291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69A65D-CCD2-4011-BD97-2049B610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9439C54-AEBE-46D3-AFCA-7D63F0DC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FD85C09-DD36-44FD-B94C-3C02CD8D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067C6-6B83-4AFC-844E-CD6DDBD7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6D3E049-7028-4474-A6B2-4171272B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DD43425-6469-4DE2-9DBF-2E731528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1,161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3657A3F-B38D-4656-A4EC-E1318FB9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B8F3114-1A92-4C08-B85D-53627521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9A55EB8-CDA4-4BE4-AFED-D0311315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118,9 milj. yks.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A878806-DA47-416D-A8BF-937F3769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lisäksi 1,252 milj. litraa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9360792-D93E-47FF-80C4-FFE0B5AD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 milj. CAD (+5,03 %); laatu-, kanava-, scope- ja verokysymykset pitävät Kanadan donor-luvun ulkopuolella.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CCB6224-9D22-43DC-AF39-EDFB4FA7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7237F85-2AFE-47E9-B63C-096F7C9A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66B17E-0E6E-49C8-9645-50A5BEF1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Statistics Canadan retail-sarja ja Health Canadan toimitukset ovat eri tapahtumatasoja. Kaikki vuoden 2024 RCS-neljännekset ovat E-laatua; silta on avoin.</a:t>
            </a:r>
          </a:p>
        </p:txBody>
      </p:sp>
    </p:spTree>
    <p:extLst>
      <p:ext uri="{BB962C8B-B14F-4D97-AF65-F5344CB8AC3E}">
        <p14:creationId xmlns:p14="http://schemas.microsoft.com/office/powerpoint/2010/main" val="120204647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576E100-6DF6-424C-8A28-8CBD4E43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6797CBA-BD00-49AC-972F-0C115D12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93275DD-2320-46B2-B88B-7F7BF379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7E74ECC-DE39-4885-9669-2964EBFD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625FEBF-2924-40C4-BDCA-FDE56459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689CC12-7CB2-441C-953F-027C7B58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2FBC270-F984-47D1-B45B-45684A10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2124518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5427D8-BA0D-49F0-B58F-7BC4BAB6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F60C1D3-0187-47CB-B066-5F39079B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3C0A76F-61FF-4BCC-9F5E-A7BBFA36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11C22C2-ABE3-417A-B0F8-4594E989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5EC8F2B-6F46-46E8-B24D-C2778A8D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29504F-88FC-4DAB-871E-B83D6791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D702931-83F2-492D-8367-6A405A03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2DCB61E-ABD1-467E-861F-10430E9B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275D6CF-27D0-4538-9923-11F5659E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ECE53C6-0E89-45E3-8A5D-D27A7E06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7CA5C36-7439-4514-AC62-FC2BF27C8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9142330-1F0B-4F99-84D3-DB5C96462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155AE0F-B975-4BF9-9C1B-B1842C0D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2755945-CFFC-4012-9BB7-0E22497F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2C37370-1444-4B1C-9384-2EBFAF79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D943854-2CF5-407E-9EC2-1FBF3D06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371D399-7D80-46D2-8E0C-2B303A79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F304C3E-9AAF-430E-84E3-7279CE5B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1491FE3-52AD-47C6-866A-127C56CB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126695424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ABD5304-187E-4317-B9B2-BE8C43D1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18269A-3BD5-4A2D-B0F9-C8ECF226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450080A-7D4D-4E42-BF0F-9728AD2A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05DDEA-C2F5-43DC-84CF-CE20E047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B360197-FFAC-46EB-B51E-079E9B9B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B107A14-6309-4FBD-9209-E2DD2E75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98A8271-B6E1-45C6-9CC0-64301B32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A4732FA-3E49-4F66-8E83-2359FE880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7541248-4EA5-4E3F-AA18-A8077DEB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C358269-0A87-4D44-96D2-0CFDD911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A0AF0B2-F627-4778-81A2-273BFFB2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CC83FDC-0258-47A4-BCA0-EF4B7CE6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C037DDF-EAA7-43E7-9728-673ABADC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5027D89-97C3-4359-9A07-6E2A453D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6D14FF7-9517-449C-99A9-8CDF039A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FB791165-0661-41E5-9786-700C5649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DE822D4-A806-495A-970F-3187064B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2E5F04-A8CA-4350-BE37-B1C74083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9A12404-F31B-4642-941B-04499044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0B177C59-C5F4-41E7-8D37-09244A55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CC3AFA1-29F3-4EDA-8D52-41CC3A8B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AF3135E-E3C3-4EFA-AD7C-C8B30FDE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70630370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D3EE291-7F9A-421F-85D3-BDEE89F9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C082473-B0C3-4789-9814-F436F680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C0D17C5-C0F7-45D8-A04B-A1345E60C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ECE5115-EBE1-41F3-A1ED-72DBB893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6AD552-A2D6-401B-B46C-E2A33B50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Market-values modelReadiness,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FED8B42-3774-4629-AB89-F5184ABD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3F0F5F-0172-4768-AAF5-71CF32A2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Nykyinen hyväksytty donor-portti on 0/3; kaikki 5 ehdokasta jäivät ulkopuolelle.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758C20A-57DC-4434-97A7-85E7D74C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Jokaisen ehdokkaan on läpäistävä kaikki 10 ehtoa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533,7–731,2 milj. NZD (≈298,5–408,9 milj. EUR; ECB 2024) vähittäisherkkyys on tuettu malli; FTC:n 2,763 mrd USD (≈2,336 mrd EUR; ECB 2021) vuoden 2021 reitti on valmistajaraportointia. Kumpikaan ei ole täydellinen kuluttajavähittäisarvo tai hyväksytty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Alue- ja sääntelytyyppien peitto sekä suora validointi suurissa talouksissa vaaditaan vielä.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8A37B01-1221-470B-A566-983DFE77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AE0609E-7814-4E01-9079-B0E71891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9E55E7E-85EA-4DC2-B467-C10FA055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5158035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87B3DD2-5BC7-4F0E-A34B-A8215B9D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948514-F352-4D5F-9093-633CD4F47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EAEE3C6-2C79-48E5-B096-EAC1D16D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30F6FD1-FEE8-41FF-9966-067B0A51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0B1EFA-0193-4D2F-8AF3-BFA3B268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809AA62-2CE3-4ECF-931E-13402222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E210028-AD8C-4336-BEE7-8971EB8B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88463468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BB63842-1663-4DA0-AECC-5ED59CCB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8EE7C8A-543E-47B7-8C81-74F8D91F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1C8EBB9-0CE6-4CA6-A8C4-9A776FE0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7EF304-D8DA-40F4-A148-17407187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566831-33D4-4ABF-A668-93B0A307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1767991-5BB8-49A4-81DA-2F5C2AA1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4DD7541-C97E-4B82-86A5-5D3C4E48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2E8C5C8-02A3-4BD3-AC5C-25930DE0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FE60CAE-054F-4737-B01B-182C2862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8D8B68B-A22D-402F-AD81-0D147EF0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BFAE48C-019D-44BC-9C45-3DC696CC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64330269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3B9D7A8-1ADC-45DB-A7D4-A4EDEDC4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6392DA3-C2DC-4ED9-90F4-6E0853EA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4B86B34-622C-44EE-9DF3-E1983965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7217FEE-DDC6-403A-A138-EA979A10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D2963FE-773B-4481-9FE7-B967BF14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607633-200B-44E4-9E8F-A3CCACBD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03F401-204C-43DF-9FAC-AD1A3A84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65658788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6C7E887-0BE3-4940-99C9-87271208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FA13BEA-A001-4B2F-B0E4-3E61CB25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C4A6358-499C-4777-82FD-F10E24F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7D4CF94-A3AE-4D77-92AE-D636074F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40F396D-47CA-48EF-A880-51701AA5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8B54F97-D54A-45FC-AFFA-037F218D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43E8125-A017-4E18-8AD1-6D714E14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31BE31B-053A-4E37-B9B1-3DC01A7F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89F8357-8D4B-4599-83F4-64B76B3C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A23C93D-EBAB-4FB4-8253-31246832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145FAEF-63A9-4A2E-B1FF-93AAE3DB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DF934C7-4975-4894-AE22-01E3110A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A4F0A78-4EB8-476A-91CB-EE2F2012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08315C-1781-411F-A426-FA036C69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36F3FF6-8000-4C36-8A30-2FE8033E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3AC78A0-B093-40D9-9262-D5792C5D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59867BE-AD81-4643-83F7-65BE8512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DF4FB00-DB9E-4A71-945E-3D814396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CAF3FC1-246F-4D3D-AB31-30957F6F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D9657CB-444B-46F1-AD1A-69539E9C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6F4CFDB-A343-4A1C-A6DC-A0D8707F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4EAF969-0B0F-436E-A59D-B9225C0E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7C7DAD-B6EF-4296-806E-A4D01ECE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5462800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C437197-F98D-4023-9FA5-C2A88607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3E7DCFE-5BC4-4C42-A8CD-AEE7EAE3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BB174D2-0A58-49F6-9F6A-E62252A9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9DDD092-5EFB-4F3B-9006-6C74FAF0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E370982-7CF8-465C-9A45-2B2E5239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3A305AB-0DC6-403A-92D9-FEAB48C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1F595D0-5F61-475D-94D1-0CB4B547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5BFCF4-620E-4DD1-8CC0-AF91B1C6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2294AA-A3B9-4ED3-ABAA-69993EF0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1A04180-DE0E-4DC4-BD79-8BDEFB40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5CA8D466-F33C-4966-AD88-1B756CE3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32DABB3-C6CB-4A95-9988-AA535AC4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A50183A-3AF8-4A3D-BFAB-7939F924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FD4E813-79B4-497B-88F6-4B1C65BB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92C85A9A-AE1F-45EC-A20B-72B11943A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21DC731-AB1A-4B94-AD55-7124A8F7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D91453E-88C9-4A69-A0B6-167EB8E9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C29713F-16EB-47FC-B644-37C0DC1A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9F6E01DE-D434-4159-84A1-645B13116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4304870-EB21-4BB1-8EFE-927435F1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C1B548C-2B06-4DBC-B9A9-5D8D98F4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7856A61-0A39-4A3E-89F1-012172AF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6354672-44D3-44FB-850D-0CD13B38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50148242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9D3ED8-8B82-4D2E-A4AF-1B9816CF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B74B89-408F-4770-AEAD-E7B6AFA0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140F74-E93D-4266-AA77-25FDA38A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284EA3-5FD3-4F00-A687-99E4FC0F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EA26F2-418A-4A86-BB12-B2274EC8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7EA216-78D1-418D-A09E-A5AB3172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A3E8E83-9B43-4DA5-B5F4-7FBA1AF5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114487845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B669A2E-3CCC-4ABE-9EF6-58629B1A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A12558-75C9-4889-8213-EED050A6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8AAFC70-8BC4-46F3-A48D-0D498A8D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D133DB0-52EE-40D0-B556-24D387C1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511A81-2BE3-4A48-A7AE-AE1B8AE6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5667F0-F840-4171-BF67-6E6445C0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F35DA58-879E-4D0B-A975-43F87CCC6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1021309762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EE1841-FAF0-499B-9F07-865CF8BB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CDD2E9-656B-4626-9BFC-6446584A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AE97298-88F0-4647-9CEC-3A6AA097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1B9D211-65D2-4A25-9A2F-98082F7B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B4BBAE-51C7-47AD-BDA7-6B32AAFD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0C618CE-1D5B-4F82-8E35-7DB42C64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CF0789-2A6B-4C0D-9300-B007901C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42882835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67A5F81-20E5-4220-AEC9-EA09B427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0A8C7E1-4148-4CE6-BB63-895DAD64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F2FF429-3CC1-4275-B872-BD11BCB6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39ECEB4-A7A9-4A3C-89B2-DED7F837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8342BB4-4B10-4B95-8CB6-26C63C62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94D26EA-9A77-4A42-8A7A-6D009B1E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668641A-3EF9-4ED3-9378-33A2ACEE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211513182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AFC66C2-2726-4ADB-954C-07C75EF9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F21E6AC-E148-4B66-8DCB-3972CD0F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36959F-473C-46AA-81F1-3DC5C55F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0EF0437-9BDD-4EDE-A081-4A1B70D4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4BBBBF-9C67-42BD-8C3A-966B7D64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8E3A772-0452-4B6D-AB2F-1F60904C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B40409E-77F8-47E7-BC15-AEC0D150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19140936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BEAAD63-614D-441F-835D-60CC9FA9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C43230-B9F7-4CDE-B211-6AB214AF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90 päivää muuttaa aukot kontrolleiksi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A70D220-9F18-41DB-A811-53A9968B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A35B710-D482-4295-8554-61C6CFA6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338B8FD-C80D-41F9-B084-C0D2A167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2026.07.24-22 · 2026-07-24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B852C7E-3565-4783-B84D-C95C979A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E24B6E4-4E49-4C76-91D2-34177FF5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D56A15C-F917-4651-BA15-C9A60BC7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443685F-1961-4F19-8B91-A10702CB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8D0007C-8778-4566-A7FB-5B855D2C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E692821D-A5ED-4CBA-897A-3BB86A8B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6EB5B2D-DE5B-4AF0-9140-1866435D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9EDE640-508D-4AB8-94E2-8C988A7F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007DB4D-4712-4E68-ABE6-C0826846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C4D69E9-3774-4B24-8389-2DE31F52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1EECB06-6E09-4698-AABA-05F627A7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2596DAA-0D86-4213-BF29-FCC91685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9BFECF9-E626-4402-B328-C4BA1A79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F80FA3B8-9C11-4455-ADEF-8408DC79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2F3AD08-D8FC-4EF7-BE4A-6F06796A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6EFE7A0-348C-4003-B833-AA35C0C0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C25CA76-0DF2-4067-B174-8BF9F1DA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209C9ED-8D7A-4127-8A36-C6FA7632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94074076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C5E053-6C62-4D15-815F-87DBBA7D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729DE8E-2CB9-4E29-9893-733AC14F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3D159DA-1DC1-43CC-B1E2-A1D2B3C5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D15C988-1D26-4BDA-B368-AB3FC446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2026.07.24-22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54663036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2026-07-24T16:10:26.7830000Z</dcterms:created>
  <dcterms:modified xsi:type="dcterms:W3CDTF">2026-07-24T16:10:26.7830000Z</dcterms:modified>
</coreProperties>
</file>