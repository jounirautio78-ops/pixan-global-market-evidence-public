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0c076b97ed6414f" /><Relationship Type="http://schemas.openxmlformats.org/officeDocument/2006/relationships/extended-properties" Target="/docProps/app.xml" Id="Rafbec8b719fd4e37" /><Relationship Type="http://schemas.openxmlformats.org/officeDocument/2006/relationships/officeDocument" Target="/ppt/presentation.xml" Id="R83707a5feb36427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c894c71107042cc"/>
  </p:sldMasterIdLst>
  <p:notesMasterIdLst>
    <p:notesMasterId xmlns:r="http://schemas.openxmlformats.org/officeDocument/2006/relationships" r:id="R023bc75353ca41d0"/>
  </p:notesMasterIdLst>
  <p:sldIdLst>
    <p:sldId xmlns:r="http://schemas.openxmlformats.org/officeDocument/2006/relationships" id="256" r:id="R19079d2ed5f9474a"/>
    <p:sldId xmlns:r="http://schemas.openxmlformats.org/officeDocument/2006/relationships" id="257" r:id="R6e56e127c56d49ab"/>
    <p:sldId xmlns:r="http://schemas.openxmlformats.org/officeDocument/2006/relationships" id="258" r:id="Rea48488fd7554fc2"/>
    <p:sldId xmlns:r="http://schemas.openxmlformats.org/officeDocument/2006/relationships" id="259" r:id="Re31b57a423f04310"/>
    <p:sldId xmlns:r="http://schemas.openxmlformats.org/officeDocument/2006/relationships" id="260" r:id="Rfb2e39e1b8ae4d32"/>
    <p:sldId xmlns:r="http://schemas.openxmlformats.org/officeDocument/2006/relationships" id="261" r:id="Rb1406ef8e7424af2"/>
    <p:sldId xmlns:r="http://schemas.openxmlformats.org/officeDocument/2006/relationships" id="262" r:id="Rbcaf93e689a34247"/>
    <p:sldId xmlns:r="http://schemas.openxmlformats.org/officeDocument/2006/relationships" id="263" r:id="R20d37395ca934cbc"/>
    <p:sldId xmlns:r="http://schemas.openxmlformats.org/officeDocument/2006/relationships" id="264" r:id="Rfc946cb778a54794"/>
    <p:sldId xmlns:r="http://schemas.openxmlformats.org/officeDocument/2006/relationships" id="265" r:id="R6aef8eeb5c724910"/>
    <p:sldId xmlns:r="http://schemas.openxmlformats.org/officeDocument/2006/relationships" id="266" r:id="R643a04cb56c946e8"/>
    <p:sldId xmlns:r="http://schemas.openxmlformats.org/officeDocument/2006/relationships" id="267" r:id="Rf80a2eb58f9a4be0"/>
    <p:sldId xmlns:r="http://schemas.openxmlformats.org/officeDocument/2006/relationships" id="268" r:id="R5a95732c4cfb4c91"/>
    <p:sldId xmlns:r="http://schemas.openxmlformats.org/officeDocument/2006/relationships" id="269" r:id="R133cd66d655942b3"/>
    <p:sldId xmlns:r="http://schemas.openxmlformats.org/officeDocument/2006/relationships" id="270" r:id="R91067bf7dacb4f76"/>
    <p:sldId xmlns:r="http://schemas.openxmlformats.org/officeDocument/2006/relationships" id="271" r:id="R878281c95461483c"/>
    <p:sldId xmlns:r="http://schemas.openxmlformats.org/officeDocument/2006/relationships" id="272" r:id="Ra158bd4d68a84a96"/>
    <p:sldId xmlns:r="http://schemas.openxmlformats.org/officeDocument/2006/relationships" id="273" r:id="Ra67760eb438444ff"/>
    <p:sldId xmlns:r="http://schemas.openxmlformats.org/officeDocument/2006/relationships" id="274" r:id="R44626c82c8054ef6"/>
    <p:sldId xmlns:r="http://schemas.openxmlformats.org/officeDocument/2006/relationships" id="275" r:id="R9a405b74c41d4ea2"/>
    <p:sldId xmlns:r="http://schemas.openxmlformats.org/officeDocument/2006/relationships" id="276" r:id="Ra7de1744071a4065"/>
    <p:sldId xmlns:r="http://schemas.openxmlformats.org/officeDocument/2006/relationships" id="277" r:id="Red2c48c4020d4537"/>
    <p:sldId xmlns:r="http://schemas.openxmlformats.org/officeDocument/2006/relationships" id="278" r:id="R01bea6ec23614cdd"/>
    <p:sldId xmlns:r="http://schemas.openxmlformats.org/officeDocument/2006/relationships" id="279" r:id="Ra7fcbe26efee4902"/>
    <p:sldId xmlns:r="http://schemas.openxmlformats.org/officeDocument/2006/relationships" id="280" r:id="R4a07eb88a4b34d2c"/>
    <p:sldId xmlns:r="http://schemas.openxmlformats.org/officeDocument/2006/relationships" id="281" r:id="Rd12e9198ea554274"/>
    <p:sldId xmlns:r="http://schemas.openxmlformats.org/officeDocument/2006/relationships" id="282" r:id="Rd8917c56d4234577"/>
    <p:sldId xmlns:r="http://schemas.openxmlformats.org/officeDocument/2006/relationships" id="283" r:id="R896d1a3d8e5b4ff5"/>
    <p:sldId xmlns:r="http://schemas.openxmlformats.org/officeDocument/2006/relationships" id="284" r:id="R0c6024aec81547e7"/>
    <p:sldId xmlns:r="http://schemas.openxmlformats.org/officeDocument/2006/relationships" id="285" r:id="R6be3f41cb9ad4dd3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c75a74e89104894" /><Relationship Type="http://schemas.openxmlformats.org/officeDocument/2006/relationships/slideMaster" Target="/ppt/slideMasters/slideMaster1.xml" Id="R9c894c71107042cc" /><Relationship Type="http://schemas.openxmlformats.org/officeDocument/2006/relationships/notesMaster" Target="/ppt/notesMasters/notesMaster1.xml" Id="R023bc75353ca41d0" /><Relationship Type="http://schemas.openxmlformats.org/officeDocument/2006/relationships/presProps" Target="/ppt/presProps.xml" Id="R4782f57f187b425f" /><Relationship Type="http://schemas.openxmlformats.org/officeDocument/2006/relationships/viewProps" Target="/ppt/viewProps.xml" Id="R459e44cc32ea460f" /><Relationship Type="http://schemas.openxmlformats.org/officeDocument/2006/relationships/tableStyles" Target="/ppt/tableStyles.xml" Id="R95f897cce3b1497f" /><Relationship Type="http://schemas.openxmlformats.org/officeDocument/2006/relationships/slide" Target="/ppt/slides/slide1.xml" Id="R19079d2ed5f9474a" /><Relationship Type="http://schemas.openxmlformats.org/officeDocument/2006/relationships/slide" Target="/ppt/slides/slide2.xml" Id="R6e56e127c56d49ab" /><Relationship Type="http://schemas.openxmlformats.org/officeDocument/2006/relationships/slide" Target="/ppt/slides/slide3.xml" Id="Rea48488fd7554fc2" /><Relationship Type="http://schemas.openxmlformats.org/officeDocument/2006/relationships/slide" Target="/ppt/slides/slide4.xml" Id="Re31b57a423f04310" /><Relationship Type="http://schemas.openxmlformats.org/officeDocument/2006/relationships/slide" Target="/ppt/slides/slide5.xml" Id="Rfb2e39e1b8ae4d32" /><Relationship Type="http://schemas.openxmlformats.org/officeDocument/2006/relationships/slide" Target="/ppt/slides/slide6.xml" Id="Rb1406ef8e7424af2" /><Relationship Type="http://schemas.openxmlformats.org/officeDocument/2006/relationships/slide" Target="/ppt/slides/slide7.xml" Id="Rbcaf93e689a34247" /><Relationship Type="http://schemas.openxmlformats.org/officeDocument/2006/relationships/slide" Target="/ppt/slides/slide8.xml" Id="R20d37395ca934cbc" /><Relationship Type="http://schemas.openxmlformats.org/officeDocument/2006/relationships/slide" Target="/ppt/slides/slide9.xml" Id="Rfc946cb778a54794" /><Relationship Type="http://schemas.openxmlformats.org/officeDocument/2006/relationships/slide" Target="/ppt/slides/slide10.xml" Id="R6aef8eeb5c724910" /><Relationship Type="http://schemas.openxmlformats.org/officeDocument/2006/relationships/slide" Target="/ppt/slides/slide11.xml" Id="R643a04cb56c946e8" /><Relationship Type="http://schemas.openxmlformats.org/officeDocument/2006/relationships/slide" Target="/ppt/slides/slide12.xml" Id="Rf80a2eb58f9a4be0" /><Relationship Type="http://schemas.openxmlformats.org/officeDocument/2006/relationships/slide" Target="/ppt/slides/slide13.xml" Id="R5a95732c4cfb4c91" /><Relationship Type="http://schemas.openxmlformats.org/officeDocument/2006/relationships/slide" Target="/ppt/slides/slide14.xml" Id="R133cd66d655942b3" /><Relationship Type="http://schemas.openxmlformats.org/officeDocument/2006/relationships/slide" Target="/ppt/slides/slide15.xml" Id="R91067bf7dacb4f76" /><Relationship Type="http://schemas.openxmlformats.org/officeDocument/2006/relationships/slide" Target="/ppt/slides/slide16.xml" Id="R878281c95461483c" /><Relationship Type="http://schemas.openxmlformats.org/officeDocument/2006/relationships/slide" Target="/ppt/slides/slide17.xml" Id="Ra158bd4d68a84a96" /><Relationship Type="http://schemas.openxmlformats.org/officeDocument/2006/relationships/slide" Target="/ppt/slides/slide18.xml" Id="Ra67760eb438444ff" /><Relationship Type="http://schemas.openxmlformats.org/officeDocument/2006/relationships/slide" Target="/ppt/slides/slide19.xml" Id="R44626c82c8054ef6" /><Relationship Type="http://schemas.openxmlformats.org/officeDocument/2006/relationships/slide" Target="/ppt/slides/slide20.xml" Id="R9a405b74c41d4ea2" /><Relationship Type="http://schemas.openxmlformats.org/officeDocument/2006/relationships/slide" Target="/ppt/slides/slide21.xml" Id="Ra7de1744071a4065" /><Relationship Type="http://schemas.openxmlformats.org/officeDocument/2006/relationships/slide" Target="/ppt/slides/slide22.xml" Id="Red2c48c4020d4537" /><Relationship Type="http://schemas.openxmlformats.org/officeDocument/2006/relationships/slide" Target="/ppt/slides/slide23.xml" Id="R01bea6ec23614cdd" /><Relationship Type="http://schemas.openxmlformats.org/officeDocument/2006/relationships/slide" Target="/ppt/slides/slide24.xml" Id="Ra7fcbe26efee4902" /><Relationship Type="http://schemas.openxmlformats.org/officeDocument/2006/relationships/slide" Target="/ppt/slides/slide25.xml" Id="R4a07eb88a4b34d2c" /><Relationship Type="http://schemas.openxmlformats.org/officeDocument/2006/relationships/slide" Target="/ppt/slides/slide26.xml" Id="Rd12e9198ea554274" /><Relationship Type="http://schemas.openxmlformats.org/officeDocument/2006/relationships/slide" Target="/ppt/slides/slide27.xml" Id="Rd8917c56d4234577" /><Relationship Type="http://schemas.openxmlformats.org/officeDocument/2006/relationships/slide" Target="/ppt/slides/slide28.xml" Id="R896d1a3d8e5b4ff5" /><Relationship Type="http://schemas.openxmlformats.org/officeDocument/2006/relationships/slide" Target="/ppt/slides/slide29.xml" Id="R0c6024aec81547e7" /><Relationship Type="http://schemas.openxmlformats.org/officeDocument/2006/relationships/slide" Target="/ppt/slides/slide30.xml" Id="R6be3f41cb9ad4dd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e7f90cb611641b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131f58af97b4116" /><Relationship Type="http://schemas.openxmlformats.org/officeDocument/2006/relationships/notesMaster" Target="/ppt/notesMasters/notesMaster1.xml" Id="R861bce30270745f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c4825b6db144d8f" /><Relationship Type="http://schemas.openxmlformats.org/officeDocument/2006/relationships/notesMaster" Target="/ppt/notesMasters/notesMaster1.xml" Id="R678c3267b2864b1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643451bbe0e42e0" /><Relationship Type="http://schemas.openxmlformats.org/officeDocument/2006/relationships/notesMaster" Target="/ppt/notesMasters/notesMaster1.xml" Id="R2248df77200d48b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7346c280fe944a9" /><Relationship Type="http://schemas.openxmlformats.org/officeDocument/2006/relationships/notesMaster" Target="/ppt/notesMasters/notesMaster1.xml" Id="R01a52df9f9c346a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dfe627a95cb4030" /><Relationship Type="http://schemas.openxmlformats.org/officeDocument/2006/relationships/notesMaster" Target="/ppt/notesMasters/notesMaster1.xml" Id="R6b8af585dbaf490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971b80e721d4335" /><Relationship Type="http://schemas.openxmlformats.org/officeDocument/2006/relationships/notesMaster" Target="/ppt/notesMasters/notesMaster1.xml" Id="Rc9e23a44e893440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35555199da44a04" /><Relationship Type="http://schemas.openxmlformats.org/officeDocument/2006/relationships/notesMaster" Target="/ppt/notesMasters/notesMaster1.xml" Id="Ra6daa24879df401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59071bfa79f4bed" /><Relationship Type="http://schemas.openxmlformats.org/officeDocument/2006/relationships/notesMaster" Target="/ppt/notesMasters/notesMaster1.xml" Id="R086f93dcb3e84e3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60131c57d4a466d" /><Relationship Type="http://schemas.openxmlformats.org/officeDocument/2006/relationships/notesMaster" Target="/ppt/notesMasters/notesMaster1.xml" Id="R87a22ac18dbf46d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5be23c8f67e46f7" /><Relationship Type="http://schemas.openxmlformats.org/officeDocument/2006/relationships/notesMaster" Target="/ppt/notesMasters/notesMaster1.xml" Id="R0bab4080520542a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75f962f656b4042" /><Relationship Type="http://schemas.openxmlformats.org/officeDocument/2006/relationships/notesMaster" Target="/ppt/notesMasters/notesMaster1.xml" Id="Rd991721ec20c491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920187ffe4b48ad" /><Relationship Type="http://schemas.openxmlformats.org/officeDocument/2006/relationships/notesMaster" Target="/ppt/notesMasters/notesMaster1.xml" Id="Re90dfef56f6f48e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0ff6f6c009549fd" /><Relationship Type="http://schemas.openxmlformats.org/officeDocument/2006/relationships/notesMaster" Target="/ppt/notesMasters/notesMaster1.xml" Id="R7a47988983f1441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75d806d7d8f43da" /><Relationship Type="http://schemas.openxmlformats.org/officeDocument/2006/relationships/notesMaster" Target="/ppt/notesMasters/notesMaster1.xml" Id="Rdf3a4f386a99495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e0312d80994430f" /><Relationship Type="http://schemas.openxmlformats.org/officeDocument/2006/relationships/notesMaster" Target="/ppt/notesMasters/notesMaster1.xml" Id="R28eefe5e68bc434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db08df3ea9044b4" /><Relationship Type="http://schemas.openxmlformats.org/officeDocument/2006/relationships/notesMaster" Target="/ppt/notesMasters/notesMaster1.xml" Id="Rab2663b8f00a421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e6ec2ed7ad9444c" /><Relationship Type="http://schemas.openxmlformats.org/officeDocument/2006/relationships/notesMaster" Target="/ppt/notesMasters/notesMaster1.xml" Id="Rfc67cc1f4eab42c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673a2e20741401b" /><Relationship Type="http://schemas.openxmlformats.org/officeDocument/2006/relationships/notesMaster" Target="/ppt/notesMasters/notesMaster1.xml" Id="R8afb3046f0b5401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dbe5ef659334205" /><Relationship Type="http://schemas.openxmlformats.org/officeDocument/2006/relationships/notesMaster" Target="/ppt/notesMasters/notesMaster1.xml" Id="R01e506a3f0aa4bc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b871afded0c44b7" /><Relationship Type="http://schemas.openxmlformats.org/officeDocument/2006/relationships/notesMaster" Target="/ppt/notesMasters/notesMaster1.xml" Id="Re5ddef8c6ffc495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898296e374a429d" /><Relationship Type="http://schemas.openxmlformats.org/officeDocument/2006/relationships/notesMaster" Target="/ppt/notesMasters/notesMaster1.xml" Id="R4ebb0211ac78428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9b9921f6b60457f" /><Relationship Type="http://schemas.openxmlformats.org/officeDocument/2006/relationships/notesMaster" Target="/ppt/notesMasters/notesMaster1.xml" Id="R635817302d6b468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3be4728b76674693" /><Relationship Type="http://schemas.openxmlformats.org/officeDocument/2006/relationships/notesMaster" Target="/ppt/notesMasters/notesMaster1.xml" Id="R8dea1a5885f7484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30cc228233c04cf6" /><Relationship Type="http://schemas.openxmlformats.org/officeDocument/2006/relationships/notesMaster" Target="/ppt/notesMasters/notesMaster1.xml" Id="Rc7d5b250b34a4ae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bb74b605bc04b26" /><Relationship Type="http://schemas.openxmlformats.org/officeDocument/2006/relationships/notesMaster" Target="/ppt/notesMasters/notesMaster1.xml" Id="R00b7d0e80e144d3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0e2182b36f7146c6" /><Relationship Type="http://schemas.openxmlformats.org/officeDocument/2006/relationships/notesMaster" Target="/ppt/notesMasters/notesMaster1.xml" Id="Re7a27966832547fc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a18a56e651e4604" /><Relationship Type="http://schemas.openxmlformats.org/officeDocument/2006/relationships/notesMaster" Target="/ppt/notesMasters/notesMaster1.xml" Id="R474facb1a947475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956a09890f94af3" /><Relationship Type="http://schemas.openxmlformats.org/officeDocument/2006/relationships/notesMaster" Target="/ppt/notesMasters/notesMaster1.xml" Id="R231b9e8c90db46ed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78de22e1c57b4498" /><Relationship Type="http://schemas.openxmlformats.org/officeDocument/2006/relationships/notesMaster" Target="/ppt/notesMasters/notesMaster1.xml" Id="R1223483ae2584ed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d276cff52024830" /><Relationship Type="http://schemas.openxmlformats.org/officeDocument/2006/relationships/notesMaster" Target="/ppt/notesMasters/notesMaster1.xml" Id="R55966aae9bab4b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f3c53bda9a416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30f3f07d9941d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220b439a604f5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dffcd95ca843a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88e15b109d4f3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974d16406a45b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09ccad2e4d4f7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f971d6561748e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0aa6a64ae84a7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4d0aad8914408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2161b16f9240d1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0815720-35D7-47AB-9F9A-D486A584B0A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EE26F2F-90AB-426B-AC2B-CD50A1A1023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CED671A-15D8-4BCA-B615-19920DFBE3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91EAE9A-34DA-42DE-B010-0F516AE6C97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027887F-2A18-48EF-8C3D-D96AB9E1BE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2360C37-B7E9-485C-AF4B-4F8F13207B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313F309-8D23-4E77-B33C-F519569CE5F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D23BFE3-9759-43F9-BAE8-3E24D5A2A30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F59D010-627F-4ABF-BB64-36FD3DD07E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70FE0E-46E7-4AF1-A926-F693B7DFB9B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1097C91-9BEB-4797-9F25-3707692080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7D79443-DC08-49DF-A65B-27AB168637E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808628F-6C09-4269-9A2C-38C87BAFBA8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F9BEAB-207E-4165-B415-34B3A67FC6B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A8CCB54-C424-44FA-8F8C-D8A2D45F151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9B6843B-C454-4307-BEBE-47ABBA5CF0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90AF5F-296B-499C-9889-27775BCF87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9492772-587D-4DD4-BC45-58AE9D99388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EF4CE6A-F011-4A93-9273-C805BD6B630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A967537-CE81-46C3-8573-F6CF4AB3577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993D110-51D2-46D9-9CD6-1C082381628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38EBC6-64F7-4F25-B27A-8C444FCC3A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A16C816-9BD9-49B8-9297-1421F8CB81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E0ECA8B-8918-424F-B6C5-C0981053B76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58E1C61B-8A13-4B03-A198-4DA99A3B5D0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F784C1D-F1EA-4160-BD83-E145A7F2EDEF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EB468C9-FB26-4A89-9E18-898B76E8BEB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9863939-2468-4D63-A8B0-4AA466D468E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C8A1039-A24E-4B09-8E56-298EFEDB735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DA4D943-ECFD-4600-98B7-03E7F1DDE1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9D224667-A7C7-4E92-BCC7-753000CB3BF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DFFBA738-0040-4A96-BFB1-DA14993B143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2A93CB04-8A2A-4C82-87AC-3117BEAC05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EB5A4AE-0104-4589-AF72-9EEDF9A21FB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E82B34A-F846-4E57-AEC0-983715F6CAB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24D920B-ED70-43FF-ABF5-E67B8C11B4B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4166E5B-1F1D-4788-B234-3EFC33E3B0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67547F2-0484-4438-A3AF-25639660D82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E43178A-0F80-4919-AD9B-C66F960AB17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E4853E6-0ABD-4C38-89CA-E72D023B4B6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1B2B4FE-E678-4D1B-A538-6B618E81E1D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0B146F-A3B8-4764-AF98-1C43E311E19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E1DA40D-8840-420A-BFDB-8593661FAB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6D4FBB96-E047-4A34-8401-C10D43FB2B6F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05D1B57-5371-4322-B7DB-FB9BF8C6A5E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950766E-B75B-4E99-81BC-5ABD172F28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2BED30D-ECAB-4AE2-8A91-D390E35A4B7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377FAA4-0FEC-426B-8F69-7C6BD907FF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2AC1E-1754-4F66-8C50-EE9237CB9E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BD07FD3-0534-4C36-BF89-15C4119F94C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CE428B5-0393-4EFF-88EA-E9D86EB7382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C2E03AB-8222-4418-A043-30E24AAED1E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6A91AF6-F18F-4ADE-B877-70E0531E59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C717A0C2-C42E-4FA9-8FEF-5FD3ACD6C1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DD874B8-A421-4599-959C-ADF4AEA5808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4C971D-CE7E-4DCA-8DFC-3D896502AF9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835A79-466C-41D2-A5E4-88DE67A0411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B3028CF-4674-4691-81E7-A414F06F3D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d91240d35d8409e" /><Relationship Type="http://schemas.openxmlformats.org/officeDocument/2006/relationships/slideLayout" Target="/ppt/slideLayouts/slideLayout1.xml" Id="Rf539fb30d8fa4d25" /><Relationship Type="http://schemas.openxmlformats.org/officeDocument/2006/relationships/slideLayout" Target="/ppt/slideLayouts/slideLayout2.xml" Id="Rd2a820b5140148df" /><Relationship Type="http://schemas.openxmlformats.org/officeDocument/2006/relationships/slideLayout" Target="/ppt/slideLayouts/slideLayout3.xml" Id="R9d8b5543be5248b3" /><Relationship Type="http://schemas.openxmlformats.org/officeDocument/2006/relationships/slideLayout" Target="/ppt/slideLayouts/slideLayout4.xml" Id="R76f96a4384f44996" /><Relationship Type="http://schemas.openxmlformats.org/officeDocument/2006/relationships/slideLayout" Target="/ppt/slideLayouts/slideLayout5.xml" Id="Re93b844baa19494b" /><Relationship Type="http://schemas.openxmlformats.org/officeDocument/2006/relationships/slideLayout" Target="/ppt/slideLayouts/slideLayout6.xml" Id="Rcb2b54168a63457e" /><Relationship Type="http://schemas.openxmlformats.org/officeDocument/2006/relationships/slideLayout" Target="/ppt/slideLayouts/slideLayout7.xml" Id="R7086249235f34ee5" /><Relationship Type="http://schemas.openxmlformats.org/officeDocument/2006/relationships/slideLayout" Target="/ppt/slideLayouts/slideLayout8.xml" Id="R11d7e4b4bb2e4db6" /><Relationship Type="http://schemas.openxmlformats.org/officeDocument/2006/relationships/slideLayout" Target="/ppt/slideLayouts/slideLayout9.xml" Id="R1e70447e8a2e4eee" /><Relationship Type="http://schemas.openxmlformats.org/officeDocument/2006/relationships/slideLayout" Target="/ppt/slideLayouts/slideLayout10.xml" Id="R66d3e065738045b3" /><Relationship Type="http://schemas.openxmlformats.org/officeDocument/2006/relationships/slideLayout" Target="/ppt/slideLayouts/slideLayout11.xml" Id="R33bc419b734e4eb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6D598FD-11FA-4F67-B510-7478A3C5B4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BBEB3AF-8606-48F5-BFE1-20B120DEA5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C06F3A9-9C81-4054-8F67-B8F66A07DC3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7809F09-2253-44B8-8698-72335A39D55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1B69F8B-341F-4193-907F-1C4DE1936CC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539fb30d8fa4d25"/>
    <p:sldLayoutId xmlns:r="http://schemas.openxmlformats.org/officeDocument/2006/relationships" id="2147483650" r:id="Rd2a820b5140148df"/>
    <p:sldLayoutId xmlns:r="http://schemas.openxmlformats.org/officeDocument/2006/relationships" id="2147483651" r:id="R9d8b5543be5248b3"/>
    <p:sldLayoutId xmlns:r="http://schemas.openxmlformats.org/officeDocument/2006/relationships" id="2147483652" r:id="R76f96a4384f44996"/>
    <p:sldLayoutId xmlns:r="http://schemas.openxmlformats.org/officeDocument/2006/relationships" id="2147483653" r:id="Re93b844baa19494b"/>
    <p:sldLayoutId xmlns:r="http://schemas.openxmlformats.org/officeDocument/2006/relationships" id="2147483654" r:id="Rcb2b54168a63457e"/>
    <p:sldLayoutId xmlns:r="http://schemas.openxmlformats.org/officeDocument/2006/relationships" id="2147483655" r:id="R7086249235f34ee5"/>
    <p:sldLayoutId xmlns:r="http://schemas.openxmlformats.org/officeDocument/2006/relationships" id="2147483656" r:id="R11d7e4b4bb2e4db6"/>
    <p:sldLayoutId xmlns:r="http://schemas.openxmlformats.org/officeDocument/2006/relationships" id="2147483657" r:id="R1e70447e8a2e4eee"/>
    <p:sldLayoutId xmlns:r="http://schemas.openxmlformats.org/officeDocument/2006/relationships" id="2147483658" r:id="R66d3e065738045b3"/>
    <p:sldLayoutId xmlns:r="http://schemas.openxmlformats.org/officeDocument/2006/relationships" id="2147483659" r:id="R33bc419b734e4eb3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3336a1d919c41a6" /><Relationship Type="http://schemas.openxmlformats.org/officeDocument/2006/relationships/notesSlide" Target="/ppt/notesSlides/notesSlide1.xml" Id="R709208c8b0cd486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db7314a2e8f46b1" /><Relationship Type="http://schemas.openxmlformats.org/officeDocument/2006/relationships/notesSlide" Target="/ppt/notesSlides/notesSlide2.xml" Id="Re6c9482bd0814ad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922e246abe34602" /><Relationship Type="http://schemas.openxmlformats.org/officeDocument/2006/relationships/notesSlide" Target="/ppt/notesSlides/notesSlide3.xml" Id="R2c43e80912834ea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947101474194c79" /><Relationship Type="http://schemas.openxmlformats.org/officeDocument/2006/relationships/notesSlide" Target="/ppt/notesSlides/notesSlide4.xml" Id="Re9b0d63195474f8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49adcb6e36f4401" /><Relationship Type="http://schemas.openxmlformats.org/officeDocument/2006/relationships/notesSlide" Target="/ppt/notesSlides/notesSlide5.xml" Id="R1d8d4b0d1873443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40e2c8e2ad04eb1" /><Relationship Type="http://schemas.openxmlformats.org/officeDocument/2006/relationships/notesSlide" Target="/ppt/notesSlides/notesSlide6.xml" Id="Re4817cc45b2049e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477093f557d4110" /><Relationship Type="http://schemas.openxmlformats.org/officeDocument/2006/relationships/notesSlide" Target="/ppt/notesSlides/notesSlide7.xml" Id="R148bb789fe4e4b9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3038d0b5b4242b3" /><Relationship Type="http://schemas.openxmlformats.org/officeDocument/2006/relationships/notesSlide" Target="/ppt/notesSlides/notesSlide8.xml" Id="R7117f54a8a724b9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2d32f942e2644ed" /><Relationship Type="http://schemas.openxmlformats.org/officeDocument/2006/relationships/notesSlide" Target="/ppt/notesSlides/notesSlide9.xml" Id="R35f5d1cd5288431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0372f750ffe4e85" /><Relationship Type="http://schemas.openxmlformats.org/officeDocument/2006/relationships/notesSlide" Target="/ppt/notesSlides/notesSlide10.xml" Id="Rae71076c994a410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952df3b78514455" /><Relationship Type="http://schemas.openxmlformats.org/officeDocument/2006/relationships/notesSlide" Target="/ppt/notesSlides/notesSlide11.xml" Id="R07eba4cba91a48b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ed9093b64c64b1f" /><Relationship Type="http://schemas.openxmlformats.org/officeDocument/2006/relationships/notesSlide" Target="/ppt/notesSlides/notesSlide12.xml" Id="Re72e4bcd7b78421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f366c7509054be4" /><Relationship Type="http://schemas.openxmlformats.org/officeDocument/2006/relationships/notesSlide" Target="/ppt/notesSlides/notesSlide13.xml" Id="R7889aa20bba84ed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c1f563132d94fca" /><Relationship Type="http://schemas.openxmlformats.org/officeDocument/2006/relationships/notesSlide" Target="/ppt/notesSlides/notesSlide14.xml" Id="Rd7b63969dcbe4fa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f7f2f5eb2f14c1b" /><Relationship Type="http://schemas.openxmlformats.org/officeDocument/2006/relationships/notesSlide" Target="/ppt/notesSlides/notesSlide15.xml" Id="Re274fba3458a493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11b445c53a8436e" /><Relationship Type="http://schemas.openxmlformats.org/officeDocument/2006/relationships/notesSlide" Target="/ppt/notesSlides/notesSlide16.xml" Id="R97b01b66952e4c6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45946c276324cdd" /><Relationship Type="http://schemas.openxmlformats.org/officeDocument/2006/relationships/notesSlide" Target="/ppt/notesSlides/notesSlide17.xml" Id="Rb04efbb594dd4ee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dede4e91979499c" /><Relationship Type="http://schemas.openxmlformats.org/officeDocument/2006/relationships/notesSlide" Target="/ppt/notesSlides/notesSlide18.xml" Id="R0bec6ea1a84a46c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be9437056184b32" /><Relationship Type="http://schemas.openxmlformats.org/officeDocument/2006/relationships/notesSlide" Target="/ppt/notesSlides/notesSlide19.xml" Id="R3702d64350554dc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2b6a907b9c946fe" /><Relationship Type="http://schemas.openxmlformats.org/officeDocument/2006/relationships/notesSlide" Target="/ppt/notesSlides/notesSlide20.xml" Id="Rff491b33594d431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b72819eb24d4d3c" /><Relationship Type="http://schemas.openxmlformats.org/officeDocument/2006/relationships/notesSlide" Target="/ppt/notesSlides/notesSlide21.xml" Id="Rd114de5518d041d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9259cbc29624fe5" /><Relationship Type="http://schemas.openxmlformats.org/officeDocument/2006/relationships/notesSlide" Target="/ppt/notesSlides/notesSlide22.xml" Id="R41c9f5a70e434b3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3bf0d4fe3f241fd" /><Relationship Type="http://schemas.openxmlformats.org/officeDocument/2006/relationships/notesSlide" Target="/ppt/notesSlides/notesSlide23.xml" Id="Reef5df8d086c44e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98fc393f34340cf" /><Relationship Type="http://schemas.openxmlformats.org/officeDocument/2006/relationships/notesSlide" Target="/ppt/notesSlides/notesSlide24.xml" Id="R549bc7b26b2640f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74b77e79dff4629" /><Relationship Type="http://schemas.openxmlformats.org/officeDocument/2006/relationships/notesSlide" Target="/ppt/notesSlides/notesSlide25.xml" Id="R40a3e1c98bb44fc3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8217b70b3524a3b" /><Relationship Type="http://schemas.openxmlformats.org/officeDocument/2006/relationships/notesSlide" Target="/ppt/notesSlides/notesSlide26.xml" Id="Rfc53ed9b91d048b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6eed5ddf2064f46" /><Relationship Type="http://schemas.openxmlformats.org/officeDocument/2006/relationships/notesSlide" Target="/ppt/notesSlides/notesSlide27.xml" Id="Ra3faa214ac9048c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08c85637a3846c0" /><Relationship Type="http://schemas.openxmlformats.org/officeDocument/2006/relationships/notesSlide" Target="/ppt/notesSlides/notesSlide28.xml" Id="Rf051b636a77d4c4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1106b3ddab74775" /><Relationship Type="http://schemas.openxmlformats.org/officeDocument/2006/relationships/notesSlide" Target="/ppt/notesSlides/notesSlide29.xml" Id="R7a6c67a8a61e480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7981eb2a4314c06" /><Relationship Type="http://schemas.openxmlformats.org/officeDocument/2006/relationships/notesSlide" Target="/ppt/notesSlides/notesSlide30.xml" Id="Rec8362a099fe4a2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511A9B0-DBAB-469B-8BAE-127EEB9A2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F42237C-4AB0-42B8-B5A4-86E492DA4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02EDB86-F83E-4DE9-9A1B-691FFFC87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DAC7BA3-8A0C-4672-9FBC-E5F73EFB5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Laaja 30 dian tutkija- ja rahoituspäätöspaketti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84E4700-170E-412B-8CEA-26E4B6A51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E263E8A-8796-4E79-9F35-33A818B45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387FA1F-18E5-42FC-B651-1FA4FA12B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2026.07.24-21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C5E6E29-D8A7-4E02-9A2A-81594EDA9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2026-07-24
30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FE06209-0470-41F7-BF5C-AB7EA289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DE11E59-3D8F-412E-B75C-CD2FA1BDA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07C7063-E5E2-40DF-AA0B-E2712BA8E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20483298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E3E43E1-9C71-409F-A722-C5C733DEA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D68206B-98D4-48E3-8D26-30DDD2194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Rahoitettavuus on mahdollisuus, ei johtopäätös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3B4AC83-D4FB-4908-83FB-7A4D9F0B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4D8BED7-9D5A-4ED7-A0B0-C29592A01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4F436B9-3BC9-4D8E-BE2D-791B87628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761AAA6-8B84-4EB0-ADE3-6E25E45BB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3CA5831-E9EE-4A63-960C-E5012F725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Viralliset patentti- ja oikeuslähteet oikeuttavat jatkodiligencen; ne eivät vielä osoita vakuusarvoa tai takaisinmaksua.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EA94AA3-77A9-4CB7-A180-03B432D86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EPO:n muutettu EP3032975B2 ja Saksan kaksi virallista ratkaisua muodostavat oikeusnäytön ankkurin.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Markkina-aineistossa on 34 virallista vuosihavaintoa 7 maasta, mutta luovuttajaportti on 0/3.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Rahoitusrakenne tarvitsee kansalliset oikeudet, claim-mapped sales -sillan, kassavirran ja riippumattoman arvonmäärityksen.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A1EDB3B-EFCE-49C8-B7A8-440C6DB63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66C4630-9216-47EE-BDA7-AD868BA89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Suositus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C378F19-26C1-4001-A8F1-4DA69534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Avaa 90 päivän ehdollinen diligence, ei lopullista luottopäätöstä.</a:t>
            </a:r>
          </a:p>
        </p:txBody>
      </p:sp>
    </p:spTree>
    <p:extLst>
      <p:ext uri="{BB962C8B-B14F-4D97-AF65-F5344CB8AC3E}">
        <p14:creationId xmlns:p14="http://schemas.microsoft.com/office/powerpoint/2010/main" val="158538934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97C759E-5B4E-4EEA-A436-1518F3645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C161B68-B3B8-4158-B82E-82F5E86C4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Kolme perustetta jatkaa — ja kolme rajaa olla kiirehtimättä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AF2D5C0-7A64-490F-B379-D8D2A720F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2FDC27C-8E3E-4F2E-96BD-4459015E7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D0092AE-7729-481D-AEDF-5E7292AA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7CB4749-15C5-422C-8661-9218A5095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Vahva signaali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tukee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ei todista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EPO:n keskitetty riitautus päättyi patentin pysyttämiseen muutettuna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Dokumentoitu 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Kansallinen voimassaolo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Pätevyyden kansallinen signaali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Lainvoima tai globaali pätevyys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claim-kohtainen signaali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Muu tuote, maa tai maksettu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3BFC016-9D40-41DE-ACDA-D5538BE0B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Pankin tulee hinnoitella vain se osa näytöstä, jonka omistus, toteutettavuus ja kassavirta on vahvistettu.</a:t>
            </a:r>
          </a:p>
        </p:txBody>
      </p:sp>
    </p:spTree>
    <p:extLst>
      <p:ext uri="{BB962C8B-B14F-4D97-AF65-F5344CB8AC3E}">
        <p14:creationId xmlns:p14="http://schemas.microsoft.com/office/powerpoint/2010/main" val="45935144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4DBFE3A-F93F-4CD8-97C9-ACBEAA158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ONGELMA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FF65DEA-5C72-498E-A0D3-6E6664672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Todennusketju katkeaa ennen kassavirtaa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1A961E8-8188-4118-BC29-2C2EC4A2E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7221BFE-DCBD-433B-AF58-336593ACE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B7C3694-4863-4462-919A-EAB6024B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5D162D5-003B-4848-9959-BA89063AA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F78257E-0C3F-4373-A1FE-B64DDFF95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Patentti → voimassa oleva maaoikeus → relevantti tuote → relevantti myynti → sopimus tai tuomio → maksu → velanhoito.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77B3071-69C6-4501-91E3-9708AD529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Ketjun alku on osin vahvistettu virallisilla lähteillä.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Tuote- ja myyntikytkentä on vahvistettu vain rajatusti: Saksa,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Sopimus-, maksu-, yhtiötalous- ja vakuusarvonäyttö puuttuu julkisesta paketista.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76110E0-FE78-4B3A-89DD-18D328209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C010399-90D6-4E96-964B-F831D71DE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Luottoriski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01322FD-79E2-46CA-9F58-FA2D2960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Yksi vahvistamaton lenkki voi muuttaa nimellisen markkina-arvon nollaksi realisoitavassa downside-skenaariossa.</a:t>
            </a:r>
          </a:p>
        </p:txBody>
      </p:sp>
    </p:spTree>
    <p:extLst>
      <p:ext uri="{BB962C8B-B14F-4D97-AF65-F5344CB8AC3E}">
        <p14:creationId xmlns:p14="http://schemas.microsoft.com/office/powerpoint/2010/main" val="90300950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59B88CE-5C80-42B6-81C1-400428D1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RATKAISU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B190542-4D5E-41B5-8D4A-F810CBFA4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Patentoitu ratkaisu ohjaa tehoa resistanssitiedolla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D2CFCDF-1578-4176-8BE9-03017F028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31B7965-3E15-4CDD-9D54-0ED06B1C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DCB41CE-8E38-49D7-81E2-F9A8CCCD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08BDDD1-9A8E-4997-BA87-C69569E73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AB21CD8-965F-4A06-9FD3-9533411FE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382AD49-F66A-4FBD-9242-39BE4F0C9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Mittaus: lämmityselementin resistanssi.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Tieto: tallennetut resistanssi–tehoarvot.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Ohjaus: lämmittimelle syötetty teho ja käyttäjäsäädön rajat.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37115C4-D03C-44B1-A0F2-21BC3A1F5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3C49F30-08C1-4690-ABF5-7C7BD46A4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6DD8BCD-C505-44F0-9385-18116FB90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Yleiskielinen kuvaus ei korvaa maakohtaista claim constructionia tai tuotekohtaista vaatimusanalyysiä.</a:t>
            </a:r>
          </a:p>
        </p:txBody>
      </p:sp>
    </p:spTree>
    <p:extLst>
      <p:ext uri="{BB962C8B-B14F-4D97-AF65-F5344CB8AC3E}">
        <p14:creationId xmlns:p14="http://schemas.microsoft.com/office/powerpoint/2010/main" val="151684989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8721CBA-6A42-4212-B1D0-1D6CA7B88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8FC189F-E0B5-4A66-8883-3DC994B9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B2-tekstin yhdeksän vaatimusta ovat arvioinnin lähtöpiste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45D7E00-72D1-40B1-AE3F-3249F71F6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2572B79-C3FF-4FBA-98BD-46CD4298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4264035-626C-410B-885C-71936351D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B9F430C-331D-4E27-8B98-9F9E89BD6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Julkinen kuvaus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Diligence-testi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Ohjain / menetelmä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Sähköisen höyrystimen hallinta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tuoteversio ja maa?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Resistanssin mittaus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Lämmityselementin resistanssi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ja milloin mitataan?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Tallennetut arvot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Resistanssi–teho-kytkentä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Missä data sijaitsee?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Ei-proportionaalisuus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Tehosuhteen määritelty luonne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Täyttyykö vaatimuspiirre?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Säätörajat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Minimi ja tallennettu maksimi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käyttöliittymä toteuttaa rajat?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FE63E0E-A828-42D1-9130-842D1E05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Jokainen vaatimuspiirre on osoitettava todisteella; ominaisuusluettelo ei yksin riitä.</a:t>
            </a:r>
          </a:p>
        </p:txBody>
      </p:sp>
    </p:spTree>
    <p:extLst>
      <p:ext uri="{BB962C8B-B14F-4D97-AF65-F5344CB8AC3E}">
        <p14:creationId xmlns:p14="http://schemas.microsoft.com/office/powerpoint/2010/main" val="119487291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465F04C-0B5A-4630-A957-0D290FA05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BC2225E-5854-4666-96CB-4199AF9B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IP-historian ydintapahtumat ovat jäljitettävissä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DF0B53-A9F5-4CF2-91A0-E573062D2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C64255E-9C88-4CA5-BA61-29EA1A980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E6D98D5-39C5-43C5-9BFD-6BB5EF7A3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167995E-31D3-42B4-936C-6744A5138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D7A9C57-D0D7-499A-9E86-4CCE1AE95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A529827-83CA-4726-B3DF-F2D4F1C01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14.8.2013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86B258D-CC7B-4BA6-A95F-7236D7D82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varhaisin prioriteetti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5CF2187-AFAE-45DE-8B01-F38AA8C74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BFFF249-1D50-42FF-BDBE-DE0239170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24.4.2024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6A2E6CA-870E-4190-9C44-5A1F9BB66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B2-julkaisu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470D3CA-910A-4AE9-9309-9DEA126F1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9E0A2EA-27AA-490E-B044-3A39A1DE5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759E402-202A-403A-91BF-EF20D7F8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muutettua vaatimusta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9829A0B-3B16-4C0C-A428-00D5E9042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EPO:n keskitetty väite- ja valitusmenettely päättynyt; kansallinen myöntämisen jälkeinen tila on erillinen.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9172BE7F-71F3-4F1E-909F-35B7CEBE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5753ADA-6389-4CDB-861B-E35302497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7C91CC8-B35D-4891-B18B-0528E19E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Kansalliset post-grant-oikeudet elävät erillään EPO:n keskusmenettelystä.</a:t>
            </a:r>
          </a:p>
        </p:txBody>
      </p:sp>
    </p:spTree>
    <p:extLst>
      <p:ext uri="{BB962C8B-B14F-4D97-AF65-F5344CB8AC3E}">
        <p14:creationId xmlns:p14="http://schemas.microsoft.com/office/powerpoint/2010/main" val="1363832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873A9E4-A875-4B7B-B7E3-5678C8B9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MAANTIETEELLINEN KATTAVUUS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53CD2E5-041E-45E2-907C-0C22CBF84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Patenttiperhe: 22 julkaisua, maapeitto avoin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A5DB2A9-7F83-451F-89DC-2E4FCA670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31EDECC-F90A-4EC3-93A8-F465FD5D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66DF376-EFBF-4F9B-98A8-93A7406C0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EPO family; kansalliset rekisterit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34B64C1-0F9E-412B-BD3E-6E35637D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5E84225-B9AE-468E-94F9-9296C567F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4065BEB-0594-414B-8A31-AB3315F1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417ED70-F76F-4481-A25D-7AAD142A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E2EA315-23F8-4D89-B30E-C032D5BAE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803C8F5-1429-473F-A9AB-FF7BA243A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26BB787-8B04-4660-B9B0-E731B5BAE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tunnistettua menettelyä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EFF244C-28A5-49C1-860A-CF6CE5828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B93F4DC-40BD-4094-AA6B-B6FC47BB5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5D00898-37E2-4F29-9F0F-1364B6121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kansallista rekisteritarkistusta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387E7A1D-34F0-42EB-B437-74E6F9DD6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B2E896E-D02F-4EAB-9165-F701C7348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65D9723-882B-4AF4-8362-DABCA24A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täytäntöönpanokelpoista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22780F9-AFC8-40C7-A9C7-40F123E2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Julkaisureitti on kartta, ei omistus- tai voimassaolotodistus.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26E9E296-16FF-44F5-8A39-A7139817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DBEF484C-CBAF-455D-9CD1-A0CBB31C9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D6E53B5-5650-4E42-9D96-1DAC386F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Asiamiehen maamatriisin tulee sisältää haltija, operative claims, vuosimaksu, kuitti, rasitteet, UPC-asema ja seuraava määräpäivä.</a:t>
            </a:r>
          </a:p>
        </p:txBody>
      </p:sp>
    </p:spTree>
    <p:extLst>
      <p:ext uri="{BB962C8B-B14F-4D97-AF65-F5344CB8AC3E}">
        <p14:creationId xmlns:p14="http://schemas.microsoft.com/office/powerpoint/2010/main" val="190582950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6DC0E55-B67A-4010-AF7A-B79B56F8A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11A2862-AFBE-46FB-981C-2EDA18AB7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ratkaisut ovat vahvaa näyttöä tarkasti rajatussa kehyksessä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949D7DE-6D8C-45D0-BE3B-0567DC67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3AF3D5B-0CBC-4DD5-8E29-8B69367DA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066F73C-C156-4EAC-ABEB-8443F47A4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Viralliset tuomiot: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E1B6988-507E-4C2D-942E-533DD69ED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Viite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tapahtuma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Rajaus ja 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 (14.1.2026)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hylkäsi EP3032975B2:n Saksan osaa koskevan mitättömyyskanteen. Virallinen rekisteri mainitsee valituksen liittovaltion ylimpään tuomioistuimeen asianumerolla X ZR 21/26. Ei lainvoimainen BGH-valituksen ollessa vireillä.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 (2.4.2026)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katsoi tarkasteltujen tuotteiden loukkaavan vaatimuksia 1 ja 6 välittömästi ja täydentävien osien osalta välillisesti sekä määräsi tuomiossa luetellut oikeusseuraamukset. Virallinen tuomio on saatavilla; valitustilaa, lainvoimaisuutta ja täytäntöönpanoa ei ole tässä julkaisussa riippumattomasti vahvistettu.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A0B8D8D-426E-41C6-A8C0-D227B8B2D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Saksan näyttö ei automaattisesti siirry toiseen tuotteeseen, vastapuoleen tai valtioon.</a:t>
            </a:r>
          </a:p>
        </p:txBody>
      </p:sp>
    </p:spTree>
    <p:extLst>
      <p:ext uri="{BB962C8B-B14F-4D97-AF65-F5344CB8AC3E}">
        <p14:creationId xmlns:p14="http://schemas.microsoft.com/office/powerpoint/2010/main" val="184131716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3B34AAC-EB71-463B-B90A-0B0A5178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6004B96-F78C-4D9C-8E75-56D642ABA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Kiinan asia ei ole loukkausvoitto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0794E05-BB2D-4625-B009-4AEB937C7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ABBBE08-6F1A-4F72-AB1B-2C67FA85B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428A051-262A-4F6B-8074-99EF0A6D0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1A7AA4B-0F94-4621-AC3C-47F46F26B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CA95096-D557-4DF3-970C-3D629BE08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sekundäärinen docket-tieto viittaa hylätyn hakemuksen hakijapuolen uudelleentarkastukseen.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77955E0-F8C5-4E64-9AD0-86E8D70F7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Menettely luokitellaan review request -asiaksi.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Virallista päätöstä ja tarkkoja perusteluja ei saatu julkiseen pakettiin.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julkaistiin myöhemmin myönnettynä 4.5.2021.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5922C31-063A-46B4-AEDF-7545729A2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075B93C-CB1E-4E63-AAD7-984AB47BC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Käyttöraja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514631B-33B2-4140-AF1E-90E26EF43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Asiaa ei saa kuvata Kiinan loukkausoikeudenkäynniksi, vastapuolen mitätöintiasiaksi tai kassavirtanäytöksi.</a:t>
            </a:r>
          </a:p>
        </p:txBody>
      </p:sp>
    </p:spTree>
    <p:extLst>
      <p:ext uri="{BB962C8B-B14F-4D97-AF65-F5344CB8AC3E}">
        <p14:creationId xmlns:p14="http://schemas.microsoft.com/office/powerpoint/2010/main" val="98234042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2808EC8-CE6B-45FE-A814-7299F62B1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5B1C79F-9CFC-4C1D-BD63-11FC03863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Neljä ajankohtaista IP-hälytystä vaatii dokumentoidun omistajan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EBB6765-FA7B-4EC3-8DA2-5E1B5F74F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E85F07F-8F6A-494D-BE5B-78FF8BD7B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BC326E1-C17A-4161-83B6-B943C1E6E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F85E47C-79C4-4FAC-B4B1-8339CA28F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 / alue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Päivä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Toimi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Australian seuraava uusiminen heti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31.8.2026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Suomen 14. vuosimaksu erääntyy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Eurooppa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Täsmäytä jokainen eurooppalainen kansallinen oikeus ennen maksukierrosta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4.12.2026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ja hoida Yhdysvaltain 7,5 vuoden ylläpitomaksu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06138B6-5C64-4596-9A77-FF7B06B6E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Määräpäivävalvonta on vakuusarvon operatiivinen kontrolli, ei hallinnollinen sivuseikka.</a:t>
            </a:r>
          </a:p>
        </p:txBody>
      </p:sp>
    </p:spTree>
    <p:extLst>
      <p:ext uri="{BB962C8B-B14F-4D97-AF65-F5344CB8AC3E}">
        <p14:creationId xmlns:p14="http://schemas.microsoft.com/office/powerpoint/2010/main" val="164366295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0271595-4D71-48DA-9D29-D60C71BB7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F364B76-965D-44ED-B4E8-4415771D9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Atlas kattaa 195 maata; ei markkina-arvoa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D9CFA9A-00D4-47B2-A3DB-DD52AE212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5D0932E-D99B-4DDD-887D-AF41DDC0D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FC4A198-C42A-4B23-A16A-049111F33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C624823-2BB7-4289-954C-7B5BCA66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0E38E74-5494-4E61-AE5E-43B538EAA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FA29D4-695D-4DA2-8AC0-9E7B91AD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A001C9D-4BA8-4BA7-ADC0-1B31998D4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A-luokan maata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F0EDA77-50C1-4B2D-97C0-665D8B51C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944EA07-E082-4B08-820F-30A440C3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F74DDAA-FF4B-4484-A103-F2AAE5B25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B-luokan maata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BCE9775-356F-428C-ACA7-39458903B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F4095FB-76CA-4AA5-9165-7C12006DA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E9C19AF-2008-4CE4-9B7C-E20A36C56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C-luokan maata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4A785202-7671-4616-9E01-A26079402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995EE60-89AB-40DE-8BB0-D2F40EC8D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2CD94B1-A54D-471E-B1EC-E1513EC00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D-luokan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A12AC0F-2777-4D1C-A728-921E0DCF1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evidenssimerkintää; universumin YK-osuus on 193 jäsenvaltiota.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A6A4CAB2-44E2-4A10-B03D-17A3DFF6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361F01A-1E51-4848-82C6-2B1CDFB34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4379491-4DA6-4252-9665-F836289C6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Luokat A–D kuvaavat evidenssikypsyyttä, eivät markkinan kokoa tai kaupallista houkuttelevuutta.</a:t>
            </a:r>
          </a:p>
        </p:txBody>
      </p:sp>
    </p:spTree>
    <p:extLst>
      <p:ext uri="{BB962C8B-B14F-4D97-AF65-F5344CB8AC3E}">
        <p14:creationId xmlns:p14="http://schemas.microsoft.com/office/powerpoint/2010/main" val="2145416264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579F6B2-5FA4-441C-91D9-38444A3BB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B1BD1A8-BE58-4C07-9B31-D7F803A3C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Valitut viralliset reitit: 34 havaintoa 7 maasta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03CD879-9215-45EB-A701-3F2852CBF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9FD5B1D-84CD-409B-AC84-BE5ADDF90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6ABC329-C5C7-4B04-80DC-5FEAF0262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Statistics Canada; Health Canada; New Zealand Ministry of Health; Destatis; Vero; Sejm;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95EDFC8-3028-4887-8D93-29BF2C249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havainto / tuettu malli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1,219 mrd CAD (≈822,6 milj. EUR; ECB 2024); kaikki neljännekset E-laatua. Health Canada -toimitukset: 1,161 mrd CAD (≈783,2 milj. EUR; ECB 2024), 5,03 % alemmat; silta avoin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Saksa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 → 1,518 milj. l verotettua nestettä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11 801,062 l; 3,54 milj. EUR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Uusi-Seelanti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raakareitti 280,685 milj. NZD; tunnistetun vaping-vähittäismyynnin tuettu herkkyys 533,7–731,2 milj. NZD (≈298,5–408,9 milj. EUR; ECB 2024), ei havaittu markkina-arvo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Puola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805 441 l; 993,1 milj. PLN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suljettujen järjestelmien ja kertakäyttötuotteiden raportoitu myynti 2,763 mrd USD (≈2,336 mrd EUR; ECB 2021) vuonna 2021; valmistajaraportointia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9763D2-E365-47DD-93CA-1134EB567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Litroja, toimitusarvoja ja valmisteveroja ei summata yhdeksi markkinaksi.</a:t>
            </a:r>
          </a:p>
        </p:txBody>
      </p:sp>
    </p:spTree>
    <p:extLst>
      <p:ext uri="{BB962C8B-B14F-4D97-AF65-F5344CB8AC3E}">
        <p14:creationId xmlns:p14="http://schemas.microsoft.com/office/powerpoint/2010/main" val="888044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BF08DF6-811E-48DC-87BA-C2F0A635D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6E3F1B4-2EA0-4BFE-8C40-4CE9DC7F5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Kanadalla on retail- ja toimitusankkurit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B7E63BD-41EA-4B29-8880-DA15EC72E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CB23525-D624-4B7A-BA09-7CC6215BC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66BD754-2B24-442C-B632-642E688FA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C4939D6-C033-49DC-B910-CC8D8845C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597DEE6-E2F7-4316-9F6D-EDF3A28C9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E33C678-9EE3-41C9-8110-C5A4D1500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1,219 mrd CAD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125FFE9-762B-4087-AE95-14F03A989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kuluttajavähittäismyynti · ≈822,6 milj. EUR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C5A2E6F-E1AB-41CF-AAE7-B0A7CC06B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F0AC96A-D896-49A8-A6F3-267432C08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1,161 mrd CAD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E527EFA-A22F-412D-BFCF-1878DCC24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toimitukset · ≈783,2 milj. EUR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ED0C4DC8-84AC-445E-A2A0-67C22C7B0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2734311-B8C1-4531-8E15-9280F5C2B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118,9 milj. yks.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E21D1E0-744B-49A9-8294-DEB61A2C0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lisäksi 1,252 milj. litraa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7E39BEE-0E40-47DD-AB2E-A61E9D931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ylittää toimitukset 58,4 milj. CAD (+5,03 %); laatu-, kanava-, scope- ja verokysymykset pitävät Kanadan donor-luvun ulkopuolella.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2122A819-3A5F-4DFE-9A98-B6D5A02C7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BF73D69-DB8B-4CE5-BCA8-979DD3C0D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4DDC5E9-2B26-4A07-A0CB-C2C8FDAEF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Statistics Canadan retail-sarja ja Health Canadan toimitukset ovat eri tapahtumatasoja. Kaikki vuoden 2024 RCS-neljännekset ovat E-laatua; silta on avoin.</a:t>
            </a:r>
          </a:p>
        </p:txBody>
      </p:sp>
    </p:spTree>
    <p:extLst>
      <p:ext uri="{BB962C8B-B14F-4D97-AF65-F5344CB8AC3E}">
        <p14:creationId xmlns:p14="http://schemas.microsoft.com/office/powerpoint/2010/main" val="364428245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BFCA968-C6A1-4CDE-A0D0-7D63618D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SAKSA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A63AAF4-38D3-4B4B-B6B2-EFA3D30B7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virallinen nestemäärä kasvoi, mutta arvo vaatii hintaoletuksen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AC23A40-D447-49B6-8724-F10BB78AB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B13E307-101A-4329-8602-99503320D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4995A77-C774-47A9-8A1A-CAF2DFC14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10F8BF3-7190-47CD-9EC8-73917BF4B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Verotettu neste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Valmistevero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1,284 milj.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266 milj. EUR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1,518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404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Alustava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73790F1-1250-4532-B8E8-B60CCBE88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Verotettu nestemäärä ei sisällä laitteita, verotonta tai laitonta kauppaa eikä ole retail-arvo.</a:t>
            </a:r>
          </a:p>
        </p:txBody>
      </p:sp>
    </p:spTree>
    <p:extLst>
      <p:ext uri="{BB962C8B-B14F-4D97-AF65-F5344CB8AC3E}">
        <p14:creationId xmlns:p14="http://schemas.microsoft.com/office/powerpoint/2010/main" val="140651687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9775E0E-4EAA-4C1F-9D1E-A45B93C4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MALLINNUS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C10632B-B4BA-4B56-B283-5186FAB19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malli näyttää herkkyyden, ei myyntiä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09C9BD4-54EB-4025-BDE0-C49D3761F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2CE8683-0FE7-4751-B35A-FDF34B05F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44E1AD1-317B-4E9A-B742-2B2FCBB5F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B42F01C-5784-4585-A848-CE380F4A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EF43E5D-D668-44CB-8D95-D8AF48C89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D9855A9-DFE2-4F59-AC22-CCE6CAF0F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667,92 milj. EUR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69AB3F-3B5B-48B9-B9FB-E96C41232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0,44 EUR/ml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6695906-9300-451D-B510-2321CBF31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22A8C9F-2CE9-466F-82DC-ECDD1F92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1 199,22 milj. EUR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850CB7A-FFD5-43E7-8025-A523F725A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0,79 EUR/ml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36A2D49-3FE4-4E6D-8C86-022008D52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B4565CC-A675-49AF-A65F-045D3A0D5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1 654,62 milj.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C34F7A2-B143-4DC3-B5AA-7BFCA023F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1,09 EUR/ml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15F2941-EE57-41B9-877A-8EB3202A1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Kaava: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0872C297-3858-4C27-AFF9-67C22562C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6D3A8C6-9557-46FA-86DA-B537D057A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4C38093-48E3-471E-96BC-E2C566BE9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havaittua myyntiä. Laskelma käyttää vuoden 2025 alustavaa verotettua nestemäärää ja kolmea verkkokaupan vuoden 2026 hintaa. Rajattu tuotejakauma ja poikkeava ajankohta pitävät luottamustason matalana.</a:t>
            </a:r>
          </a:p>
        </p:txBody>
      </p:sp>
    </p:spTree>
    <p:extLst>
      <p:ext uri="{BB962C8B-B14F-4D97-AF65-F5344CB8AC3E}">
        <p14:creationId xmlns:p14="http://schemas.microsoft.com/office/powerpoint/2010/main" val="61902458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3E6236D-98A7-4E31-B91A-4D3EA075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GLOBAALI 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A6D5C2E-CB9D-46BF-B518-912FEC77F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Globaalit arviot ovat ristiintarkistus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9BABFC5-113A-4C8E-8CDF-0A49E4F1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AE2A5EA-7305-42F7-BA67-6D18EFFD3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67D2E56-5D74-4E9C-92B1-0C96B568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8B2AB88-FF6A-4594-9255-5F82F3079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508DBFA-3E9C-46D3-8C57-B428EE317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1AF5988-7181-4869-9B9B-167C33104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26,0 mrd USD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080FFB6-0475-478B-86CA-4498B54AA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2B78CDB-7468-4966-B204-B9E37C7D5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5B00338-68AC-4B42-BBF3-EA1A90AAA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45,7 mrd USD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AEFAD18-8F8C-4DDB-95BA-884206DD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7830E89-39F1-43AF-BDC2-01CD6F5F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28B6826-4C8C-461D-8A5B-6AAF2F735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46,32 mrd USD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F262BFC-C4A4-439E-A8CC-08A3F775F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17E3D352-A6F5-4433-B465-5F18778C1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09055FE-9CC7-4DEE-8570-32CC958B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38BAFA9-89C2-4955-8948-D372E858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EU-komission vertailuarvo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85C464AF-D1AB-4733-841F-80E4467BA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EU:n vertailuarvo tukee mittaluokan ristiintarkistusta; kaupallinen haarukka on leveä, koska tuoterajaukset ja metodit voivat poiketa.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DFB47509-E05F-4C53-974F-4C972C888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4F7EAF-FA1A-4760-A671-7EACC4F37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DC562FA-C96D-4E95-A930-41994A5EF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EU-luku perustuu kaupalliseen Euromonitor 2025 -aineistoon; Kypros, Luxemburg ja Malta puuttuvat. Se ei ole kansallinen luovuttajamarkkina. Arvioita verrataan, ei summata tai käytetä automaattisesti rojaltipohjana.</a:t>
            </a:r>
          </a:p>
        </p:txBody>
      </p:sp>
    </p:spTree>
    <p:extLst>
      <p:ext uri="{BB962C8B-B14F-4D97-AF65-F5344CB8AC3E}">
        <p14:creationId xmlns:p14="http://schemas.microsoft.com/office/powerpoint/2010/main" val="15484774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2C9476D-A82A-4DE2-8875-8DA40493A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METODI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233B0D7-F562-4215-88FB-D86D556C5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Maailmanestimaatti vaatii vähintään 3 donoria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62EAB72-3584-43D0-832C-E82BA3809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D36234E-F458-4D6E-9383-9A51AA0A6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DD2A63-5886-46A7-B16F-FE9C361B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Market-values modelReadiness, donorProtocol ja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C2733DF-580A-412C-8C77-9347E9F7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894AFE6-A1E1-4EB1-A327-6CAF6DA6A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Nykyinen hyväksytty donor-portti on 0/3; kaikki 5 ehdokasta jäivät ulkopuolelle.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2DDBBA3-0429-4D69-9B83-C5695397E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Jokaisen ehdokkaan on läpäistävä kaikki 10 ehtoa (D1–D10).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Uuden-Seelannin 533,7–731,2 milj. NZD (≈298,5–408,9 milj. EUR; ECB 2024) vähittäisherkkyys on tuettu malli; FTC:n 2,763 mrd USD (≈2,336 mrd EUR; ECB 2021) vuoden 2021 reitti on valmistajaraportointia. Kumpikaan ei ole täydellinen kuluttajavähittäisarvo tai hyväksytty donor.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Alue- ja sääntelytyyppien peitto sekä suora validointi suurissa talouksissa vaaditaan vielä.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F54B819-C16C-4602-8940-F55179E1E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71FEA3F-1EFB-4DD2-8658-F9D917B76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Vasta sitten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E39F322-C83B-4B28-ABB8-0A8E63F97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Trianguloi kysyntä-, vero-, tulli-, yritys- ja hintamenetelmät. Vertaa tuloksia; älä lisää vaihtoehtoisia arvioita yhteen.</a:t>
            </a:r>
          </a:p>
        </p:txBody>
      </p:sp>
    </p:spTree>
    <p:extLst>
      <p:ext uri="{BB962C8B-B14F-4D97-AF65-F5344CB8AC3E}">
        <p14:creationId xmlns:p14="http://schemas.microsoft.com/office/powerpoint/2010/main" val="145107274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EE9FC88-8FC7-4839-A98E-C66FC5578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ARVOSILTA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23AB218-BAAA-461E-892C-917869BF8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Markkinan ja patentin väliin tarvitaan viisi läpinäkyvää suodatinta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3028BDE-7DBE-4D1B-9B07-3C74FE871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DF8C5F9-B89B-4F71-827C-C48F758B1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9B059B9-2BE7-4BD1-8235-7CAACBE18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0C06C63-0CA7-47B9-A344-0335108CF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Suodatin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mittarirajaus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Osittainen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Oikeusalue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Voimassa oleva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 globaalisti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Relevantit 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näyttö: Saksa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Relevantti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 × maa × aika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Kassavirta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Rojalti/sovinto − kulut − verot − viive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A038AD1-D630-48BC-B433-96A4DED6B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Vain alimman tason kassavirta voi palvella velkaa; ylempi markkina ei sellaisenaan voi.</a:t>
            </a:r>
          </a:p>
        </p:txBody>
      </p:sp>
    </p:spTree>
    <p:extLst>
      <p:ext uri="{BB962C8B-B14F-4D97-AF65-F5344CB8AC3E}">
        <p14:creationId xmlns:p14="http://schemas.microsoft.com/office/powerpoint/2010/main" val="575299911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50A1A02-C817-4D64-93D0-0A04B8CAA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ASIAKKAAT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8A53380-B2DC-498A-8B84-B89529C34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Asiakassegmentit ovat vielä hypoteeseja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F11E86D-EE37-42ED-B38A-58CBC507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714C3CF-23D5-42FB-A1DA-86B7BCDF2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420BAB9-2298-4624-87A8-38A3A86E0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59682E1-F177-4A4A-A5AF-5DC2120B1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FE66109-AC3E-4FC3-8B8E-4B63B8F2E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Segmentointi johdetaan kaupallistamisreiteistä: valmistajat, teknologiatoimittajat sekä IP-rahoittajat ja ostajat.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031851C-55C6-43D7-B21D-EAE7B56E3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Valmistajalle arvo voi olla lisenssi, toimintarauha tai sovinto.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Teknologiatoimittajalle arvo voi olla integroitava toiminto tai oikeusasema.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Rahoittajalle arvo on kontrolloitava, realisoitava kassavirta ja downside-suoja.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E3D0FC8-AE86-49D0-A930-11EC3BA6B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9B8AA01-8291-4638-B856-EEB5C61BD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Validointi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FCD933A-DFD1-4777-8CF7-18000A14F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Dokumentoi 10–15 haastattelua, päätöskriteerit, vastalauseet, budjetti ja seuraava askel. Julkinen aineisto ei vielä sisällä näitä.</a:t>
            </a:r>
          </a:p>
        </p:txBody>
      </p:sp>
    </p:spTree>
    <p:extLst>
      <p:ext uri="{BB962C8B-B14F-4D97-AF65-F5344CB8AC3E}">
        <p14:creationId xmlns:p14="http://schemas.microsoft.com/office/powerpoint/2010/main" val="714926592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3313317-628E-43FA-9E2B-27085DF64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KILPAILU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5566BF-313F-4602-809B-EDB825AB1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Kilpailukartta on rakennettava neljälle rinnakkaiselle tasolle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ECA6C91-FFCB-4A0F-AF02-09F2CD31F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32EAA8E-05D2-483A-873B-36614F3CD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970D55-D2AD-4733-AE80-120ED956C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9CEB556-84ED-494D-931E-EDF9C61F5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Analyysi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Tuotos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Toiminto, arkkitehtuuri, hinta, 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Patenttilandscape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Kiertoratkaisut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Voiko suorituskyvyn toteuttaa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Design-around-arvio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Kaupallinen vaihtoehto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Lisenssi, hankinta, oma kehitys, riitely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Buy/build/license/litigate-malli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A186492-7CFE-4F6D-A538-8893860C5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Tekninen etu ei ole uskottava ennen kuin vaihtoehdot on kuvattu ja lähteistetty.</a:t>
            </a:r>
          </a:p>
        </p:txBody>
      </p:sp>
    </p:spTree>
    <p:extLst>
      <p:ext uri="{BB962C8B-B14F-4D97-AF65-F5344CB8AC3E}">
        <p14:creationId xmlns:p14="http://schemas.microsoft.com/office/powerpoint/2010/main" val="122676365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5F4C6F6-6DCD-4710-9585-FAFED726D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TEKNINEN VALIDOINTI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C644A36-E20E-400E-8D9F-695BB0D20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Tuotevalidointi tarvitsee katkeamattoman ketjun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8BACA54-2276-4819-970E-A6C5680D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541A8CE-8EB5-4BE5-B7D0-F6649F371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597C942-4E47-430A-AEA1-9673B17F1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7979B29-061E-4648-B0EE-BDEB15B0A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0F3C5A7-B544-43AC-8ADE-C81F57CCB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C119E8C-4450-4A08-BCCA-1133E2CFA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7AACE4C-8902-432D-AFEA-5B8C6F466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Näyte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6A3C334-D50D-4EFE-B636-E497D85D6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Osta oikeasta maasta ja ajankohdasta; dokumentoi myyjä, tuoteversio ja sarjatiedot.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6824D13-8B8A-4FF2-832B-7DCD64C2A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3E14177-CAAE-4B0D-8FAA-13937A39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7173C23-1189-4817-B7E3-ADA04BA4B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Hallussapitoketju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B7DD143-7E7C-4058-B3D3-161AA3569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Tallenna vastaanotto, säilytys, avaaminen, kuvaus ja tiedostojen hashit.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92FFF7E-D5A7-4814-929E-ECE9D7AC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A549EDB-C18F-4C4B-A29B-2E32234B1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62DCF28-B7E5-488B-B3DF-D0ED51BE4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ja testi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1A4C554-E6E5-41D2-ACCE-3E89E55EC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Tee riippumaton mittausprotokolla, raakadata ja toistettavuustesti.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1CF5403-A816-44CC-9180-79AC5DF4F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260A79A4-2F26-4C82-9A70-C301F1CC5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685C92C-BA00-4078-A9DC-F4760E4A6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5103240-51D9-459A-AA91-FABCB8D2F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Mapita jokainen vaatimuspiirre todisteeseen ja asiamiehen johtopäätökseen.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EE40A5C9-F759-4E71-ABCD-B5B19D908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Markkinamyynti voidaan kohdistaa vasta, kun tuoteidentiteetti ja claim-kytkentä ovat hallittuja.</a:t>
            </a:r>
          </a:p>
        </p:txBody>
      </p:sp>
    </p:spTree>
    <p:extLst>
      <p:ext uri="{BB962C8B-B14F-4D97-AF65-F5344CB8AC3E}">
        <p14:creationId xmlns:p14="http://schemas.microsoft.com/office/powerpoint/2010/main" val="2098588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271CC34-695F-48A1-9356-0F40FE82E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4A2840A-C8BA-467A-BE8F-CF7219D36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Kaupallistaminen aloitetaan kovista porteista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02707DE-F0A1-44F0-BA52-43AA8537A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026AD4B-D3FA-4785-89D0-724B96EA7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91D5BF3-AED9-4772-B4FA-DCB8CDF9A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81F9DCC-E683-49FA-9B25-79E2B9947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33236C5-EDCC-4676-AB6A-31BB18ADE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D56E1B8-AD93-4FA2-BEFF-F001BB00D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8CDE3CE-8614-49D4-AAF5-1CA1ECAE7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oikeus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1846415-F65B-4B75-9202-1F19AD50C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yhteydenottoa ilman maakohtaista omistusta, voimassaoloa, rasite- ja määräpäivätietoa.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356A22C7-AF82-4F7B-871C-52604ECC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789A07E-4A7E-48A0-B929-AC6684504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133BD79-34B4-461A-A2DF-83867A4C6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tuote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4B5F491-01EE-482A-94F6-711AAF8E4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väitettä ilman tuotenäytettä, claim chartia ja paikallisen teon dokumentointia.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50EA69C1-1C63-4748-88DF-0CE32E298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2BD5D152-7E7C-4B52-B336-47D6A2BD6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AE3C8E64-4541-4882-B3D3-348618C15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Pisteytä kohde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FD3824D-AD12-4544-9474-9CDA7E893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Arvioi myynti, näyttö, vastapuoli, toimivalta, kustannus ja perittävyys.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D32710D2-E91D-4754-B080-AAAA71892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760A8EBF-9255-4859-B4CB-1FD494A47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92BF8AAF-1D6F-4900-977D-6430DFAA4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Testaa pilotti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D55FB08-1087-4653-A46D-7598AEB0E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Neuvottele lisenssi-, sovinto-, luovutus- tai rahoitusvaihtoehdot kontrolloidusti.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FE90DC21-E700-4530-AF9C-D155A85B6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Yhteydenottokirje ei automaattisesti katkaise vanhentumista tai todista tiedoksiantoa.</a:t>
            </a:r>
          </a:p>
        </p:txBody>
      </p:sp>
    </p:spTree>
    <p:extLst>
      <p:ext uri="{BB962C8B-B14F-4D97-AF65-F5344CB8AC3E}">
        <p14:creationId xmlns:p14="http://schemas.microsoft.com/office/powerpoint/2010/main" val="795244342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C2C83CA-6FA3-408A-BBFB-C2EEB763D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BACC59A-CCCD-46C2-8E5A-6A745CC7E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Kaupallistamisreitit eroavat kassavirran, kontrollin ja riskin suhteen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A85AC66-75A3-4010-ACBA-633AC941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DAB448B-35C8-46F3-8FC7-95593CCED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DF381A9-C5F9-4F17-8BCA-08D301B1E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327D674-0904-4F8F-8F85-FB15635A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Reitti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Kassavirta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Keskeinen riski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jatkuva rojalti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Rojaltipohjan auditointi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Sovinto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Kertamaksu / vaiheistus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 automaattista ennakkotapausta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Kauppahinta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Luovutetaan tuleva upside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IP-rahoitus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Velka tai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Vakuusarvo ja kontrollit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Prosessirahoitus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Kuluihin sidottu pääoma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Korkea kustannus ja lopputulosriski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E7A014C-A55A-4366-AD67-6BFBEAAFF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Valitse reitti vasta, kun oikeus, vastapuoli, kassavirta ja downside on todennettu.</a:t>
            </a:r>
          </a:p>
        </p:txBody>
      </p:sp>
    </p:spTree>
    <p:extLst>
      <p:ext uri="{BB962C8B-B14F-4D97-AF65-F5344CB8AC3E}">
        <p14:creationId xmlns:p14="http://schemas.microsoft.com/office/powerpoint/2010/main" val="2096013916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2B40C99-2FB7-421C-B8D2-822042970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TALOUDELLINEN MALLI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3DA847C-421B-4CF4-93BF-F4B226E6E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Taloudellinen malli alkaa todennettavista syötteistä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CE177BA-C9E8-48AF-AF4C-FA20E91DA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C44A8F8-CDB3-4CAD-977A-2AEEFBC94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481555-8888-491E-97B2-636C31D15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356678C-9103-43F0-972C-B9C437314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Syöte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Lähde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Maakohtainen relevantti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Viranomainen / vastapuolen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tuotedossier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tai vahinko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 / oikeudellinen analyysi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 ja perittävyys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Prosessi- ja vastapuolianalyysi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 ja verot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Budjetti / veroasiantuntija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Diskontto ja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7E01117-9475-44D7-8829-42CE18D4C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Nykyisestä julkisesta paketista ei voi johtaa pankkikelpoista NPV:tä.</a:t>
            </a:r>
          </a:p>
        </p:txBody>
      </p:sp>
    </p:spTree>
    <p:extLst>
      <p:ext uri="{BB962C8B-B14F-4D97-AF65-F5344CB8AC3E}">
        <p14:creationId xmlns:p14="http://schemas.microsoft.com/office/powerpoint/2010/main" val="1100584995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305B199-AED9-4F4A-8E81-DC4DBBAB4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HERKKYYDET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01E36F4-BFC6-4A2C-A202-F33482891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Herkkyydet on sidottava todellisiin riskeihin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A9D6E14-6D14-4D02-BBE6-3C60D1A8B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6052EC3-D1EB-4866-A76C-AA9182CB1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85E4088-5B82-4913-803B-AA6A865CE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623C26D-BD48-4009-BB04-C9B8D72C2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Ajuri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Oikeusalueet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vahvistettu maa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Priorisoidut maat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Laajempi varmennettu peitto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Yksi tuote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Validoitu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Laaja mutta dokumentoitu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/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Asiantuntijan alaraja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todennettu yläraja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Valitus ja pitkä perintä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Sopimuspolku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Upfront-rakenne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Täysi riitelybudjetti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pilotti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Vastapuolen kattamat 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165E1B-79D2-4D67-B80D-D5F12296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Taulukkoon ei syötetä prosentteja ennen lähdetodisteita; tämä dia määrittää skenaarioiden rakenteen.</a:t>
            </a:r>
          </a:p>
        </p:txBody>
      </p:sp>
    </p:spTree>
    <p:extLst>
      <p:ext uri="{BB962C8B-B14F-4D97-AF65-F5344CB8AC3E}">
        <p14:creationId xmlns:p14="http://schemas.microsoft.com/office/powerpoint/2010/main" val="1945874844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F495CAB-5045-4AF6-96DD-2F6B438CF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TUTKIJAN KYSYMYKSET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F9A868B-F316-4A11-9663-3C8FCCD98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Viisi kysymystä määrittää pankin seuraavan päätöksen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3E0B400-3C6F-4DD6-91CD-F60F30458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3B575C9-41C1-4F45-9CDA-92A813D67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1F7F5C4-F1D3-485D-937D-96302D69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2F2BE9D-07CC-4FCA-8F63-B9267B449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Kysymys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Vaadittu vastaus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tarkalleen omistetaan ja missä se on voimassa?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Allekirjoitettu oikeusmatriisi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 täyttää mitkä vaatimuspiirteet?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riippumaton testi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on todennettu relevantti myynti?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Tuote–maa–aika-net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Mistä ja milloin velanhoitokassa syntyy?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maksut, ennuste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vakuus realisoi downside-tilanteessa?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 + toteutuspolku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9A79FD8-18EE-453D-B651-AE1F90D8C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Jos yksikin vastaus jää olennaisesti auki, rahoitus on rakennettava ehdolliseksi ja vaiheistetuksi.</a:t>
            </a:r>
          </a:p>
        </p:txBody>
      </p:sp>
    </p:spTree>
    <p:extLst>
      <p:ext uri="{BB962C8B-B14F-4D97-AF65-F5344CB8AC3E}">
        <p14:creationId xmlns:p14="http://schemas.microsoft.com/office/powerpoint/2010/main" val="399290955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55F27BB-0045-4EF4-8339-464FE9F4F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AINEISTOPYYNNÖT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3E5F23A-08AA-4565-9340-13D8DF9C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Puuttuva aineisto priorisoituu vaikutuksen, ei helppouden mukaan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ACA0152-373F-4DC8-AAA5-A4BD61036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BEBD08C-19D6-44A0-9B5D-24FF10681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78EEE4C-0A69-4B73-9095-1291C9512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AF8B9D0-B13F-400F-B39F-75756EB94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Prioriteetti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Aineisto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Päätösvaikutus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Omistus, siirrot, rasitteet, vuosimaksut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Olemassa oleva ja kontrolloitava oikeus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Tuotenäytteet, testit ja claim chartit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Tekninen 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Relevantti myynti ja vastapuolidata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saatavat ja maksut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Velanhoitokyky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Tilinpäätös, velat, budjetti ja rahoitustarve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Yhtiö- ja luottoriski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IP-/yritysarvonmääritys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 ja hinta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5EF70E0-93BF-4587-86BC-9F7F606B7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paketti näyttää aukot; luottamuksellinen näyttö kuuluu pääsyrajattuun datahuoneeseen.</a:t>
            </a:r>
          </a:p>
        </p:txBody>
      </p:sp>
    </p:spTree>
    <p:extLst>
      <p:ext uri="{BB962C8B-B14F-4D97-AF65-F5344CB8AC3E}">
        <p14:creationId xmlns:p14="http://schemas.microsoft.com/office/powerpoint/2010/main" val="1767055897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39E759B-76D3-417B-ADBD-B7D8D530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SEURAAVAT VAIHEET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B3F6DAE-9B43-4840-B15B-16A26904E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90 päivää muuttaa aukot kontrolleiksi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34DC0CE-7BAA-4D2A-B185-660F52091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A3E16C8-A983-4C79-BA93-35EC232D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6D17B9A-015C-415F-B30B-F538C87F8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699551D-4457-46DB-A3E6-C99B3508B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D0859C3C-CEC1-483E-A520-0E26D98EB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B59FB24-5FCA-4BDA-93C1-F903F3D05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A3B6244-CA69-406B-ABAA-727EB2C0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0–30 päivää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8682A19-6144-4453-A6BD-4A52BFE8B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Oikeusmatriisi, määräpäivät, omistus- ja rasiteselvitys sekä yhtiöaineiston indeksi.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DCC9D55B-BF75-41E9-8BDF-97D07984B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EA2D62A-4146-4640-BAA7-95EBBD3C4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38498BF-74AA-49AA-B3FD-A6F42A2D6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31–60 päivää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AE2503D-2072-43C1-924C-E716C1A8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Tuotedossierit, claim chartit, priorisoitu markkinamyynti ja asiakasvalidointi.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4421FFC3-209D-4494-930D-7066C1F2C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2A0A183A-8E8A-4674-9745-CA560C8A4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7CB4F24-FAE0-4709-9A56-8A4E8FF22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61–90 päivää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7CB1098A-8676-43C1-A661-502DA7497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Kassavirtamalli, riippumaton arvonmääritys, downside ja term sheet -vaihtoehdot.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A3455DCF-C7E5-4E83-8227-61383A121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066282D-23BD-416D-9AC3-A50BF7574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379DCAF-DDE3-4964-BA45-AA8B872F4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Päätösportti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F9B2FBB3-7C05-4C46-868B-A21A17F81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Hyväksy, rajaa, vaiheista tai hylkää rahoitus näkyvillä ehdoilla ja stop-kriteereillä.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5556B1C0-5465-466F-9130-770FF1688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Paketti päivitetään samasta julkisesta lähdedatasta jokaisessa sivustojulkaisussa.</a:t>
            </a:r>
          </a:p>
        </p:txBody>
      </p:sp>
    </p:spTree>
    <p:extLst>
      <p:ext uri="{BB962C8B-B14F-4D97-AF65-F5344CB8AC3E}">
        <p14:creationId xmlns:p14="http://schemas.microsoft.com/office/powerpoint/2010/main" val="1497815887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F72C4DE-D23D-4F97-BE2C-3F13EF1C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B162C5A-1D77-4227-8673-42BCD583F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Pankkikelpoinen tarina on todennusketju — ei suurin mahdollinen markkinaluku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C084997-51C7-41DF-9629-C60AC9F0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Vahva lähtökohta: dokumentoitu patenttiydin ja Saksan virallista oikeusnäyttöä.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Ratkaiseva avoin työ: kansalliset oikeudet, claim-mapped sales, kassavirta ja downside-arvo.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Suositus: ehdollinen 90 päivän diligence, selkeät päätösportit ja pääsyrajattu datahuone.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Tämä julkinen paketti on tarkistettava evidenssikartta, ei Pixan Oy:n virallinen kanta tai rahoitussuositus.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DA9C574-87FB-48A3-ABC3-BE520DF29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2026.07.24-21 · 2026-07-24 · 30 / 30</a:t>
            </a:r>
          </a:p>
        </p:txBody>
      </p:sp>
    </p:spTree>
    <p:extLst>
      <p:ext uri="{BB962C8B-B14F-4D97-AF65-F5344CB8AC3E}">
        <p14:creationId xmlns:p14="http://schemas.microsoft.com/office/powerpoint/2010/main" val="147385134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2026-07-24T13:59:17.8840000Z</dcterms:created>
  <dcterms:modified xsi:type="dcterms:W3CDTF">2026-07-24T13:59:17.8840000Z</dcterms:modified>
</coreProperties>
</file>