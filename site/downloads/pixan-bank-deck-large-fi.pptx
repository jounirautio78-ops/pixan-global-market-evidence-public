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862f5b6cc6414f" /><Relationship Type="http://schemas.openxmlformats.org/officeDocument/2006/relationships/extended-properties" Target="/docProps/app.xml" Id="R77ddcb17b89e4798" /><Relationship Type="http://schemas.openxmlformats.org/officeDocument/2006/relationships/officeDocument" Target="/ppt/presentation.xml" Id="R49e37ce4eaa04f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0f6167c9140bc"/>
  </p:sldMasterIdLst>
  <p:notesMasterIdLst>
    <p:notesMasterId xmlns:r="http://schemas.openxmlformats.org/officeDocument/2006/relationships" r:id="Ra6cc6ae3c3c24fb6"/>
  </p:notesMasterIdLst>
  <p:sldIdLst>
    <p:sldId xmlns:r="http://schemas.openxmlformats.org/officeDocument/2006/relationships" id="256" r:id="R8d5a5e88036f4ab7"/>
    <p:sldId xmlns:r="http://schemas.openxmlformats.org/officeDocument/2006/relationships" id="257" r:id="Rc316d7c148364a2a"/>
    <p:sldId xmlns:r="http://schemas.openxmlformats.org/officeDocument/2006/relationships" id="258" r:id="Red325d7d0cda42c3"/>
    <p:sldId xmlns:r="http://schemas.openxmlformats.org/officeDocument/2006/relationships" id="259" r:id="R77e79ded8a3c4d52"/>
    <p:sldId xmlns:r="http://schemas.openxmlformats.org/officeDocument/2006/relationships" id="260" r:id="Rb705028a05554450"/>
    <p:sldId xmlns:r="http://schemas.openxmlformats.org/officeDocument/2006/relationships" id="261" r:id="Rdbd889fdf91d4d4a"/>
    <p:sldId xmlns:r="http://schemas.openxmlformats.org/officeDocument/2006/relationships" id="262" r:id="R67ed249964684c1b"/>
    <p:sldId xmlns:r="http://schemas.openxmlformats.org/officeDocument/2006/relationships" id="263" r:id="R3593597483f04654"/>
    <p:sldId xmlns:r="http://schemas.openxmlformats.org/officeDocument/2006/relationships" id="264" r:id="Rf3477d8bfe2a41a1"/>
    <p:sldId xmlns:r="http://schemas.openxmlformats.org/officeDocument/2006/relationships" id="265" r:id="R700e8ce5330c4300"/>
    <p:sldId xmlns:r="http://schemas.openxmlformats.org/officeDocument/2006/relationships" id="266" r:id="R85ec652118494ae7"/>
    <p:sldId xmlns:r="http://schemas.openxmlformats.org/officeDocument/2006/relationships" id="267" r:id="R47fec13de0174673"/>
    <p:sldId xmlns:r="http://schemas.openxmlformats.org/officeDocument/2006/relationships" id="268" r:id="Rf066807c1ef3477f"/>
    <p:sldId xmlns:r="http://schemas.openxmlformats.org/officeDocument/2006/relationships" id="269" r:id="R2f019d0425a3440e"/>
    <p:sldId xmlns:r="http://schemas.openxmlformats.org/officeDocument/2006/relationships" id="270" r:id="Reac9ed3e141c46be"/>
    <p:sldId xmlns:r="http://schemas.openxmlformats.org/officeDocument/2006/relationships" id="271" r:id="R65189f2cfe264707"/>
    <p:sldId xmlns:r="http://schemas.openxmlformats.org/officeDocument/2006/relationships" id="272" r:id="R6f901c06733c4994"/>
    <p:sldId xmlns:r="http://schemas.openxmlformats.org/officeDocument/2006/relationships" id="273" r:id="R71e5084b2737412e"/>
    <p:sldId xmlns:r="http://schemas.openxmlformats.org/officeDocument/2006/relationships" id="274" r:id="Re91746321e624b8d"/>
    <p:sldId xmlns:r="http://schemas.openxmlformats.org/officeDocument/2006/relationships" id="275" r:id="Rc186c03d2a704482"/>
    <p:sldId xmlns:r="http://schemas.openxmlformats.org/officeDocument/2006/relationships" id="276" r:id="Rc0cae5bfcbca4bac"/>
    <p:sldId xmlns:r="http://schemas.openxmlformats.org/officeDocument/2006/relationships" id="277" r:id="R6774101a52b94b53"/>
    <p:sldId xmlns:r="http://schemas.openxmlformats.org/officeDocument/2006/relationships" id="278" r:id="R572284f735994925"/>
    <p:sldId xmlns:r="http://schemas.openxmlformats.org/officeDocument/2006/relationships" id="279" r:id="Redfe6f40ebd04a5e"/>
    <p:sldId xmlns:r="http://schemas.openxmlformats.org/officeDocument/2006/relationships" id="280" r:id="Ra3bb19bd6126400a"/>
    <p:sldId xmlns:r="http://schemas.openxmlformats.org/officeDocument/2006/relationships" id="281" r:id="R70029212d2ed4027"/>
    <p:sldId xmlns:r="http://schemas.openxmlformats.org/officeDocument/2006/relationships" id="282" r:id="Rba2c8ca96eda4f8f"/>
    <p:sldId xmlns:r="http://schemas.openxmlformats.org/officeDocument/2006/relationships" id="283" r:id="R5ee30aeb236c4ae7"/>
    <p:sldId xmlns:r="http://schemas.openxmlformats.org/officeDocument/2006/relationships" id="284" r:id="R8c09a462cd024d87"/>
    <p:sldId xmlns:r="http://schemas.openxmlformats.org/officeDocument/2006/relationships" id="285" r:id="R10b861462e8448b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dc1f3d400246b8" /><Relationship Type="http://schemas.openxmlformats.org/officeDocument/2006/relationships/slideMaster" Target="/ppt/slideMasters/slideMaster1.xml" Id="Rf2a0f6167c9140bc" /><Relationship Type="http://schemas.openxmlformats.org/officeDocument/2006/relationships/notesMaster" Target="/ppt/notesMasters/notesMaster1.xml" Id="Ra6cc6ae3c3c24fb6" /><Relationship Type="http://schemas.openxmlformats.org/officeDocument/2006/relationships/presProps" Target="/ppt/presProps.xml" Id="Reec8875ab9f6458f" /><Relationship Type="http://schemas.openxmlformats.org/officeDocument/2006/relationships/viewProps" Target="/ppt/viewProps.xml" Id="R81fd4a87a5af4e92" /><Relationship Type="http://schemas.openxmlformats.org/officeDocument/2006/relationships/tableStyles" Target="/ppt/tableStyles.xml" Id="R9016e71500854a2c" /><Relationship Type="http://schemas.openxmlformats.org/officeDocument/2006/relationships/slide" Target="/ppt/slides/slide1.xml" Id="R8d5a5e88036f4ab7" /><Relationship Type="http://schemas.openxmlformats.org/officeDocument/2006/relationships/slide" Target="/ppt/slides/slide2.xml" Id="Rc316d7c148364a2a" /><Relationship Type="http://schemas.openxmlformats.org/officeDocument/2006/relationships/slide" Target="/ppt/slides/slide3.xml" Id="Red325d7d0cda42c3" /><Relationship Type="http://schemas.openxmlformats.org/officeDocument/2006/relationships/slide" Target="/ppt/slides/slide4.xml" Id="R77e79ded8a3c4d52" /><Relationship Type="http://schemas.openxmlformats.org/officeDocument/2006/relationships/slide" Target="/ppt/slides/slide5.xml" Id="Rb705028a05554450" /><Relationship Type="http://schemas.openxmlformats.org/officeDocument/2006/relationships/slide" Target="/ppt/slides/slide6.xml" Id="Rdbd889fdf91d4d4a" /><Relationship Type="http://schemas.openxmlformats.org/officeDocument/2006/relationships/slide" Target="/ppt/slides/slide7.xml" Id="R67ed249964684c1b" /><Relationship Type="http://schemas.openxmlformats.org/officeDocument/2006/relationships/slide" Target="/ppt/slides/slide8.xml" Id="R3593597483f04654" /><Relationship Type="http://schemas.openxmlformats.org/officeDocument/2006/relationships/slide" Target="/ppt/slides/slide9.xml" Id="Rf3477d8bfe2a41a1" /><Relationship Type="http://schemas.openxmlformats.org/officeDocument/2006/relationships/slide" Target="/ppt/slides/slide10.xml" Id="R700e8ce5330c4300" /><Relationship Type="http://schemas.openxmlformats.org/officeDocument/2006/relationships/slide" Target="/ppt/slides/slide11.xml" Id="R85ec652118494ae7" /><Relationship Type="http://schemas.openxmlformats.org/officeDocument/2006/relationships/slide" Target="/ppt/slides/slide12.xml" Id="R47fec13de0174673" /><Relationship Type="http://schemas.openxmlformats.org/officeDocument/2006/relationships/slide" Target="/ppt/slides/slide13.xml" Id="Rf066807c1ef3477f" /><Relationship Type="http://schemas.openxmlformats.org/officeDocument/2006/relationships/slide" Target="/ppt/slides/slide14.xml" Id="R2f019d0425a3440e" /><Relationship Type="http://schemas.openxmlformats.org/officeDocument/2006/relationships/slide" Target="/ppt/slides/slide15.xml" Id="Reac9ed3e141c46be" /><Relationship Type="http://schemas.openxmlformats.org/officeDocument/2006/relationships/slide" Target="/ppt/slides/slide16.xml" Id="R65189f2cfe264707" /><Relationship Type="http://schemas.openxmlformats.org/officeDocument/2006/relationships/slide" Target="/ppt/slides/slide17.xml" Id="R6f901c06733c4994" /><Relationship Type="http://schemas.openxmlformats.org/officeDocument/2006/relationships/slide" Target="/ppt/slides/slide18.xml" Id="R71e5084b2737412e" /><Relationship Type="http://schemas.openxmlformats.org/officeDocument/2006/relationships/slide" Target="/ppt/slides/slide19.xml" Id="Re91746321e624b8d" /><Relationship Type="http://schemas.openxmlformats.org/officeDocument/2006/relationships/slide" Target="/ppt/slides/slide20.xml" Id="Rc186c03d2a704482" /><Relationship Type="http://schemas.openxmlformats.org/officeDocument/2006/relationships/slide" Target="/ppt/slides/slide21.xml" Id="Rc0cae5bfcbca4bac" /><Relationship Type="http://schemas.openxmlformats.org/officeDocument/2006/relationships/slide" Target="/ppt/slides/slide22.xml" Id="R6774101a52b94b53" /><Relationship Type="http://schemas.openxmlformats.org/officeDocument/2006/relationships/slide" Target="/ppt/slides/slide23.xml" Id="R572284f735994925" /><Relationship Type="http://schemas.openxmlformats.org/officeDocument/2006/relationships/slide" Target="/ppt/slides/slide24.xml" Id="Redfe6f40ebd04a5e" /><Relationship Type="http://schemas.openxmlformats.org/officeDocument/2006/relationships/slide" Target="/ppt/slides/slide25.xml" Id="Ra3bb19bd6126400a" /><Relationship Type="http://schemas.openxmlformats.org/officeDocument/2006/relationships/slide" Target="/ppt/slides/slide26.xml" Id="R70029212d2ed4027" /><Relationship Type="http://schemas.openxmlformats.org/officeDocument/2006/relationships/slide" Target="/ppt/slides/slide27.xml" Id="Rba2c8ca96eda4f8f" /><Relationship Type="http://schemas.openxmlformats.org/officeDocument/2006/relationships/slide" Target="/ppt/slides/slide28.xml" Id="R5ee30aeb236c4ae7" /><Relationship Type="http://schemas.openxmlformats.org/officeDocument/2006/relationships/slide" Target="/ppt/slides/slide29.xml" Id="R8c09a462cd024d87" /><Relationship Type="http://schemas.openxmlformats.org/officeDocument/2006/relationships/slide" Target="/ppt/slides/slide30.xml" Id="R10b861462e8448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e897f075e647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799af8bee34272" /><Relationship Type="http://schemas.openxmlformats.org/officeDocument/2006/relationships/notesMaster" Target="/ppt/notesMasters/notesMaster1.xml" Id="R75f97d227ff042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08b60056b34796" /><Relationship Type="http://schemas.openxmlformats.org/officeDocument/2006/relationships/notesMaster" Target="/ppt/notesMasters/notesMaster1.xml" Id="Rd638ae4d9ad943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f15e80e2fc411f" /><Relationship Type="http://schemas.openxmlformats.org/officeDocument/2006/relationships/notesMaster" Target="/ppt/notesMasters/notesMaster1.xml" Id="Recff700a80304e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c39664b3ac4c45" /><Relationship Type="http://schemas.openxmlformats.org/officeDocument/2006/relationships/notesMaster" Target="/ppt/notesMasters/notesMaster1.xml" Id="Rb50f100c40fa4d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b64f2b36c64ee7" /><Relationship Type="http://schemas.openxmlformats.org/officeDocument/2006/relationships/notesMaster" Target="/ppt/notesMasters/notesMaster1.xml" Id="Rb810eae8f5a546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6bcb9d90dd4599" /><Relationship Type="http://schemas.openxmlformats.org/officeDocument/2006/relationships/notesMaster" Target="/ppt/notesMasters/notesMaster1.xml" Id="R987d4825d50647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94a9cd88b74664" /><Relationship Type="http://schemas.openxmlformats.org/officeDocument/2006/relationships/notesMaster" Target="/ppt/notesMasters/notesMaster1.xml" Id="R6b6132686f3f4f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3d0ebef5d648bc" /><Relationship Type="http://schemas.openxmlformats.org/officeDocument/2006/relationships/notesMaster" Target="/ppt/notesMasters/notesMaster1.xml" Id="R5d00d0de4a9c429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cb6d8be5d24a47" /><Relationship Type="http://schemas.openxmlformats.org/officeDocument/2006/relationships/notesMaster" Target="/ppt/notesMasters/notesMaster1.xml" Id="R5918e01f7d7844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5de79a848945f7" /><Relationship Type="http://schemas.openxmlformats.org/officeDocument/2006/relationships/notesMaster" Target="/ppt/notesMasters/notesMaster1.xml" Id="R4bc31a3273df4e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0c2bda81ae43a7" /><Relationship Type="http://schemas.openxmlformats.org/officeDocument/2006/relationships/notesMaster" Target="/ppt/notesMasters/notesMaster1.xml" Id="Rc86a6af5dee243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0120335fec46f3" /><Relationship Type="http://schemas.openxmlformats.org/officeDocument/2006/relationships/notesMaster" Target="/ppt/notesMasters/notesMaster1.xml" Id="R53f282fa34b14af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d1c422db694167" /><Relationship Type="http://schemas.openxmlformats.org/officeDocument/2006/relationships/notesMaster" Target="/ppt/notesMasters/notesMaster1.xml" Id="R3aeb1d5be3944b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b3311c65be4313" /><Relationship Type="http://schemas.openxmlformats.org/officeDocument/2006/relationships/notesMaster" Target="/ppt/notesMasters/notesMaster1.xml" Id="Rdeba8716e3584e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503c8634ff4b2d" /><Relationship Type="http://schemas.openxmlformats.org/officeDocument/2006/relationships/notesMaster" Target="/ppt/notesMasters/notesMaster1.xml" Id="R4eabd6d526dd4b8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0e0041c723444ef" /><Relationship Type="http://schemas.openxmlformats.org/officeDocument/2006/relationships/notesMaster" Target="/ppt/notesMasters/notesMaster1.xml" Id="Red78274542fb4f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74fc340149b42d5" /><Relationship Type="http://schemas.openxmlformats.org/officeDocument/2006/relationships/notesMaster" Target="/ppt/notesMasters/notesMaster1.xml" Id="R39332a16d1a94e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7c83309fe4445fa" /><Relationship Type="http://schemas.openxmlformats.org/officeDocument/2006/relationships/notesMaster" Target="/ppt/notesMasters/notesMaster1.xml" Id="R58d49ac1ebc94e4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5caa8db67594ce9" /><Relationship Type="http://schemas.openxmlformats.org/officeDocument/2006/relationships/notesMaster" Target="/ppt/notesMasters/notesMaster1.xml" Id="Rfd1215dd79284f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da3aabc9e4c427c" /><Relationship Type="http://schemas.openxmlformats.org/officeDocument/2006/relationships/notesMaster" Target="/ppt/notesMasters/notesMaster1.xml" Id="R437d09b31d9c4d0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063facabe8443f7" /><Relationship Type="http://schemas.openxmlformats.org/officeDocument/2006/relationships/notesMaster" Target="/ppt/notesMasters/notesMaster1.xml" Id="Rd0afe7447c5140f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8bf23bd340244e1" /><Relationship Type="http://schemas.openxmlformats.org/officeDocument/2006/relationships/notesMaster" Target="/ppt/notesMasters/notesMaster1.xml" Id="R8f9cb917059c4a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0556b3ef08c4b9f" /><Relationship Type="http://schemas.openxmlformats.org/officeDocument/2006/relationships/notesMaster" Target="/ppt/notesMasters/notesMaster1.xml" Id="R81fb78dc59e8476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3941e50cdca4b8b" /><Relationship Type="http://schemas.openxmlformats.org/officeDocument/2006/relationships/notesMaster" Target="/ppt/notesMasters/notesMaster1.xml" Id="R4ba2c2619bbc4d9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8fe7d6427284d33" /><Relationship Type="http://schemas.openxmlformats.org/officeDocument/2006/relationships/notesMaster" Target="/ppt/notesMasters/notesMaster1.xml" Id="Rc2ad9f0596de445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35be16fc45645e3" /><Relationship Type="http://schemas.openxmlformats.org/officeDocument/2006/relationships/notesMaster" Target="/ppt/notesMasters/notesMaster1.xml" Id="Ra553648232d9469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846d2d44c4a4303" /><Relationship Type="http://schemas.openxmlformats.org/officeDocument/2006/relationships/notesMaster" Target="/ppt/notesMasters/notesMaster1.xml" Id="Re96beea3fcac4d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751ede689dc481a" /><Relationship Type="http://schemas.openxmlformats.org/officeDocument/2006/relationships/notesMaster" Target="/ppt/notesMasters/notesMaster1.xml" Id="Ra558644f3c1d464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aab6b5b683243ec" /><Relationship Type="http://schemas.openxmlformats.org/officeDocument/2006/relationships/notesMaster" Target="/ppt/notesMasters/notesMaster1.xml" Id="R699729ac67614d1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c6a10b9d31c46dd" /><Relationship Type="http://schemas.openxmlformats.org/officeDocument/2006/relationships/notesMaster" Target="/ppt/notesMasters/notesMaster1.xml" Id="R6fe2c85d47cb43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f42a8eaa2849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97b9a30db744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30eb6ab9a54c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97dce3022647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f2e18ef8ff446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47d68233964ef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04c4a22ed0457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ad14bfa2b9450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3ff98aa9a4a6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d8410ff9bd454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ecadd385d42c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89798F-C72C-4118-8AAE-B4102F41F4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51EA5CF-1C5B-4663-B19F-A7E36CC7EBE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9A4F458-2B78-4645-8298-45C422B9D4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BE16ADF-62BA-4461-9CD8-CB19FBD277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D3D9794-87F6-4720-92E7-A410C97618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24CF5A-31EB-43D0-BD42-1EECD33AD5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8F1C22-B19E-4783-B5B1-62AA7D0B40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52B11D-F743-45E8-BBAF-092B868821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7BE284-9FC4-4EF4-88BD-B781B58E86B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D0736CC-40D2-4973-837F-1ED074B8DC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9827A4-F33B-4C67-9FF6-771EB94B02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5B2F600-BFD0-42C3-9A83-D954FF5D37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92C4BD0-6947-4187-80B7-58B5FB12C7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187F76-D08F-4F01-8FE5-63E32425C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50C456-57C8-411F-8629-0E27506BA3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9A352-5931-448D-9608-B8CC5A083E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F825669-30A5-4126-83DA-B19E6BC7C71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861E803-2739-426F-B900-E5F79F40DFA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4EA4489-6FF4-437D-B371-C2F025140A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13D77B8-7192-4CC3-A069-944153425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32CA66F-974E-4581-A9B6-809D641DBF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5EDA94-64BC-4A3C-BA71-F40170A86A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68354E4-50CD-4FC8-974C-C41F82B8C1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79D7FF7-562C-4A61-88FF-A0CC099A4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FC4729D-7976-4608-AF7C-F4A9FACD9D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B1301D0-5F8D-4EB2-A2CA-214B6DF7AF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E5D8CB2-E7A7-46D3-83D8-72FF8B4CB6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722D4E-6A5A-4A99-9C0F-BCE6BF1BA6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F62781C-D396-4ECF-A93D-E9BA2E42DD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4B7D04-A403-44F6-B291-74DFEAAA7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25EEB2D-A96F-4A8D-954B-85D4394D7D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F717D45-0E83-45FF-868B-B0415F89CB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C8B176E-F1DD-460D-B05F-F1B7660529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D38D381-9DE4-455E-A6DA-1ACA2D2CA3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9B40E50-3D78-4999-9097-48C3967F9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B268991-4F95-4CA5-A67B-60E2E7D9F7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B3FFEB-B6CC-45F0-B2E0-AE1F5CF009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5F15ED-212F-499D-B735-11D2A31ED32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EAF353-DFC3-424D-A08B-D5490A4B5F6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B01FD26-A47C-40A9-819B-BC80507C63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D0E2F75-185A-45D3-80AC-37EC1B14D8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3D6699A-93FD-4798-9D82-E714E065A0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BB8526-47E7-440D-8808-9B4491DCE5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513E40-843B-4084-A171-50589B873D6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1DEE4C6-8E4B-4265-B213-4145D81894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CF1007E-9ED5-49A1-AFA1-7D41B5D022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FA393D9-6B01-4AE9-B78A-3FBBB6C62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BBB4941-948F-4F06-9376-B0859B650D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73D40D-0973-40FB-AA64-4586756655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D19C278-7B80-43C4-90B6-10BA5320EB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A66DDE-6126-4748-A25A-9A02B428DC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874924-C118-4DCD-B913-57376126B7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8C2997-54B8-40AF-9C03-97ADCCBD2C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02DE386-B346-4868-96C1-1EF36C6A07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ECD454-F503-4023-BB23-0F432E663A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AE77E5-3181-4354-9C38-B9B4FD6B75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821A01-6B1B-4A79-8B6A-261AC99B46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249902-5080-40DE-9AA1-88DFD35A9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e80ca7f6fa406f" /><Relationship Type="http://schemas.openxmlformats.org/officeDocument/2006/relationships/slideLayout" Target="/ppt/slideLayouts/slideLayout1.xml" Id="Rc6a0dc88f6ef43c3" /><Relationship Type="http://schemas.openxmlformats.org/officeDocument/2006/relationships/slideLayout" Target="/ppt/slideLayouts/slideLayout2.xml" Id="R781f7c4abc3b43f1" /><Relationship Type="http://schemas.openxmlformats.org/officeDocument/2006/relationships/slideLayout" Target="/ppt/slideLayouts/slideLayout3.xml" Id="R726d26ef7fb844bf" /><Relationship Type="http://schemas.openxmlformats.org/officeDocument/2006/relationships/slideLayout" Target="/ppt/slideLayouts/slideLayout4.xml" Id="R661fc18784554c05" /><Relationship Type="http://schemas.openxmlformats.org/officeDocument/2006/relationships/slideLayout" Target="/ppt/slideLayouts/slideLayout5.xml" Id="R33c82a4f50ab4af8" /><Relationship Type="http://schemas.openxmlformats.org/officeDocument/2006/relationships/slideLayout" Target="/ppt/slideLayouts/slideLayout6.xml" Id="Rb0dacb448d734bfb" /><Relationship Type="http://schemas.openxmlformats.org/officeDocument/2006/relationships/slideLayout" Target="/ppt/slideLayouts/slideLayout7.xml" Id="R1c2f5d99308542a7" /><Relationship Type="http://schemas.openxmlformats.org/officeDocument/2006/relationships/slideLayout" Target="/ppt/slideLayouts/slideLayout8.xml" Id="R0998a3acf6024817" /><Relationship Type="http://schemas.openxmlformats.org/officeDocument/2006/relationships/slideLayout" Target="/ppt/slideLayouts/slideLayout9.xml" Id="R8c0e6b90605e4e03" /><Relationship Type="http://schemas.openxmlformats.org/officeDocument/2006/relationships/slideLayout" Target="/ppt/slideLayouts/slideLayout10.xml" Id="Rd9870a6a536040c8" /><Relationship Type="http://schemas.openxmlformats.org/officeDocument/2006/relationships/slideLayout" Target="/ppt/slideLayouts/slideLayout11.xml" Id="R18ef014c5ee7428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ADB834A-7E5C-4101-B0A7-1D951C398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595B338-A82C-431E-B32E-7EEB372369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F39F35-A156-45FD-97A9-DE18B0E060B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878C0D-B753-4EB2-AC54-386B425B4B0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99A696-235E-4CF8-ABDE-BDA41B6532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a0dc88f6ef43c3"/>
    <p:sldLayoutId xmlns:r="http://schemas.openxmlformats.org/officeDocument/2006/relationships" id="2147483650" r:id="R781f7c4abc3b43f1"/>
    <p:sldLayoutId xmlns:r="http://schemas.openxmlformats.org/officeDocument/2006/relationships" id="2147483651" r:id="R726d26ef7fb844bf"/>
    <p:sldLayoutId xmlns:r="http://schemas.openxmlformats.org/officeDocument/2006/relationships" id="2147483652" r:id="R661fc18784554c05"/>
    <p:sldLayoutId xmlns:r="http://schemas.openxmlformats.org/officeDocument/2006/relationships" id="2147483653" r:id="R33c82a4f50ab4af8"/>
    <p:sldLayoutId xmlns:r="http://schemas.openxmlformats.org/officeDocument/2006/relationships" id="2147483654" r:id="Rb0dacb448d734bfb"/>
    <p:sldLayoutId xmlns:r="http://schemas.openxmlformats.org/officeDocument/2006/relationships" id="2147483655" r:id="R1c2f5d99308542a7"/>
    <p:sldLayoutId xmlns:r="http://schemas.openxmlformats.org/officeDocument/2006/relationships" id="2147483656" r:id="R0998a3acf6024817"/>
    <p:sldLayoutId xmlns:r="http://schemas.openxmlformats.org/officeDocument/2006/relationships" id="2147483657" r:id="R8c0e6b90605e4e03"/>
    <p:sldLayoutId xmlns:r="http://schemas.openxmlformats.org/officeDocument/2006/relationships" id="2147483658" r:id="Rd9870a6a536040c8"/>
    <p:sldLayoutId xmlns:r="http://schemas.openxmlformats.org/officeDocument/2006/relationships" id="2147483659" r:id="R18ef014c5ee7428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c133cd6ad049c1" /><Relationship Type="http://schemas.openxmlformats.org/officeDocument/2006/relationships/notesSlide" Target="/ppt/notesSlides/notesSlide1.xml" Id="R89a71d80bd6a44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9e6db2cf094e48" /><Relationship Type="http://schemas.openxmlformats.org/officeDocument/2006/relationships/notesSlide" Target="/ppt/notesSlides/notesSlide2.xml" Id="Ra2761cb6b96047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aebc9577b748bd" /><Relationship Type="http://schemas.openxmlformats.org/officeDocument/2006/relationships/notesSlide" Target="/ppt/notesSlides/notesSlide3.xml" Id="R3a522abc549949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8dbd11bc7f4530" /><Relationship Type="http://schemas.openxmlformats.org/officeDocument/2006/relationships/notesSlide" Target="/ppt/notesSlides/notesSlide4.xml" Id="R7610f912099c40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3ea65e4411445b" /><Relationship Type="http://schemas.openxmlformats.org/officeDocument/2006/relationships/notesSlide" Target="/ppt/notesSlides/notesSlide5.xml" Id="Rbf8426a55e614d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22c4896ac04c24" /><Relationship Type="http://schemas.openxmlformats.org/officeDocument/2006/relationships/notesSlide" Target="/ppt/notesSlides/notesSlide6.xml" Id="R1e518b607afb44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95ac6d1655411a" /><Relationship Type="http://schemas.openxmlformats.org/officeDocument/2006/relationships/notesSlide" Target="/ppt/notesSlides/notesSlide7.xml" Id="R6ddd1886db124d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8170bc31244bfd" /><Relationship Type="http://schemas.openxmlformats.org/officeDocument/2006/relationships/notesSlide" Target="/ppt/notesSlides/notesSlide8.xml" Id="Rc5da0a2280d644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249fe38119443b" /><Relationship Type="http://schemas.openxmlformats.org/officeDocument/2006/relationships/notesSlide" Target="/ppt/notesSlides/notesSlide9.xml" Id="R27ea221bdb9148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aa6029bd2548fe" /><Relationship Type="http://schemas.openxmlformats.org/officeDocument/2006/relationships/notesSlide" Target="/ppt/notesSlides/notesSlide10.xml" Id="R51eab06827ec4a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e68f2eb442424b" /><Relationship Type="http://schemas.openxmlformats.org/officeDocument/2006/relationships/notesSlide" Target="/ppt/notesSlides/notesSlide11.xml" Id="R64f325b4b5ef47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7d1e9493d44625" /><Relationship Type="http://schemas.openxmlformats.org/officeDocument/2006/relationships/notesSlide" Target="/ppt/notesSlides/notesSlide12.xml" Id="R56cf0540fd7e4b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90c7b9d43f4909" /><Relationship Type="http://schemas.openxmlformats.org/officeDocument/2006/relationships/notesSlide" Target="/ppt/notesSlides/notesSlide13.xml" Id="Rbc1419f6a92243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13aff1d074515" /><Relationship Type="http://schemas.openxmlformats.org/officeDocument/2006/relationships/notesSlide" Target="/ppt/notesSlides/notesSlide14.xml" Id="Raf7feb22e0314a2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4eb097dda74745" /><Relationship Type="http://schemas.openxmlformats.org/officeDocument/2006/relationships/notesSlide" Target="/ppt/notesSlides/notesSlide15.xml" Id="Rc2318d6160e1401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77dbc5034f48d4" /><Relationship Type="http://schemas.openxmlformats.org/officeDocument/2006/relationships/notesSlide" Target="/ppt/notesSlides/notesSlide16.xml" Id="R5a435073d9b94c9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69bdec42fa47d3" /><Relationship Type="http://schemas.openxmlformats.org/officeDocument/2006/relationships/notesSlide" Target="/ppt/notesSlides/notesSlide17.xml" Id="Rf31e2f0ecfa14e7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664bfe97f443b8" /><Relationship Type="http://schemas.openxmlformats.org/officeDocument/2006/relationships/notesSlide" Target="/ppt/notesSlides/notesSlide18.xml" Id="Rad4500847ebd430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f8ea280a8e49ed" /><Relationship Type="http://schemas.openxmlformats.org/officeDocument/2006/relationships/notesSlide" Target="/ppt/notesSlides/notesSlide19.xml" Id="R126d90bf042142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558d2102e34642" /><Relationship Type="http://schemas.openxmlformats.org/officeDocument/2006/relationships/notesSlide" Target="/ppt/notesSlides/notesSlide20.xml" Id="R6c505d0d3f3a4c3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dcc61cfe5541f2" /><Relationship Type="http://schemas.openxmlformats.org/officeDocument/2006/relationships/notesSlide" Target="/ppt/notesSlides/notesSlide21.xml" Id="R79d95528de5f466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7d40878ffe41b8" /><Relationship Type="http://schemas.openxmlformats.org/officeDocument/2006/relationships/notesSlide" Target="/ppt/notesSlides/notesSlide22.xml" Id="R66efb9b9be864a2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118ed42c914842" /><Relationship Type="http://schemas.openxmlformats.org/officeDocument/2006/relationships/notesSlide" Target="/ppt/notesSlides/notesSlide23.xml" Id="R97e9d17c9df14cb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8fe412b4aa4bdc" /><Relationship Type="http://schemas.openxmlformats.org/officeDocument/2006/relationships/notesSlide" Target="/ppt/notesSlides/notesSlide24.xml" Id="R33e69db9e9e24dc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34fcc240ca476c" /><Relationship Type="http://schemas.openxmlformats.org/officeDocument/2006/relationships/notesSlide" Target="/ppt/notesSlides/notesSlide25.xml" Id="R4baf75d7781348d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b4573b6bf744d3" /><Relationship Type="http://schemas.openxmlformats.org/officeDocument/2006/relationships/notesSlide" Target="/ppt/notesSlides/notesSlide26.xml" Id="Rd0fb3f38d79e404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cf55e8d28a4e01" /><Relationship Type="http://schemas.openxmlformats.org/officeDocument/2006/relationships/notesSlide" Target="/ppt/notesSlides/notesSlide27.xml" Id="Ra586ca923a7c4a7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b8f2e6c24c46a3" /><Relationship Type="http://schemas.openxmlformats.org/officeDocument/2006/relationships/notesSlide" Target="/ppt/notesSlides/notesSlide28.xml" Id="R9205cf70961940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919986613a4a3f" /><Relationship Type="http://schemas.openxmlformats.org/officeDocument/2006/relationships/notesSlide" Target="/ppt/notesSlides/notesSlide29.xml" Id="Rc4ddb668d56d429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1255f40a5241dc" /><Relationship Type="http://schemas.openxmlformats.org/officeDocument/2006/relationships/notesSlide" Target="/ppt/notesSlides/notesSlide30.xml" Id="R638047e19ffb47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AD382A-61F4-4CB8-993C-5CA8C657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A068E1-2AEB-4656-ACFD-32A60A3B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1FC58FE-C222-43A5-93D3-261711F6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88A2AF-3CEA-4F1C-924E-E4909027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072806A-44C3-4AA0-A66E-2D58392B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5334C4-8B62-4CD9-A5B6-F180C19A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1BE7780-013C-4A76-A7D1-609AEBB6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A5B218-1572-451C-A1FF-1277736B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38A3160-AFB8-4C01-9CA1-4694DEF3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ADF3B23-D52D-496C-B4E6-384273A4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DC7A30B-734E-4A26-9713-D6ECC628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7953370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332BAD-D1C3-4607-8422-EF93D9E4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3B98E78-6C59-4DFB-8578-E862B9BF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E7E2B9-502C-4A13-8818-678D858C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A1632A0-2BC3-4E64-A00A-5A74BCA8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70481-CE76-47F6-AD07-3C278C29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CF9884-B3F5-40F6-BEFE-B938046F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CB74E4-F88C-4DCD-918A-8B92783A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238A54-DFF8-4B52-A978-D914060B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pohjassa on 578 WB-havaintoa; Puolan 2020–2023 virta ja 2025 verosilta vahvistavat tutkimuspohjaa, mutta eivät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0A9CE18-9452-42C9-AEF9-93CE4166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F8772E0-91C3-4B2E-8E7E-A47FA8EC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1D1723-3941-4648-ABF4-C4C8BFF6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6424110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4B0A06-C49F-4111-AC52-E8F4B08E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EFACD0-4444-4D14-9AF2-BC8C5152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A946B97-89ED-4BE3-A4B3-E9BE6603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071893-381F-4422-A755-AFBDD879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C4C785-5002-400E-991C-377820DE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227334C-33E7-433C-A8C7-1E763818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E9AE0C-5945-48B7-B5CD-02C55DBD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64618875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48EE0B-2F41-4B99-AA0E-267242CD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5CE8BB-4783-4D0A-9DBE-6BE272F3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A17F4BC-6C3C-42A1-9934-F2F7DDA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FD2891-685C-44BD-B843-AC0F59C3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0A5E6A-EDC6-40F7-94E8-F31EA5DA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46A80E-B663-4B71-865E-5D0B2927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1693125-8526-4CF3-80E1-D4E5BDBE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8E7FE1-CE69-4B2F-8D06-A393A25A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3CB933C-905B-46F5-A046-C4692CC5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CD71CE5-0E01-4B9D-A914-7287C4DD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937072-3A30-497B-9EBD-CE24D47E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168404486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DDB163-8D30-4DB1-86FC-EC1F4416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72FF2A-530D-43EC-AD03-7FE57501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E82F799-E0B0-46BF-BEA6-77A31AAA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F931E8-58C2-428A-8C8E-E2D27E39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1AE9096-1D3D-4812-9787-3112F858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22A51A-79AF-48B2-B82B-F5695960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AD37FB5-53AF-4507-BBC5-B1064A96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D2D53B5-E307-4E35-9FBC-BC1827DD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7738E1C-45D9-47CF-81D2-F3C33B68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235ACD7-0785-4EE8-BBFC-FBAFD6E0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543365C-88F5-47FF-B715-7EF87443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9181089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F1364B-89DF-466A-8027-1A0683DF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8DB5EB-84CC-43AF-AA15-17E73634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BF832C-5388-442F-9C28-376AD8B2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CD536C6-F61F-4FA5-9142-FE008A43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E667963-755F-4E2A-89EB-03C36DA5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2A89C24-1C11-4CF3-AEB0-7DD8A4F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3258DC-A00F-4DA4-8628-15E700D5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8529135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8219EB-F541-421C-8143-83D4568A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2571F6-8F8E-44D6-80D9-5073D61F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E150B7-CABE-4021-BC48-DA70C77C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07AE05-2BCC-4FB0-A720-1D2676F0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A7107CB-9CDC-4735-8166-DD999126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A153B5-7950-4CA1-9142-C6A617A5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C813CD6-87ED-41C4-AFB6-A4FF347D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C7920D-9321-4CD1-872D-4E0FF5C5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4A4306-8E7B-4581-9CA3-9E307F51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B07706E-995D-4BBC-B161-134FD8F1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EA8FB61-AE9E-44A1-8DA9-FF90B89C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D4EB7C-752F-4282-9CB3-565587AF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F83A70B-B3D8-420A-BC67-6E7EB225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994F9C1-7673-4652-9CD1-D334BE11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147EE4A-5B78-4660-9173-298C656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E760B72-1E3B-4FA7-90CB-A097C18B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C7089A3-6075-41E9-9714-FDC3186F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E4A63-6F92-4C33-BC78-C430CE9E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45ADA6F-B163-4E1D-BF96-C329BD65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1586716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2475D0-7401-4A32-A6A8-F3656EFA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75B0DF-4C80-4F2B-B3D7-A57AB223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984230-93A8-4BDF-B88E-FB51F4BD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154C8DD-1B72-46A9-9481-0EB94EC5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73847D-059F-49E2-81D2-088B5785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0AD90A-D270-4F28-8A8E-C4EB2D17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508D563-93E5-4677-8A80-ACF8739D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1D8F019-AFEA-4DE7-93CA-D8045416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8D6809D-4997-4F53-9457-ECAB60EF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616EDDE-9634-4087-AD10-6E3818A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E2D8F60-EADB-4251-8038-FCB9DBC7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CB9E0D0-81C0-47BD-8AE2-7733911E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C8DAC1A-3C87-4B52-8BEA-480154F1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3F1DF25-FC45-4397-A70E-07933A67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789FD8E-4B93-4ECC-BAB5-2201A72F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5654B32E-F36C-4B1C-84EF-F82EB452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FF1907C-57EC-4AB7-A257-BACB9DB9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A882A3F-C9A0-4F33-BBCE-48ACB68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254D4C0-7D3A-45DC-9D95-727147F0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5ECD41D7-CF13-4E4B-A2D1-1DD90911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0E03EA5-1256-4169-ACF3-882A5150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B9335E6-32A6-4514-AE47-FE6C54B7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5423260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8CACDF-810B-4459-ADBC-3FBE1180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EFC8E3-C718-4411-94F7-3D54511B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EA5199-98B1-475C-B3F7-FEA1BBF2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2CF2A0-9F44-4408-8A53-A86C5EDF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9ACDD1F-DF85-40EF-88DA-802ABE97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3ED0EA9-C662-4113-A060-163F3B88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41E1ED6-0A9F-4BBF-8F50-1E56E6D1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27654397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B87A34-8DFC-4F4F-9BCF-ACFEF30C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736EB32-D346-4C08-87F8-5BDC16DB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2364318-2E30-4A46-A158-49D8B74B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695A8E-A573-467A-8520-90ECE7C1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0C297F-885B-4F0E-8893-A9F995F6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7D99859-274B-4AE3-BB4F-20DD9534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5EF7CA7-6999-4A7E-A93D-5D64D584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77E9E1B-FAA6-4D94-9501-2675AC51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711EA10-4185-4BAE-8B00-9C13007D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0F1D97-87EB-460A-AF86-9512096B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2870DA0-CA86-4649-A7D3-A2A9F5E7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86840914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816DCD-F932-4340-B64C-B95C8AB0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43A438C-EF1B-4580-8359-0626DCE9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347DC0-FDDE-4279-9D18-62F71AFF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5337F6C-BEE7-4967-979F-8D95D1B2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2D80CD-6286-49D3-A8AA-77B88FAB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E4BB0E-A1FA-44AD-8BB7-1A5ABB41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9CB9D4-DCBC-4813-984B-56BEA919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02577987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9E3E5F8-C88F-48D8-B0B7-0F0AB68F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ED79DF-6CF9-4E68-8B4F-F6A5BDA0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avoin pohja: 578 WB-havaintoa;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E0F004-8D0E-4980-ADFC-24DE5D9E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25957FA-ED6B-4136-9440-121BA276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A420B37-5C34-4940-84B7-EB767392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7522637-35FA-4084-A266-AF268E4E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0E73F36-7443-4E59-BDDC-3F2E11D5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25FEA7F-8F94-4F35-99C3-353FF975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BD13662-2BFD-44CB-841C-1E08B4C2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F756324-FD78-4F94-AF5D-760F92E7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B914E4-B5CD-4088-B71D-1BA7A805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2288B78-A470-40A2-BD19-729AA665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6AEEF72-521C-470D-8816-6B41F208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1C1208-EFF9-4A1B-86AF-4A241C0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39C5D40-E647-4772-B952-4530C71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85CACE0-125F-4585-92A6-8C3C242C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6A11FB7-DA4A-4CD5-964A-1E238E08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AE4A0BE-4597-4260-B2FF-8ED825C9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BC83094-BAD6-4AFD-8C03-8FFA434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0AF685D5-BAA3-45AE-BEDC-29AE2A57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A487DD3-3F09-46CE-ABD9-4106DEDC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4C1F0C1-2D82-4E89-BFB8-CC9F54AE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54614735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0FF0CA-1C7E-40B7-B3A0-4E7447B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6D637C-59DA-40BD-B34E-9A76D1E7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799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+ 36 Ruotsin FHM-rekisterilukua; lisäksi 195 maan proxy-pohja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8BF058D-46DE-46D8-8312-C5C5DFC8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D584B8-986E-4E3A-A3D0-04F186F4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391FF9E-0B70-4555-A4DC-40733399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World Bank; Statistics Canada; Health Canada; New Zealand Ministry of Health; Destatis; Vero; Sejm; Puolan valtiovarainministeriö;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C8EC3B-CABA-4A57-A16B-524A6356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453EEB-4BEB-4E41-8CD0-A259BE2B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41430871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AA813B-9710-48A3-AE12-74B48474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EC1780-1CA0-46A9-B82A-8EA97ADD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FF003E-BCF3-4A40-B0E9-7D527276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B42378-9F78-40EC-9FD7-8D9BC73B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ED2915-8877-4C7A-8F3B-E36F0C97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50811E-4AC0-43B1-A622-CBCA6C6A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1221F9-2334-44D7-8469-0A1D5F74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E4B297-1A07-4F01-A59C-7D41E36D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89E3B1-DDC6-4746-A42E-2BBB9E3F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C4F82E3-2D14-493E-A325-17A97EC3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09DCF6F-E217-408D-9C24-8B3B17F5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971C9EF-FC86-4B8C-8623-301E81F1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1035891-955D-4ACF-8C41-2DFC7FD3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9A8C731-70C2-41F0-A071-496BB401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4E13CCB-D9D0-489F-BABC-8A560445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D3EBABA-E08E-410F-BA6B-49734929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5BC5CCC-8848-41A2-AF7F-675CC34A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A647D6E-A44D-4A9C-B71C-524CD3A5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D9496CA-1852-40D6-85AF-57C219F4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08938920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B419ADA-8934-4133-8C32-DACFB3BF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FA587E-426E-411B-AF0E-01731731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C389F9-8EA0-43CE-B50C-6EE18720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2B3915-5BA4-489B-8E34-DF3FA02E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FD1E21-D38F-4363-B194-0DFDF65A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2D91E1-BFED-4530-9AAA-CC442CA5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4D69D9-ADE5-4BAD-94DE-59413632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88985440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9B3D21-1903-4EA5-B782-196A077A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51D336-567A-492C-B990-D968B635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FBBF82-8A4D-45F2-AE32-E0B6DD70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67271E-9742-42CF-B39F-9BEE5E1A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6D97ED0-6E01-406D-B01D-E981ABE3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637836-EACE-44FF-8154-F6C86004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ED351B5-BFA1-41CC-8FCA-2F2DF12F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B57B08-A49E-44C3-B1F9-8CDFC1D5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4BA8231-064B-4731-AC6E-4569EDB0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9FA6753-AFCF-44AE-A80F-37CDE974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65E870B-8F0C-4C4E-BB85-833B338A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A45C42-D146-43A2-9CA3-BB30B4F2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4604BE3-EF85-40D7-BD42-A624915F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2BF1242-7479-41DD-8FE2-62B6DCA1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824470-A09E-4093-BD5F-62A05C0C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25ECF0B-CF15-4DBF-A792-3F835452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BA0C5E9-36A1-4195-806F-B9824F15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318B549-DCA5-4C5F-9F03-9F5F0C6F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131ADA6-1D47-47DC-B7E6-B0EAB535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161316214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821F07-090D-4D3C-A439-1A6A0889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CDFFA-9BAC-4E2B-ADD0-0337A40B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1EC4FAC-7AC1-41CB-8334-350AF8E0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C56A59-9CCD-4FEC-BFCB-ADA0764E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B40587-D597-4D6E-94C7-E3773E8B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E12E72-5B50-4C21-94C1-B7637367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381A65B-B9CC-4088-AFD8-8313D29D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C2EFC6-C732-4EDC-ABD1-04F169B6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5DCC1D5-867F-4EB0-A003-9E1AD65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FAC204E-449E-49AE-BDF5-DEEF91D6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B374A5C-6EA8-4E6A-AD4B-E6E6E1F7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5BF0C38-9D83-47F9-B734-147DB015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703C419-BC26-4033-BF5E-87CC3CD2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AC936D3-D8F4-447D-85CF-72D990C5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1557516-26B4-4300-A36E-DD6CAAD7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102C8B1-0C15-44BD-BC34-23791B7B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8DAF96B-6F41-42D5-A0E7-9B3D3F6B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AD01A5F-33E4-4CB7-A1DC-9FB0E84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5BACE83-2E70-4A8D-AD7C-EC20BAAE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462119F-C7A4-4418-830B-4DFA86A0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30F0ACB-E2E3-4EBE-AD47-06555CD4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A982AD1-5626-4ADB-A86E-8DF7E136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224720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87DAEF-08B3-4B35-B1A4-2A2E87BC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F10C31-E36F-4B69-8D70-49CF608D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2C4A97-000F-4F4F-9F6D-933DC272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49D872-B625-4FBE-898B-868AB3F7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E2C2DC-CCDD-486E-8A32-7C940907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1F71DB-5D1F-4156-9C61-D81EBC4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34411FD-D546-485A-A65D-839CDB2C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FFA363B-5FA4-4101-9E8D-98153089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D6D1893-D24B-495F-AD9D-70A86926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752F777-CB65-45D5-BECC-F09E2379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18B01C-042C-4FCC-9C83-1D338B0D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27184688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478642-41EF-4739-BBEF-269B358F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771F656-E332-4245-A625-487A3BAC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EAD6A24-A79A-43BD-BEE8-596F45E1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248E514-774E-470E-B28F-41E55BBD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8A1F3C-08CD-4EEC-9BCB-2C99EE29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5CBB5CD-288F-4A0A-802A-0C8D5AED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8572118-F47C-40CE-8867-E6A83100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37455501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05374E1-029F-451B-83C5-21F79951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DEE9CA-7756-4726-9AFF-2E8DE39A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E4126C-A8BE-4025-B440-F24CE920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D2137F4-F823-4F87-BBC2-5526BC3A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93514D6-2A68-46AF-8183-76EF9771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D54041-FAC4-4EBB-B2FC-588F0DAA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7B4100-D1BB-43DD-9412-31055EFB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765178-8DFD-4A15-9351-B6D80FBD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D28D65F-E81F-4DC0-8AAD-A80BDF53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21EB29-4CDC-4A8C-BDA4-2F9D80E4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9A2DF04-CA32-48CB-B397-55CFA893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209031692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8BA348-7445-41D0-AB80-38C5B76F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BE150B6-1BA0-4471-86BF-158536D7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507EEC-5EC4-486E-8ABF-CAFE7DFD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EBD3A4-CA54-401E-82DA-A99E0ACD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94F7AF5-84D9-4577-9149-16AC6915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9C335C5-1221-43A4-BB86-2C3D747F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BCAE5F-269C-4C5F-92BC-FAA98F7A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110809084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7B24780-4709-4214-AA8D-C92F087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CAA69D-9049-4616-89E8-4E2458A8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987883-D9AD-4266-83B9-E2C1AE41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FF4BA7-D261-4BFD-A7CE-D66F4355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8ACEB5-B0AA-409D-A174-0D1CC837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C66ABC-2DC0-4F55-A66D-4B326575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916FD5E-E5B6-41C4-A824-B0829A54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561AD73-2C31-4D7D-9052-16F6852C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38F4007-3476-41DB-A5F9-83B90D9E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6EB138-9A33-40FD-99AE-D88508B4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C85A520-3E2D-47CB-BA00-1745CB93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F9E6AB0-EA9B-4404-AB8F-AE62E88C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5D77F60-2030-43ED-9431-DFBC5FE2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947AC9F-8097-43B1-AB7F-67E310E26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35CB285-5E74-4A48-9A5D-F866878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4BBED83-D948-4BB6-AC96-0C567767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8F30B2E-3C27-4B75-BC10-617A03F7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FA31040-8ACE-4CB8-A453-1ABC7A3D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B67C422-271A-499A-8AA5-00B184E8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664D98D-CB8E-459E-8A04-C28A0C64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BCE1D22-ADF2-4126-9C93-0B896EC5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8E99CE0-AC15-4F14-BB51-FB42ECE5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F6B2445-D238-4B73-9802-978B6340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68459242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F74D5E-09DE-4E20-BCF4-C07AA3EB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BD1A0A-0D2C-40BB-9549-79C805BA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C02183-9D4F-47DF-8313-AE1C2EC5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A40B4B-64C4-4585-99BA-3CF2D6E6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A6B1434-8158-437E-8365-9B318E28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CA6B2B-A2C0-46B2-B50B-DC2EC505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FF57D77-A735-4C81-9E79-5D415D77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19EEE10-9C26-45C9-A1ED-E6A0C06F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408FEF1-A0DE-49F6-A734-F4051A12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F3C1CBF-8CC3-41E1-A5CD-536503B4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1F5262A-2F05-4888-8A67-64659B5E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F0DD727-E48F-4E12-B7E4-BD443832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B454832-2618-4367-9EF8-0ED8A1AC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E042BBE-D45D-4411-9813-3B6DDD35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051478E-C0C9-488A-93C1-C96FFEA8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9343C96-CD72-4D9F-9914-4C35F379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BF4844C-ABB3-4F82-9637-41E88D46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9914C91-5C12-4E5B-831C-01A80A84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5D37E87-7B87-4102-895B-6E73CD8E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4FF92ED-9068-483A-9E56-AD55A511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03C9B70-6CEC-4FFC-8EF3-9B78F0AA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0F9A43D-FB1A-49AF-89DF-0E7CE68B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201A234-0042-445E-AD14-B6564A94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88399186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C0726B-C1FB-44ED-A9EC-D2ECE39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001675-9695-467D-8AC4-3DFE663D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CCB6365-F1C1-43DC-AF2B-CA95A104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B4FC9F0-B4C6-4DCA-9A7E-4461E41D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468544B-8843-49E9-8516-71F52970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556DCCA-E775-4F12-9402-F393AF8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1A5571-BF8A-4B06-A5B5-1E7F693F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42877570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D7E59D-7682-47E0-90C0-ED3511D5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1742BB9-98D4-4BC5-9D69-2AFFFC44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A096E0F-71EC-4038-8CCC-FF985C02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9D27D8-9CF8-4DE1-AAA1-0C773C2F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9B9FE3-237A-42C9-8521-C92C536C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A114106-61CC-48EC-A85E-2D199FCA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B90E0C-7686-46D7-955C-7A81FAB0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74862888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1F3A41-0ECA-497F-8AB1-4117BDB9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2F135E-E41F-4BDF-BDA5-01EAF575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F3276A-6CB3-46F2-B858-C8CBE78F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D1123AD-B3C2-427F-8F2D-7449F0C1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FC32C0-E078-4970-9B2C-D975469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2AF61D-032F-4FF4-882A-4C09BC88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0033C4-C7AF-4C72-ABD2-62618CE8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06746368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A23E48-2B4B-4081-9972-259FF5A9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105C4B6-7FC6-41AE-8720-4B1343CD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DD83B-B949-4DF5-8FEE-FB5DCBEB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3DE452-CB88-4862-8174-100EEB27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CB85B4-9745-492E-8CB7-BB1474D7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674212B-018C-4FEB-BDF9-B33CB66A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4695D76-7342-462B-B03F-2868BDC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60226276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7187D8-25E7-45A5-80AD-1A9CB891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F7374F2-6916-41C1-8D34-59AD1109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A1DBF4-984C-41C4-AEDF-26171417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EDC837-5F73-4EFC-B5CE-843EFB2A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E4390C-3F49-45D1-A0EA-83C490F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D54B7ED-4E9F-4B8C-B8AA-4B9F7BD0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1BE459-9DE3-40C3-967C-5A3C258D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32039836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E15FFD3-CB58-4539-94E3-B3E674F8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3809ED-07E3-4C00-9085-FA79D13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sulkemissprintti ohjaa seuraavat 90 päivää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AFBC13D-A028-4F0F-BDBD-69A825AD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038B37-C657-491F-94C2-22959BB2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F494D4-CFFB-4338-BBA2-F619F168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D8F068-7410-4651-BE5F-B3D2918F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526F2C1-8C58-4A2A-BEDA-F9E90DA4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C943210-EE9C-4184-9235-846DE268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A9E9FF9-E18F-4C7E-8E1E-C800E246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9051BA-5DEE-4C6C-BDB2-B10F4363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52834ECE-4E7E-4DA6-A1CC-E86C1F47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0D508AC-BFBE-45DC-B07C-BD55CFDD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A3CB275-1939-43E9-A340-8FB3B36B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0D70EDE-E0E9-406F-B581-6EE55F59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E8FA325-8983-4293-A502-2A9773AC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B8EC98-18AD-4F12-A22F-485F5291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A96B293-3E14-47E8-B48A-C8C580C6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5CE7150-5CAD-4970-85B5-86DA2C60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0/6 pakollista porttia; oikeuksiltaan selvä retail-data vain hyväksytyn näytteen jälkeen.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2BE971A-803E-49A3-B2BC-E36E5AA5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85CBCDD-BD94-40F6-9D24-B6D90CCE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CE11719-A888-4740-9601-D7C8D7AA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4C3E54C-4B71-41AA-8426-C5E4F766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3EF575A-8DB4-486E-BECC-E8F43948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348066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82D534F-63F5-4559-91DC-25F58682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C22E34-E97E-4F48-8D39-E0476980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3EF2931-D9AF-40A4-A9DC-1B0192FF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58A564A-E334-45DB-9B6B-02A9899D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2026.07.27-28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5054928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2026-07-27T14:00:09.0670000Z</dcterms:created>
  <dcterms:modified xsi:type="dcterms:W3CDTF">2026-07-27T14:00:09.0670000Z</dcterms:modified>
</coreProperties>
</file>