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433a72aa4f418b" /><Relationship Type="http://schemas.openxmlformats.org/officeDocument/2006/relationships/extended-properties" Target="/docProps/app.xml" Id="R918a78903ced4e52" /><Relationship Type="http://schemas.openxmlformats.org/officeDocument/2006/relationships/officeDocument" Target="/ppt/presentation.xml" Id="R439ccd78a2dc43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8d1192e9a64965"/>
  </p:sldMasterIdLst>
  <p:notesMasterIdLst>
    <p:notesMasterId xmlns:r="http://schemas.openxmlformats.org/officeDocument/2006/relationships" r:id="R9ff28bfa7953445b"/>
  </p:notesMasterIdLst>
  <p:sldIdLst>
    <p:sldId xmlns:r="http://schemas.openxmlformats.org/officeDocument/2006/relationships" id="256" r:id="R2d259526b0af4e49"/>
    <p:sldId xmlns:r="http://schemas.openxmlformats.org/officeDocument/2006/relationships" id="257" r:id="R26012d20aa814105"/>
    <p:sldId xmlns:r="http://schemas.openxmlformats.org/officeDocument/2006/relationships" id="258" r:id="Re1c082454cf343d1"/>
    <p:sldId xmlns:r="http://schemas.openxmlformats.org/officeDocument/2006/relationships" id="259" r:id="R597cc974f8844857"/>
    <p:sldId xmlns:r="http://schemas.openxmlformats.org/officeDocument/2006/relationships" id="260" r:id="Rcc2c7b703c954dfc"/>
    <p:sldId xmlns:r="http://schemas.openxmlformats.org/officeDocument/2006/relationships" id="261" r:id="Rdf7787504bfb447c"/>
    <p:sldId xmlns:r="http://schemas.openxmlformats.org/officeDocument/2006/relationships" id="262" r:id="R21a5b8edd3384b0f"/>
    <p:sldId xmlns:r="http://schemas.openxmlformats.org/officeDocument/2006/relationships" id="263" r:id="R7e2a872e7ccd4c62"/>
    <p:sldId xmlns:r="http://schemas.openxmlformats.org/officeDocument/2006/relationships" id="264" r:id="R3c777ffeb2594cd0"/>
    <p:sldId xmlns:r="http://schemas.openxmlformats.org/officeDocument/2006/relationships" id="265" r:id="Ra38e14d83b8a42d9"/>
    <p:sldId xmlns:r="http://schemas.openxmlformats.org/officeDocument/2006/relationships" id="266" r:id="Rb7197dfe93fa46db"/>
    <p:sldId xmlns:r="http://schemas.openxmlformats.org/officeDocument/2006/relationships" id="267" r:id="Re6785a28ccb84fd0"/>
    <p:sldId xmlns:r="http://schemas.openxmlformats.org/officeDocument/2006/relationships" id="268" r:id="Ra533544f2a6d48d2"/>
    <p:sldId xmlns:r="http://schemas.openxmlformats.org/officeDocument/2006/relationships" id="269" r:id="Rc5acd8c7643b47a4"/>
    <p:sldId xmlns:r="http://schemas.openxmlformats.org/officeDocument/2006/relationships" id="270" r:id="R05764585ff7a48ef"/>
    <p:sldId xmlns:r="http://schemas.openxmlformats.org/officeDocument/2006/relationships" id="271" r:id="Rc90a960395704af6"/>
    <p:sldId xmlns:r="http://schemas.openxmlformats.org/officeDocument/2006/relationships" id="272" r:id="R5125545eda6c4a73"/>
    <p:sldId xmlns:r="http://schemas.openxmlformats.org/officeDocument/2006/relationships" id="273" r:id="R944234f0196b4030"/>
    <p:sldId xmlns:r="http://schemas.openxmlformats.org/officeDocument/2006/relationships" id="274" r:id="R9a27de9bd8084c3b"/>
    <p:sldId xmlns:r="http://schemas.openxmlformats.org/officeDocument/2006/relationships" id="275" r:id="Re289b7bfc5574fb2"/>
    <p:sldId xmlns:r="http://schemas.openxmlformats.org/officeDocument/2006/relationships" id="276" r:id="R6be72d0bfc56405c"/>
    <p:sldId xmlns:r="http://schemas.openxmlformats.org/officeDocument/2006/relationships" id="277" r:id="R896da85fad0c4c3d"/>
    <p:sldId xmlns:r="http://schemas.openxmlformats.org/officeDocument/2006/relationships" id="278" r:id="R7374604b406e4b9a"/>
    <p:sldId xmlns:r="http://schemas.openxmlformats.org/officeDocument/2006/relationships" id="279" r:id="R91fa996f48b04926"/>
    <p:sldId xmlns:r="http://schemas.openxmlformats.org/officeDocument/2006/relationships" id="280" r:id="Re17cef12f4354d46"/>
    <p:sldId xmlns:r="http://schemas.openxmlformats.org/officeDocument/2006/relationships" id="281" r:id="R3fb49aef6e0047ab"/>
    <p:sldId xmlns:r="http://schemas.openxmlformats.org/officeDocument/2006/relationships" id="282" r:id="R9e2503e3a91d4dfd"/>
    <p:sldId xmlns:r="http://schemas.openxmlformats.org/officeDocument/2006/relationships" id="283" r:id="R4c749e6818534d31"/>
    <p:sldId xmlns:r="http://schemas.openxmlformats.org/officeDocument/2006/relationships" id="284" r:id="R7cd07b06bcad4255"/>
    <p:sldId xmlns:r="http://schemas.openxmlformats.org/officeDocument/2006/relationships" id="285" r:id="R1c0bc427f2b2446d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047431229d44d8" /><Relationship Type="http://schemas.openxmlformats.org/officeDocument/2006/relationships/slideMaster" Target="/ppt/slideMasters/slideMaster1.xml" Id="R488d1192e9a64965" /><Relationship Type="http://schemas.openxmlformats.org/officeDocument/2006/relationships/notesMaster" Target="/ppt/notesMasters/notesMaster1.xml" Id="R9ff28bfa7953445b" /><Relationship Type="http://schemas.openxmlformats.org/officeDocument/2006/relationships/presProps" Target="/ppt/presProps.xml" Id="R9769eb67083c4955" /><Relationship Type="http://schemas.openxmlformats.org/officeDocument/2006/relationships/viewProps" Target="/ppt/viewProps.xml" Id="R7efeaaf1fa194e43" /><Relationship Type="http://schemas.openxmlformats.org/officeDocument/2006/relationships/tableStyles" Target="/ppt/tableStyles.xml" Id="R166370b10931424a" /><Relationship Type="http://schemas.openxmlformats.org/officeDocument/2006/relationships/slide" Target="/ppt/slides/slide1.xml" Id="R2d259526b0af4e49" /><Relationship Type="http://schemas.openxmlformats.org/officeDocument/2006/relationships/slide" Target="/ppt/slides/slide2.xml" Id="R26012d20aa814105" /><Relationship Type="http://schemas.openxmlformats.org/officeDocument/2006/relationships/slide" Target="/ppt/slides/slide3.xml" Id="Re1c082454cf343d1" /><Relationship Type="http://schemas.openxmlformats.org/officeDocument/2006/relationships/slide" Target="/ppt/slides/slide4.xml" Id="R597cc974f8844857" /><Relationship Type="http://schemas.openxmlformats.org/officeDocument/2006/relationships/slide" Target="/ppt/slides/slide5.xml" Id="Rcc2c7b703c954dfc" /><Relationship Type="http://schemas.openxmlformats.org/officeDocument/2006/relationships/slide" Target="/ppt/slides/slide6.xml" Id="Rdf7787504bfb447c" /><Relationship Type="http://schemas.openxmlformats.org/officeDocument/2006/relationships/slide" Target="/ppt/slides/slide7.xml" Id="R21a5b8edd3384b0f" /><Relationship Type="http://schemas.openxmlformats.org/officeDocument/2006/relationships/slide" Target="/ppt/slides/slide8.xml" Id="R7e2a872e7ccd4c62" /><Relationship Type="http://schemas.openxmlformats.org/officeDocument/2006/relationships/slide" Target="/ppt/slides/slide9.xml" Id="R3c777ffeb2594cd0" /><Relationship Type="http://schemas.openxmlformats.org/officeDocument/2006/relationships/slide" Target="/ppt/slides/slide10.xml" Id="Ra38e14d83b8a42d9" /><Relationship Type="http://schemas.openxmlformats.org/officeDocument/2006/relationships/slide" Target="/ppt/slides/slide11.xml" Id="Rb7197dfe93fa46db" /><Relationship Type="http://schemas.openxmlformats.org/officeDocument/2006/relationships/slide" Target="/ppt/slides/slide12.xml" Id="Re6785a28ccb84fd0" /><Relationship Type="http://schemas.openxmlformats.org/officeDocument/2006/relationships/slide" Target="/ppt/slides/slide13.xml" Id="Ra533544f2a6d48d2" /><Relationship Type="http://schemas.openxmlformats.org/officeDocument/2006/relationships/slide" Target="/ppt/slides/slide14.xml" Id="Rc5acd8c7643b47a4" /><Relationship Type="http://schemas.openxmlformats.org/officeDocument/2006/relationships/slide" Target="/ppt/slides/slide15.xml" Id="R05764585ff7a48ef" /><Relationship Type="http://schemas.openxmlformats.org/officeDocument/2006/relationships/slide" Target="/ppt/slides/slide16.xml" Id="Rc90a960395704af6" /><Relationship Type="http://schemas.openxmlformats.org/officeDocument/2006/relationships/slide" Target="/ppt/slides/slide17.xml" Id="R5125545eda6c4a73" /><Relationship Type="http://schemas.openxmlformats.org/officeDocument/2006/relationships/slide" Target="/ppt/slides/slide18.xml" Id="R944234f0196b4030" /><Relationship Type="http://schemas.openxmlformats.org/officeDocument/2006/relationships/slide" Target="/ppt/slides/slide19.xml" Id="R9a27de9bd8084c3b" /><Relationship Type="http://schemas.openxmlformats.org/officeDocument/2006/relationships/slide" Target="/ppt/slides/slide20.xml" Id="Re289b7bfc5574fb2" /><Relationship Type="http://schemas.openxmlformats.org/officeDocument/2006/relationships/slide" Target="/ppt/slides/slide21.xml" Id="R6be72d0bfc56405c" /><Relationship Type="http://schemas.openxmlformats.org/officeDocument/2006/relationships/slide" Target="/ppt/slides/slide22.xml" Id="R896da85fad0c4c3d" /><Relationship Type="http://schemas.openxmlformats.org/officeDocument/2006/relationships/slide" Target="/ppt/slides/slide23.xml" Id="R7374604b406e4b9a" /><Relationship Type="http://schemas.openxmlformats.org/officeDocument/2006/relationships/slide" Target="/ppt/slides/slide24.xml" Id="R91fa996f48b04926" /><Relationship Type="http://schemas.openxmlformats.org/officeDocument/2006/relationships/slide" Target="/ppt/slides/slide25.xml" Id="Re17cef12f4354d46" /><Relationship Type="http://schemas.openxmlformats.org/officeDocument/2006/relationships/slide" Target="/ppt/slides/slide26.xml" Id="R3fb49aef6e0047ab" /><Relationship Type="http://schemas.openxmlformats.org/officeDocument/2006/relationships/slide" Target="/ppt/slides/slide27.xml" Id="R9e2503e3a91d4dfd" /><Relationship Type="http://schemas.openxmlformats.org/officeDocument/2006/relationships/slide" Target="/ppt/slides/slide28.xml" Id="R4c749e6818534d31" /><Relationship Type="http://schemas.openxmlformats.org/officeDocument/2006/relationships/slide" Target="/ppt/slides/slide29.xml" Id="R7cd07b06bcad4255" /><Relationship Type="http://schemas.openxmlformats.org/officeDocument/2006/relationships/slide" Target="/ppt/slides/slide30.xml" Id="R1c0bc427f2b244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fe7532663047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d598f40f7641ef" /><Relationship Type="http://schemas.openxmlformats.org/officeDocument/2006/relationships/notesMaster" Target="/ppt/notesMasters/notesMaster1.xml" Id="R340242c06a4d47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b6b26ccd7d48b2" /><Relationship Type="http://schemas.openxmlformats.org/officeDocument/2006/relationships/notesMaster" Target="/ppt/notesMasters/notesMaster1.xml" Id="R378dd9e807af48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2634ceab8646da" /><Relationship Type="http://schemas.openxmlformats.org/officeDocument/2006/relationships/notesMaster" Target="/ppt/notesMasters/notesMaster1.xml" Id="Rac40887869b046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d005dc53774f1f" /><Relationship Type="http://schemas.openxmlformats.org/officeDocument/2006/relationships/notesMaster" Target="/ppt/notesMasters/notesMaster1.xml" Id="R3e6d2d078d6046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7644aa2d354729" /><Relationship Type="http://schemas.openxmlformats.org/officeDocument/2006/relationships/notesMaster" Target="/ppt/notesMasters/notesMaster1.xml" Id="R6bcdd2c7521a4e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6358a73329433a" /><Relationship Type="http://schemas.openxmlformats.org/officeDocument/2006/relationships/notesMaster" Target="/ppt/notesMasters/notesMaster1.xml" Id="R143c3bbef2644a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0d4f59355f4abf" /><Relationship Type="http://schemas.openxmlformats.org/officeDocument/2006/relationships/notesMaster" Target="/ppt/notesMasters/notesMaster1.xml" Id="R8005540b2e9543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01d51599cb4b0a" /><Relationship Type="http://schemas.openxmlformats.org/officeDocument/2006/relationships/notesMaster" Target="/ppt/notesMasters/notesMaster1.xml" Id="Rc5bd4b90be1d4f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66a65011d148de" /><Relationship Type="http://schemas.openxmlformats.org/officeDocument/2006/relationships/notesMaster" Target="/ppt/notesMasters/notesMaster1.xml" Id="Rde3544462e334f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c140e213d3466d" /><Relationship Type="http://schemas.openxmlformats.org/officeDocument/2006/relationships/notesMaster" Target="/ppt/notesMasters/notesMaster1.xml" Id="R984a4dca7f1e4d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aa29a9a0554d5c" /><Relationship Type="http://schemas.openxmlformats.org/officeDocument/2006/relationships/notesMaster" Target="/ppt/notesMasters/notesMaster1.xml" Id="R3e962b8bd9944c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f3b605ccd941ae" /><Relationship Type="http://schemas.openxmlformats.org/officeDocument/2006/relationships/notesMaster" Target="/ppt/notesMasters/notesMaster1.xml" Id="Rff5f98668ee049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f7f3b23b9b409c" /><Relationship Type="http://schemas.openxmlformats.org/officeDocument/2006/relationships/notesMaster" Target="/ppt/notesMasters/notesMaster1.xml" Id="Rd1681c043ce740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74d94bdbf341d1" /><Relationship Type="http://schemas.openxmlformats.org/officeDocument/2006/relationships/notesMaster" Target="/ppt/notesMasters/notesMaster1.xml" Id="Raa1e1213dc3c476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bbcecbb38444a8" /><Relationship Type="http://schemas.openxmlformats.org/officeDocument/2006/relationships/notesMaster" Target="/ppt/notesMasters/notesMaster1.xml" Id="Rd07fd9e143ed41a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2ba728a7884cfd" /><Relationship Type="http://schemas.openxmlformats.org/officeDocument/2006/relationships/notesMaster" Target="/ppt/notesMasters/notesMaster1.xml" Id="R45e1f1f097ba45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6166f62edb44748" /><Relationship Type="http://schemas.openxmlformats.org/officeDocument/2006/relationships/notesMaster" Target="/ppt/notesMasters/notesMaster1.xml" Id="R40da6a40509141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04500bed2974211" /><Relationship Type="http://schemas.openxmlformats.org/officeDocument/2006/relationships/notesMaster" Target="/ppt/notesMasters/notesMaster1.xml" Id="R9043a7e5a4b9431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d884bd401aa4641" /><Relationship Type="http://schemas.openxmlformats.org/officeDocument/2006/relationships/notesMaster" Target="/ppt/notesMasters/notesMaster1.xml" Id="Rcc4d36150ac64a4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e317f8e5f0474b" /><Relationship Type="http://schemas.openxmlformats.org/officeDocument/2006/relationships/notesMaster" Target="/ppt/notesMasters/notesMaster1.xml" Id="Re4aa38b77676470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8ad8e9fd310475e" /><Relationship Type="http://schemas.openxmlformats.org/officeDocument/2006/relationships/notesMaster" Target="/ppt/notesMasters/notesMaster1.xml" Id="R00376aa1cb424c1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05546d7b19b4006" /><Relationship Type="http://schemas.openxmlformats.org/officeDocument/2006/relationships/notesMaster" Target="/ppt/notesMasters/notesMaster1.xml" Id="R91255fba4e7846e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5037561c1aa4088" /><Relationship Type="http://schemas.openxmlformats.org/officeDocument/2006/relationships/notesMaster" Target="/ppt/notesMasters/notesMaster1.xml" Id="R028acd24f88d4fa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bbfc1337284462b" /><Relationship Type="http://schemas.openxmlformats.org/officeDocument/2006/relationships/notesMaster" Target="/ppt/notesMasters/notesMaster1.xml" Id="Rbddcd6d54902423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aed63b61727468e" /><Relationship Type="http://schemas.openxmlformats.org/officeDocument/2006/relationships/notesMaster" Target="/ppt/notesMasters/notesMaster1.xml" Id="Ra40aaa0f91174b9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3899708a2e04344" /><Relationship Type="http://schemas.openxmlformats.org/officeDocument/2006/relationships/notesMaster" Target="/ppt/notesMasters/notesMaster1.xml" Id="R70a1dfa97faa4b4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5df7d04e6d74f6a" /><Relationship Type="http://schemas.openxmlformats.org/officeDocument/2006/relationships/notesMaster" Target="/ppt/notesMasters/notesMaster1.xml" Id="R6300dd0344b7480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1b8d641ecb74680" /><Relationship Type="http://schemas.openxmlformats.org/officeDocument/2006/relationships/notesMaster" Target="/ppt/notesMasters/notesMaster1.xml" Id="R2229deae34f04d1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43bc83b56cd4705" /><Relationship Type="http://schemas.openxmlformats.org/officeDocument/2006/relationships/notesMaster" Target="/ppt/notesMasters/notesMaster1.xml" Id="R0736dc3f3c64472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7cb662f3b634cc2" /><Relationship Type="http://schemas.openxmlformats.org/officeDocument/2006/relationships/notesMaster" Target="/ppt/notesMasters/notesMaster1.xml" Id="R649604198c5243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bd55d2b1fc43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d535daaaed43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d196d476a4f1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5330f1b6474f1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e786efee024da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7f9d5df72e415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a47067fce74a5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9178d206d5401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3efc11b524bf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7563227f0b487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b582d28429429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63673F-499F-4627-AC08-4F9EA89B4D3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EE9C1AC-6EBC-4A02-ADE3-127B153890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DD439CF-ACFA-4BB0-B9D3-E9BAAE150A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E4F4B6-5DA5-4CD0-BEB1-B7F2306070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7CC9C8-F2C8-43E6-8A01-833A0550B8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7E9C3E-ABE5-4C90-BB84-CBFA03909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D697725-B083-4FB7-86DB-51500BCBB8D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144C0AA-780B-481F-9B27-97E88DA5A9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E8ECF1-1F8C-4F23-88BF-6D1ED687B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EA34A5-4DA8-44C2-9970-9811724EDB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AE017E-B941-44F6-B267-AA3FB19BDF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8E13A6A-73CD-4784-A588-6C6DD01F07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9813860-2728-47E1-82CD-16EE75DB1E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753C593-760A-4C49-95B1-C8AA759D2C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329989-5AFC-4C05-B935-C7CB68F153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49038F-6921-4FAC-8D0B-FB13E36572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CCC6C5-4E07-42C5-82F0-2B2DDAE2651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B866D4D-7EBE-4712-825D-48E88A35AAE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03C4742-96AA-4455-AC7E-2232E60005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B41752-EF2E-4099-ABC0-921F833A67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683337A-59ED-46A8-9CC5-8B5525DCAF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5CD957-9E18-4138-BC91-0AE46F7C9F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6433F4D-B510-47C7-9C19-D4E5FD1759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E92D24-F38E-4505-8166-5BD4877F87B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94C28AB-3895-4201-AA71-35EAEE5042C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6D91733-90BA-475F-A727-B9A43D03BF8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166EFFD-5982-4DA0-AEF4-2046B3501D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8A6E0D-C46F-448A-A725-11EB0FE9D1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ED2A2F7-171E-4371-A9B0-30CE771C3D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C07671-3E41-490A-A347-DD0551490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2F4771-80FD-4519-B141-09D6FFDE03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6D9B4B7-235C-44A6-AFBA-E15CE4049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0F54E6D-4566-4F8D-B2A8-35C32B516A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3B8DCB6-8CA9-4023-8A45-44F8A1A0E7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9181E6-6E8D-4AC7-AF16-E240232143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8EE6930-D6E1-4B01-AA92-34BB985BCD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5E03-848E-4EE6-9899-D3051272F4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32F8A3C-C486-4EEC-B80A-1312D1A9BC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C224A1-06A1-4A27-8211-B0B0815D54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E04CC91-EE33-4362-879B-1CFA1C458A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5E8C2C3-B491-4859-B11F-7889CB7F02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17E93C1-1166-4181-AC03-6E33D831A6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C17F755-9AA7-451B-9C5D-3A32D6E4C6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1FFFA9C-0F99-436F-B5BB-8A26A16FF87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D958C7D-C6BB-4381-9159-FB02B19E66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702CD81-2603-4849-B616-82FDBA2B2D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E161D9D-EFF5-4DC1-89F5-2FC88FE2D16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9D01989-6FC9-488C-A78C-2BC22A2016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201C7E-1CEA-4633-8CF4-3A0FB301E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B36470-9AEE-4F57-8F02-99C5A1C10B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686FFF-2064-4AA1-A2DA-642709AC7E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768E06-EDA1-47C8-B27D-71A913B6E2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E540F9B-6BAD-479E-AF2A-ABE8A0986E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94D9A2D-F1F1-4A6E-A069-6939576A1E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D922AD-6840-46E2-A692-AD2F242A62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2FF5AE-BEF3-4658-9873-4B014ED44C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218969-F9FB-45A7-A995-35400539AD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FA6DD4-CC45-4D1E-8425-B3AFEB4C03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2dd6eb377a4267" /><Relationship Type="http://schemas.openxmlformats.org/officeDocument/2006/relationships/slideLayout" Target="/ppt/slideLayouts/slideLayout1.xml" Id="R27ee727429774bd7" /><Relationship Type="http://schemas.openxmlformats.org/officeDocument/2006/relationships/slideLayout" Target="/ppt/slideLayouts/slideLayout2.xml" Id="R7f2185f89b9c4621" /><Relationship Type="http://schemas.openxmlformats.org/officeDocument/2006/relationships/slideLayout" Target="/ppt/slideLayouts/slideLayout3.xml" Id="Rc092b4fd80bb4ef9" /><Relationship Type="http://schemas.openxmlformats.org/officeDocument/2006/relationships/slideLayout" Target="/ppt/slideLayouts/slideLayout4.xml" Id="Re434f5302fde465d" /><Relationship Type="http://schemas.openxmlformats.org/officeDocument/2006/relationships/slideLayout" Target="/ppt/slideLayouts/slideLayout5.xml" Id="R662026a5267c453f" /><Relationship Type="http://schemas.openxmlformats.org/officeDocument/2006/relationships/slideLayout" Target="/ppt/slideLayouts/slideLayout6.xml" Id="R9b64257ecd0d47bb" /><Relationship Type="http://schemas.openxmlformats.org/officeDocument/2006/relationships/slideLayout" Target="/ppt/slideLayouts/slideLayout7.xml" Id="Rf23b090d0143480d" /><Relationship Type="http://schemas.openxmlformats.org/officeDocument/2006/relationships/slideLayout" Target="/ppt/slideLayouts/slideLayout8.xml" Id="R233fbce6e7ac43b0" /><Relationship Type="http://schemas.openxmlformats.org/officeDocument/2006/relationships/slideLayout" Target="/ppt/slideLayouts/slideLayout9.xml" Id="Rd9742d72e9a54353" /><Relationship Type="http://schemas.openxmlformats.org/officeDocument/2006/relationships/slideLayout" Target="/ppt/slideLayouts/slideLayout10.xml" Id="Rc771b1dfe55745ea" /><Relationship Type="http://schemas.openxmlformats.org/officeDocument/2006/relationships/slideLayout" Target="/ppt/slideLayouts/slideLayout11.xml" Id="Rea68209749334d2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D1E895C-4D40-4FA4-BAA5-BC46A83937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6B3368-B9C7-4C30-8D1E-2E39A1B81D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CA353C-ECF3-456B-B19D-3157F6946E0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61CDA-5AC8-4480-AC96-027E6369F13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A01255-CB14-4DBF-A66A-524C4977A20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ee727429774bd7"/>
    <p:sldLayoutId xmlns:r="http://schemas.openxmlformats.org/officeDocument/2006/relationships" id="2147483650" r:id="R7f2185f89b9c4621"/>
    <p:sldLayoutId xmlns:r="http://schemas.openxmlformats.org/officeDocument/2006/relationships" id="2147483651" r:id="Rc092b4fd80bb4ef9"/>
    <p:sldLayoutId xmlns:r="http://schemas.openxmlformats.org/officeDocument/2006/relationships" id="2147483652" r:id="Re434f5302fde465d"/>
    <p:sldLayoutId xmlns:r="http://schemas.openxmlformats.org/officeDocument/2006/relationships" id="2147483653" r:id="R662026a5267c453f"/>
    <p:sldLayoutId xmlns:r="http://schemas.openxmlformats.org/officeDocument/2006/relationships" id="2147483654" r:id="R9b64257ecd0d47bb"/>
    <p:sldLayoutId xmlns:r="http://schemas.openxmlformats.org/officeDocument/2006/relationships" id="2147483655" r:id="Rf23b090d0143480d"/>
    <p:sldLayoutId xmlns:r="http://schemas.openxmlformats.org/officeDocument/2006/relationships" id="2147483656" r:id="R233fbce6e7ac43b0"/>
    <p:sldLayoutId xmlns:r="http://schemas.openxmlformats.org/officeDocument/2006/relationships" id="2147483657" r:id="Rd9742d72e9a54353"/>
    <p:sldLayoutId xmlns:r="http://schemas.openxmlformats.org/officeDocument/2006/relationships" id="2147483658" r:id="Rc771b1dfe55745ea"/>
    <p:sldLayoutId xmlns:r="http://schemas.openxmlformats.org/officeDocument/2006/relationships" id="2147483659" r:id="Rea68209749334d2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dd00ee44784bb1" /><Relationship Type="http://schemas.openxmlformats.org/officeDocument/2006/relationships/notesSlide" Target="/ppt/notesSlides/notesSlide1.xml" Id="R4d2d75fb916846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daea30772e49bf" /><Relationship Type="http://schemas.openxmlformats.org/officeDocument/2006/relationships/notesSlide" Target="/ppt/notesSlides/notesSlide2.xml" Id="R0caf2e82f95848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dbca7481dd4fdf" /><Relationship Type="http://schemas.openxmlformats.org/officeDocument/2006/relationships/notesSlide" Target="/ppt/notesSlides/notesSlide3.xml" Id="Rb45cdf2b273144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26f85f8aba4633" /><Relationship Type="http://schemas.openxmlformats.org/officeDocument/2006/relationships/notesSlide" Target="/ppt/notesSlides/notesSlide4.xml" Id="R45924be6559646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9096de681c4437" /><Relationship Type="http://schemas.openxmlformats.org/officeDocument/2006/relationships/notesSlide" Target="/ppt/notesSlides/notesSlide5.xml" Id="R4b941e5a965c4b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bf8836a10c4662" /><Relationship Type="http://schemas.openxmlformats.org/officeDocument/2006/relationships/notesSlide" Target="/ppt/notesSlides/notesSlide6.xml" Id="Rfd3cc72f859545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08826ddbab49fa" /><Relationship Type="http://schemas.openxmlformats.org/officeDocument/2006/relationships/notesSlide" Target="/ppt/notesSlides/notesSlide7.xml" Id="R0e069484c1f945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9f2c35c0994f04" /><Relationship Type="http://schemas.openxmlformats.org/officeDocument/2006/relationships/notesSlide" Target="/ppt/notesSlides/notesSlide8.xml" Id="Rb92263b5b8f54b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76d7b7fc584d23" /><Relationship Type="http://schemas.openxmlformats.org/officeDocument/2006/relationships/notesSlide" Target="/ppt/notesSlides/notesSlide9.xml" Id="Rd0ef2967388e46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b01e33c60345b4" /><Relationship Type="http://schemas.openxmlformats.org/officeDocument/2006/relationships/notesSlide" Target="/ppt/notesSlides/notesSlide10.xml" Id="R464fa0c2d78a48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988b1a44214365" /><Relationship Type="http://schemas.openxmlformats.org/officeDocument/2006/relationships/notesSlide" Target="/ppt/notesSlides/notesSlide11.xml" Id="R8d7e352e31b5491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e4a650f6d24da2" /><Relationship Type="http://schemas.openxmlformats.org/officeDocument/2006/relationships/notesSlide" Target="/ppt/notesSlides/notesSlide12.xml" Id="R920de84f19d546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2e035e4490477a" /><Relationship Type="http://schemas.openxmlformats.org/officeDocument/2006/relationships/notesSlide" Target="/ppt/notesSlides/notesSlide13.xml" Id="Rf9f46d0e6c5f476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b484d6755d422d" /><Relationship Type="http://schemas.openxmlformats.org/officeDocument/2006/relationships/notesSlide" Target="/ppt/notesSlides/notesSlide14.xml" Id="R27cbd7e7ef3741b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d0f193533c488d" /><Relationship Type="http://schemas.openxmlformats.org/officeDocument/2006/relationships/notesSlide" Target="/ppt/notesSlides/notesSlide15.xml" Id="R8af42be94ccb447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8f079c680a43a7" /><Relationship Type="http://schemas.openxmlformats.org/officeDocument/2006/relationships/notesSlide" Target="/ppt/notesSlides/notesSlide16.xml" Id="R2b596d2ce06048a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1eba8e8b414483" /><Relationship Type="http://schemas.openxmlformats.org/officeDocument/2006/relationships/notesSlide" Target="/ppt/notesSlides/notesSlide17.xml" Id="Rebe71abb6edc4cd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fb2eb4f5444982" /><Relationship Type="http://schemas.openxmlformats.org/officeDocument/2006/relationships/notesSlide" Target="/ppt/notesSlides/notesSlide18.xml" Id="R48dc55e4159540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dbdde8a01147f7" /><Relationship Type="http://schemas.openxmlformats.org/officeDocument/2006/relationships/notesSlide" Target="/ppt/notesSlides/notesSlide19.xml" Id="R1c3e0f0841e4414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d37611acf44000" /><Relationship Type="http://schemas.openxmlformats.org/officeDocument/2006/relationships/notesSlide" Target="/ppt/notesSlides/notesSlide20.xml" Id="R9a563218eada495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5f846f349343fe" /><Relationship Type="http://schemas.openxmlformats.org/officeDocument/2006/relationships/notesSlide" Target="/ppt/notesSlides/notesSlide21.xml" Id="R7fcbf4809a23442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7cae4868f0412e" /><Relationship Type="http://schemas.openxmlformats.org/officeDocument/2006/relationships/notesSlide" Target="/ppt/notesSlides/notesSlide22.xml" Id="Rdc5edc7619d04aa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9a369836f94223" /><Relationship Type="http://schemas.openxmlformats.org/officeDocument/2006/relationships/notesSlide" Target="/ppt/notesSlides/notesSlide23.xml" Id="Rabc25166b0a94d0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b01f660f3c487d" /><Relationship Type="http://schemas.openxmlformats.org/officeDocument/2006/relationships/notesSlide" Target="/ppt/notesSlides/notesSlide24.xml" Id="Raae5c45887db413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50e14e8c2546d6" /><Relationship Type="http://schemas.openxmlformats.org/officeDocument/2006/relationships/notesSlide" Target="/ppt/notesSlides/notesSlide25.xml" Id="R74e412407a774ac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b4e22c1f1645c8" /><Relationship Type="http://schemas.openxmlformats.org/officeDocument/2006/relationships/notesSlide" Target="/ppt/notesSlides/notesSlide26.xml" Id="Raa851b4cf400465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9ffa6fbccf4aab" /><Relationship Type="http://schemas.openxmlformats.org/officeDocument/2006/relationships/notesSlide" Target="/ppt/notesSlides/notesSlide27.xml" Id="Rd0c3db100ec34df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42c5b8c89b4fe4" /><Relationship Type="http://schemas.openxmlformats.org/officeDocument/2006/relationships/notesSlide" Target="/ppt/notesSlides/notesSlide28.xml" Id="Rd6df72576422408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31bc10706f4dc8" /><Relationship Type="http://schemas.openxmlformats.org/officeDocument/2006/relationships/notesSlide" Target="/ppt/notesSlides/notesSlide29.xml" Id="Re72cf32a8e9b412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924ce1fefa47b5" /><Relationship Type="http://schemas.openxmlformats.org/officeDocument/2006/relationships/notesSlide" Target="/ppt/notesSlides/notesSlide30.xml" Id="Ra83a1c467b5246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B938F37-36A9-483B-AB38-F35E0D23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C562B1D-B4DD-464F-A7C3-C3754EE2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7469489-3EFF-480E-B833-765DEDF2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BD5AE9-5EE4-4901-AD42-84A8E959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606A679-B6BD-4C19-B1D5-AAFE9BFB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DD5EC39-D8C5-4D7B-AC94-72C6A140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E3B3646-4038-403F-861E-2C8DB8BB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7AC17D-F1C7-41A2-AF35-B798604C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6B72A3D-C3CE-4B6B-BEBF-B31AA2FF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6B3C2A-0676-43F8-9515-534599B6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0D3BBD-DD26-4E00-80A9-D40E6D21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655553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9E0AD3-894A-47F9-85AD-500440E0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A94473E-8308-4E69-AC72-679602EA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66C874-B56D-4B0D-963C-07E87E10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E2BBD6-2DC1-44B2-948A-38F59257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17C405-0791-467F-AEA2-538C9954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B5032B0-1827-4E00-A744-CF224746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BBB6EBE-9035-4A3C-9237-4CA258E7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174022-DBBD-4AF8-83F9-C2E8E357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Markkina-aineistossa on 34 virallista vuosihavaintoa 7 maasta, mutta luovuttajaportti on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FB036E4-1A8D-44BB-88DC-B01F6747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A3D8F61-9408-4C4E-B5B9-2B04D8AB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5CC4A8-C047-4B14-9F4C-5DFCBF9D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8831774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CE51233-D9B9-4F19-956E-D7226C00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7859C3-8B8D-4A83-9F90-F9DCC99C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C0879B5-53C7-4847-B702-6F2C44A3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CE5BB4-90A2-4AFC-9BEE-A1B4C6A7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6622F5-9908-4DA0-86A8-3212FB37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889BB79-E1F6-410E-9960-E01F2FF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C71A6C4-F53C-41E6-988A-A7918682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129801407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8154E4-438C-4F8E-9896-5474B8E6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F50B5E-7AF3-4255-9706-87318FFD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051BC3-5063-45DC-B7DC-E57081D4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8F682C8-2001-4EFD-81DB-9F497CF0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53CC70-242C-4C91-BB2B-BD31A92C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0890762-5EAB-430A-A424-69CC4FAB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19F4BB7-B049-4540-BF6C-C98633EA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EF66C47-98B5-4595-891C-304EBEC2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1FFD67B-D82F-4B42-BB95-2B81114A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571A7E-E50A-44D1-938F-23AE75C0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6030E3-D80B-4C5F-8EEE-97EC14A8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7590413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9EBEE27-5E50-448D-9925-3D74EAE4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4AA2D1-15FF-42AB-B7DF-A574230B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D0E055-739B-4BF4-B9AC-968A8AB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A894D0-907A-42B0-9634-B731B375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FE302CF-E220-405A-AAD0-B89B4B19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22104D4-F4E1-48DC-AE68-0D4C44BE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BAF1E44-C9BB-4F93-BCBF-C3943268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E29D9D-F863-4859-8279-FDC4AFD8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881E9BB-05CF-47AC-B373-F9FE08F9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97EE86-5F89-4C1F-8277-2BA7D1AC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D271C89-319E-424D-A451-BC75D54C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9927628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DB23D99-53F3-47DE-A128-CCFEDD17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AC3098-90A7-48C8-8237-906C6C68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45742C-E0F2-42ED-BD56-2E9B8816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D447A0-998F-4ED7-A823-ADB3BC22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E41758-94C8-4255-8B6E-96AF94B5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632F4E-7B9E-47E5-B378-B430A218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2A536A-0EA5-48D5-87ED-0218428E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24578348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98E276-6AEB-43A0-9CBC-87FDBBAB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898BAE3-4A0C-45EF-9F00-99D89AE3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2BEE312-AE35-4A12-89BB-F59D49B5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8E21BE-9638-4365-9CFD-9733CC91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52B4FE-EB5E-433D-9EBD-B19D8F3B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DDC4FF6-A6A2-474C-B608-08507286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6C87431-07C6-4E1E-A482-C3955D1B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D39CFD-7301-4E70-B364-A6E99D7E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73615FC-8A0F-4351-AD81-01DAD6E7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58A4790-829D-4EA9-AE7A-8633370E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2B4F0FD-BE72-491A-BFB5-2983606B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1583D7E-18B4-4FED-B0A1-F528A38C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9A71C59-CC37-4FEE-95B7-4AAFF9E9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6FEF3C7-2811-4896-8731-FB384DD1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A0AEE86-8CC1-46D6-9666-F253288A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C52F217-5C33-4C62-9985-36FF4490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AFCC17A-6F0B-44D1-924B-7CB5480D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50B45C2-64C2-4118-AA05-4C183372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C38900F-1F90-4C1F-84CA-8EB1A07F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12026659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7FD32D-8E22-4A3B-A213-DB412565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1A6B31-F4D7-4B82-A4BA-C0F13BF6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9CC23B-85AA-493E-ACCD-AF6FC35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011ABB-677E-4E7C-860C-4380287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928DC17-E959-47F1-B7E0-F7AA1D29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8B47BF-1072-4B6F-81C9-735BFD82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F603813-0068-4F8C-8DB3-1F5E4455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51FC0A-8724-4C5E-9E42-3C69CE93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34A007-5773-4FD6-B956-10F397A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015947F-DFDA-46EB-832A-9DCB790D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A6DEAD5-526B-493C-A5AD-212CDCB1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A62BE38-4EED-4BEC-A999-A143D680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9C2F2D-04C2-4F00-B8CE-8646A43C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B15AB78-8E44-4D9D-B1D1-F5457769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028C666-1F40-4CD6-B6B0-ECF82459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B17DCFB-0673-4D3D-858A-D2CFA6FA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35DFF6C-EA50-4B79-9E14-8003FF00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C98A2B4-D9BC-4DC0-B605-77F65A85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ED57D22-D233-459F-938C-6995FD82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BFE6974-BEB8-4148-A87D-740FB7C1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C6D5ACB-CFF6-4B19-B29C-941CE09E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CDC4EB7-6CBC-4431-B723-DC60A12E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23790414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B765EC-AF65-4B1F-927E-530C14F6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58D49D-75DF-4434-9E02-B262F682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C3C7721-B493-4EA0-A881-1C804A51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1AEE62-5DE2-4187-B939-5BA0C5F7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998BB5-C20E-4308-9583-7C9B012D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511290-5945-4122-AF99-970EFD5B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B26DD9-AB64-4DDF-9D16-B208063A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207345547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2323FCA-77D4-4FA5-8B81-052BAB3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323406-DF86-4784-AADB-6A502910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0E314B-54C0-4568-ABD5-620010E1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52E6F8-0057-4FAA-92CE-60F39B3F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F121DB-2353-463C-82D8-8C1956F1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F93DE6-BE48-421F-92F8-1695716B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5B95E9E-1A25-426A-9AF4-2CA4F1ED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0B8F40-86C1-4418-81BB-EF84D2DC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A5DCAC-D354-4548-AE1E-A47D45FD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DEE45A0-5A49-49FB-B3FB-D262CA7A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4ADA37-8C31-470E-A231-B5F8636F3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15697904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DBA525-38EC-4AF9-BE7D-C096F014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ABF60E-22A3-443F-97B5-836E53ED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666DF6-AB55-4049-AA48-74C88F71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3ADCB8-D592-4A71-B3EC-3441A892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0DAC41-C504-4A74-A87E-AD866355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8113A7-8837-481E-9B8C-A12B58F4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C9731C-5596-40D5-8643-A64461C5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8197130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8B0C28-3A56-46EA-813C-08FA1D1D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C519E4-0BE3-4E09-9E34-0397F694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 kattaa 195 maata; ei markkina-arvoa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E8F868-1ACC-4AAA-AEA5-216A9A12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CA0EA4-14C9-43D8-8E18-92379123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0054201-FF0A-48AA-B0D5-4EAA2CBA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D3F49-9FBC-4A26-9520-7D30159E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FA0FAC2-48FD-44D1-8C63-F0FAC88B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A6D075-B6A9-496D-BAF5-3444D04F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A5A785-F22C-41E7-8E12-762F7F9F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B7AFA96-1AD9-4530-A109-F488668B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B8956E8-E4B4-4C21-90E2-789A595C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F7D9C5F-32B2-444D-A2D2-40A70023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9D47900-6634-4633-8AEB-2D9CBDD2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745A54-340D-428A-812E-EC4254E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F90AF52-1E63-4A8F-B265-7CB5C45B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BEFC6FD-DF5F-485C-9184-1014F17F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5CFA177-8D5D-48AD-8964-F856C804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3DDCB95-1FD6-4F2B-9D24-CDA0D62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DE1CFFC-7A85-45CD-A268-09FF7C21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1D0B8368-FD20-4F91-BEAA-51D577C8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D2B58E1-6D1F-4398-B0BE-9602E8C8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3B4E639-8C9F-40A7-9B15-0C19B849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45065784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94FC3C-57A1-47B4-BF42-F7B0728B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C81910F-849B-4363-8323-9FB7A0E2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Valitut viralliset reitit: 34 havaintoa 7 maasta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AB9490-D07B-46A6-A3E7-F96A1DD5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3977FC-C5F9-4820-92E9-0A798D7A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B9D90A-E10A-4A81-BD3D-F66FA930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Statistics Canada;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3855BFC-8241-413D-883E-632CED36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 mrd CAD (≈822,6 milj. EUR; ECB 2024); kaikki neljännekset E-laatua. Health Canada -toimitukset: 1,161 mrd CAD (≈783,2 milj. EUR; ECB 2024), 5,03 % alemmat; silta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raakareitti 280,685 milj. NZD; tunnistetun vaping-vähittäismyynnin tuettu herkkyys 533,7–731,2 milj. NZD (≈298,5–408,9 milj. EUR; ECB 2024), ei havaittu markkina-arvo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1F3667-57AC-4D1F-BBDF-D071CEE0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28802140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1E84A9-FE37-49DF-8B4C-E4C448D3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D28F76-59D1-4284-A115-E3B3ACC9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Kanadalla on retail- ja toimitusankkurit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07B7B5-A3AC-4F29-AE9E-8F172A04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D897D09-BF4F-4EC5-AEF0-4AC87833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6348B9A-3BAB-4A41-B215-BF1FC1D9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40E0EA9-AA79-4CD7-9724-96321AA1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9492DB-2BF9-46DB-8F04-085679DD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C89BE5-9B29-45F5-B62A-2A6927D5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1E8E49B-E8BA-4E25-960C-935045AD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ECD1FA1-28A3-4F55-BAFB-DAD65256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2B6B929-7AD6-43D3-92DD-5A856207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1,161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90E6B03-F334-4984-8E5D-EC09B941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D9930FA-3A4B-435A-B5BD-B7C29383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6C50EB4-C38D-4F76-B8A1-0B50C5B6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118,9 milj. yks.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2F902C2-F9EF-45F8-994D-D5F2B4D0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lisäksi 1,252 milj. litraa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2945322-D475-4C3C-B05C-43C22F8D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 milj. CAD (+5,03 %); laatu-, kanava-, scope- ja verokysymykset pitävät Kanadan donor-luvun ulkopuolella.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4A9E67-AFEB-449B-AEFD-D610751D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A0FF938-9C7F-4DC7-827A-4DA2E753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089F536-EFAF-4802-AFF4-4A36FEA4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Canadan retail-sarja ja Health Canadan toimitukset ovat eri tapahtumatasoja. Kaikki vuoden 2024 RCS-neljännekset ovat E-laatua; silta on avoin.</a:t>
            </a:r>
          </a:p>
        </p:txBody>
      </p:sp>
    </p:spTree>
    <p:extLst>
      <p:ext uri="{BB962C8B-B14F-4D97-AF65-F5344CB8AC3E}">
        <p14:creationId xmlns:p14="http://schemas.microsoft.com/office/powerpoint/2010/main" val="20264565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C07FAA-6922-4CFD-96EA-8902D454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AC912D-C016-4F7F-8453-7D3E690D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8CB836-A1A9-4C6E-8399-7E1A69A3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114921-9DBB-47A1-B85C-D263737A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CA8D82-EDDF-4A21-8EEB-41991F9C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A2C7C5-A87A-4430-9692-DC950D35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EA710DE-426F-4CA6-B0C4-588E79B9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179467518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0FCA0A-56C8-4F9E-A098-DC272E83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857A1C-8F20-4386-BF0B-6BE363DF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0656DF2-FEDD-4EC4-9AE7-C58DB1AE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3A15D57-644A-460D-A636-263BC40A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DE5375F-5420-44FF-AE30-7CC8AFB8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EF4705-93F4-4356-8F47-AAAF3F5D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81D7C65-E35B-4DBD-9627-FEC99D93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8BF0E32-ADF5-4126-B80E-448DAB70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5970D9A-CB0B-47DD-8E97-8995475A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911738-8281-4EB0-AB08-005F502B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00F9AED-72B4-4F07-98DF-B501BBDC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5B076DA-59A8-43C8-8262-75A1621F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79EEA9-A150-419E-A5C5-706B9C98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F3E263-5096-4DE7-BD1D-1B2830F2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F965FB-23EE-41C2-A3DF-B3ECC66E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8D3BCD9-5F6B-4E03-AAE3-BE17B0C1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6DA7108-6153-41AB-9198-EB44DCCE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8423541-7F5D-43DE-96A9-5C6050BE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62B3FC0-8D08-4576-A8E5-7F6FC7AB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97450437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947909-319B-41B4-8F5B-FEF96B22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31A23E7-F0C7-40F9-B399-26E6AAE9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F7AD57-3F47-47CF-A9EE-35066FAB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1D8C6A-CAF4-46AB-85D1-6A2987E2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A43B04-5113-4117-AFF2-6177DBF2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160C9B-8883-4EE7-B056-C3AF8F83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60633CC-5CAE-4AF7-8F59-3C9E66EF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9692032-B05D-4FA8-BDEF-06D7D38E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19D536-CC5A-4A89-95D1-011B3B60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E531204-C7AC-4EF5-B3A1-867AC9CC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EA5F743-46B9-4E86-B461-7529A3A0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DD9502F-758F-4E45-B4B1-E7D4F3B6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CCD5475-B008-42BF-B24D-B2981259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5403BF8-8143-4017-9969-D6163E9C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074DA08-AD9A-4F58-B605-5E3A0FF0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C981BD7E-75C9-44D0-A20C-71BF0F64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58555D1-FAB7-4595-A9B2-2D235A9D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8C6ACCF-3392-4014-AF93-FEF8D840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2B90B76-E323-4D91-89C1-4AF4B136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67B6673-E7BA-438C-99C4-EAC8FC0E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867112B-9436-458F-895E-44968903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5DD4287-9F1C-47E6-BB8F-B687B9BB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210612540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AED85D1-3C94-4EFE-982F-4359BBBC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DF3FCC-79C1-4258-9B84-19920D17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D2A4A30-B96E-4D69-B1B6-86981C09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25CB2E5-8B60-4B73-B59C-B7D4EB0A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628151-AB61-4910-B70B-B94F61F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Market-values modelReadiness,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CE3B78-20E1-44EC-9BC9-7F45EE56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B4D1006-BF82-43FB-B12A-998572DB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Nykyinen hyväksytty donor-portti on 0/3; kaikki 5 ehdokasta jäivät ulkopuolelle.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AC7AB2-1C48-44FF-8DB6-C71E7AF2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Jokaisen ehdokkaan on läpäistävä kaikki 10 ehtoa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533,7–731,2 milj. NZD (≈298,5–408,9 milj. EUR; ECB 2024) vähittäisherkkyys on tuettu malli; FTC:n 2,763 mrd USD (≈2,336 mrd EUR; ECB 2021) vuoden 2021 reitti on valmistajaraportointia. Kumpikaan ei ole täydellinen kuluttajavähittäisarvo tai hyväksytty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Alue- ja sääntelytyyppien peitto sekä suora validointi suurissa talouksissa vaaditaan vielä.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E75376B-A139-4A3E-B811-DB5AD3F8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1A5854B-67A7-4FC3-97A1-A5CDDF70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0F8F236-2D83-4044-924B-6BC9ED4B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74667848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30552D-FAA4-4458-AD70-F963DE47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08B3D3-6BA2-46F3-BBA9-331AF7AD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1C3E09-E893-4A7E-BA93-08DEC3BD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D6A8457-39EC-4531-A913-5201BB64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2283A1-CD47-4C57-909E-289FB1F9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B318A70-F753-4BBE-9653-06F16368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7E7813-8875-430C-AC35-53470FC1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969951559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5D7F0CF-1B7A-45CC-91EB-3D20C5FB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60EE18F-30AF-4C26-A035-405B4F94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9DDA4AC-6EE4-408A-83B9-97A5AF6D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D09F58A-62A4-43E0-B62A-76697D0D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E5FAE66-3994-4D0C-BE76-55081E40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4250408-4BA5-4FA6-87FA-C28A6A3B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5E9415C-8A34-4DA8-949A-2F17461F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943609-A9F6-4479-8843-F13E84FD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A245A79-24E7-4AA3-BCA9-193FFD0B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5EC082-3EC2-4F37-BCA8-AAF9319A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849AFE7-677B-4E35-A149-12185DE4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34504065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8AE8F0-200A-4122-BCE6-4E02B878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C1F66D1-DEA6-43BB-B627-6F2F7ACA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E2A1241-437A-4FF9-8F85-9F562FB6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3CBED44-8146-4E3A-9C73-C644E1D2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D0A72A0-D270-403F-9089-17E86AB1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9BAA597-A88E-4A2D-8905-BA224844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83A8224-F368-4EA5-80E1-F163970D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90703568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D1574-2ECE-4BA5-92B9-006FF484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7278F0-E5B7-46BF-BD51-75B1D0C6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9C391FE-1AB1-4BB9-89F0-DBC38E6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AF4980-88FA-4094-9ABD-088220A0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6DF04C-4238-4D07-B6CA-0CACE15C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6B9E293-07DD-4806-BBBD-8B02FC3D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9510592-70FA-40E8-A623-B844E42E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561CD6-D4F1-4151-B6D0-00ABF616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6AE85D7-C12D-41AB-8360-601724AA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447A484-4DF2-4412-B151-A59C289C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A7FFE01-CA64-4618-A963-694170A2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71ECD59-48BF-4931-8EA3-F878F632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818A4AA-4B7F-45C2-A336-3E7C8F36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CE0DF85-A183-45F4-BC2A-90E6F3B4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1D88C8D-529B-4BD5-96BB-0E7EAA9B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968B3A-7E98-4AB2-9887-403ADE5D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39936C5-3D98-4728-A180-FF2E6749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B053B9-9858-4822-9A18-C813CA3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482B7A5-EA35-4067-8787-7940E346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F6AAD96-9D70-427B-94FD-3BD5D7D0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A4E49AC-8CBB-47B1-919F-06B181DE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29EDA99-76EE-4756-9A5C-F21D18E7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3EFCEAB-CE6F-4448-80B0-BD76E951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120867772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3FCC5F6-480D-4EED-B7CD-D40045DC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E8741C-1A80-44DA-93E5-B28B7CA1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C8290B7-B92F-4D37-8199-211ADDFC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9C236A-EFDA-4ECC-B7BB-D70D47ED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8BC071-2525-48FB-BA84-36FAA79D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337746-1218-404F-89AB-1D24B70B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A65728E-E1FB-433A-92FF-59D24FB1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5A8B2CF-0CC0-4E99-9342-4DB4C91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E889AE1-F800-4992-9CB9-EDD2D917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250D36D-275D-494B-B937-AD43B920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1EC37EE-4CA5-4BD0-8EC5-605B2F99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73D4BD5-C1F3-44E5-9B98-AC81B02C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A0E7B80-76E1-468F-9DA9-55CA524D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C4755C4-7949-4CCA-B4B7-B58AA974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11222A1-D118-471B-864C-9F9C9D82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8B91F73-573F-4D12-B6BC-9587420C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E7FE563-23AB-4EDD-97CA-6D09FA18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A12DBBC-0E41-4571-9DA6-C68B364F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589F1CB-C4FB-47C2-BBAF-6D2FB441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70902FC-AF54-43B1-AC1D-659AFFCB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CB47E05-0921-4D06-8E47-43D0B53B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D365A7C-748B-4DB3-AE9E-017C8290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81CC85E-3F15-484B-BCD2-84692CF0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90571676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189021-603E-496E-B29A-D1B1A7F8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2F45E1-2D43-43BB-A6E5-8B4ABE8D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6901BB-0905-4B94-A781-557CFCF5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6CD17-3AD1-4A40-9742-CD0B19D3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9FC2B57-04B9-4C8C-8CC6-E9F224F8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2CDE32-1FDA-49C4-8E77-A3455551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86A7291-A47C-4F4F-9732-922CA869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84971035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48D3FF-8C25-4A4E-ADB7-6BF30E38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D6488F-6F97-4215-8D47-92732B24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1C8394E-3CF9-49A4-BB67-C4C61082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901DE3-C303-4FFB-9D18-1915C54F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FE12C2-5D64-45D7-AAC2-4F19E460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2F9583A-6811-4322-954C-F92C1D4B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BD3D22-2CB3-4C5F-A268-F34A512A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78657097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C37848-09DA-4DB8-A545-3F7B3769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4ADD56-C0BC-44EC-9867-5B545199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9B8370-992D-4559-ABD1-E750F043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8BF3D6-5666-46F8-A8D0-98875A5E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3B69C5-DA03-4DF3-93C0-011A8AAC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39B54A0-124D-48EE-B9CB-4ECBDBC7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221DE7-D94D-4DDB-982C-BFF2442D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46814197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B84208-5E2D-4638-91CF-00B4F25A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0C3F3E-84D8-4F9D-A9E5-042D7874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5F989CD-A2E1-410F-9B33-09DEFA8A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379B73-ACFC-445C-AEE6-A3AE83C0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A78B7B-7A2A-406D-B3E4-F0899232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CDBB3B-41AA-4680-A10F-F4083334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FF4BC1E-903B-44C1-8895-045B5A56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87426549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19EBAA-EAF6-44A3-A523-FAD9E701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13FB1A-1492-4BDF-A20F-64835E97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67141C-5759-4A31-95FE-F3CB7FB5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D666255-8A97-4B51-A758-0DFEC769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A4C7F38-DE8B-43AE-85FA-25263763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6CF3B6-CFA9-472C-A9A5-4FDF43D8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3053F7-164E-470A-ABF3-83C4E1BB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37909334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E730E9-D368-4BF9-8256-1EF6BF6A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AD14F9-D35D-4920-AEAE-E572D875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päivää muuttaa aukot kontrolleiksi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891FE7-0F99-4F5E-84E7-762353F6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0C14E9-9619-4FAF-8492-558C272D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717B2A8-63F8-4CBC-B07A-C2C65EAB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4CF9C4A-CD6F-443B-8F35-1090A11C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0C4CD21-AF76-4D8F-8BD4-98C74C2A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8A2AAE-951B-4F44-80DA-C8295493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94559DB-D397-4764-B258-26B56D7A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2033FB-DE03-4143-87AF-204AFF4C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BCD23F-33B2-4CFA-AD5D-A77E38DB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201F4E-5DD9-4933-802F-77DF3AC4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92DE2BC-0F4E-40E7-9FAC-53EA3DDE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F037200-B9FE-4F28-89A5-968A007E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2436DD2-24DA-475B-A2B3-993116DC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6A51A16-29B3-4C37-B130-A639373D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ADDAD40-482A-414C-BB1D-3BFEB922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E97F099-FFDE-4250-BEF1-6BFA66CF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A05DC32-5739-4EF5-A956-54C8CAD9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80CB702-5D36-4289-B513-8B26683E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58E4663-F823-48B1-B0BB-082EDB12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926ED5D-9B13-4E11-A85A-4114EFC9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616727E-BA1C-4D62-B93D-3A5079C0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32159664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1CC814-26E8-40E5-9BAB-DED64C0A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C893F9-06DF-49D3-B77F-A11B33A4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57A049C-E05F-4278-8DDA-749AB2DD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B295E1A-DE26-4922-9924-DAD0A587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2026.07.24-20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71664110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2026-07-24T13:33:34.7750000Z</dcterms:created>
  <dcterms:modified xsi:type="dcterms:W3CDTF">2026-07-24T13:33:34.7750000Z</dcterms:modified>
</coreProperties>
</file>