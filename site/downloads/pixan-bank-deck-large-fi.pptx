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0c67da6dc9403c" /><Relationship Type="http://schemas.openxmlformats.org/officeDocument/2006/relationships/extended-properties" Target="/docProps/app.xml" Id="Rccec1cbeccdd464e" /><Relationship Type="http://schemas.openxmlformats.org/officeDocument/2006/relationships/officeDocument" Target="/ppt/presentation.xml" Id="R6ba84036a2e245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5f3a2b71e3461a"/>
  </p:sldMasterIdLst>
  <p:notesMasterIdLst>
    <p:notesMasterId xmlns:r="http://schemas.openxmlformats.org/officeDocument/2006/relationships" r:id="R4aa48a3a795944ae"/>
  </p:notesMasterIdLst>
  <p:sldIdLst>
    <p:sldId xmlns:r="http://schemas.openxmlformats.org/officeDocument/2006/relationships" id="256" r:id="R62460e5b90d9434a"/>
    <p:sldId xmlns:r="http://schemas.openxmlformats.org/officeDocument/2006/relationships" id="257" r:id="R3d226080050d4deb"/>
    <p:sldId xmlns:r="http://schemas.openxmlformats.org/officeDocument/2006/relationships" id="258" r:id="R25c8d82b1f9b4d67"/>
    <p:sldId xmlns:r="http://schemas.openxmlformats.org/officeDocument/2006/relationships" id="259" r:id="R9681f997ed4a48bf"/>
    <p:sldId xmlns:r="http://schemas.openxmlformats.org/officeDocument/2006/relationships" id="260" r:id="R3b426cc3667443f8"/>
    <p:sldId xmlns:r="http://schemas.openxmlformats.org/officeDocument/2006/relationships" id="261" r:id="R0559f64399d545a2"/>
    <p:sldId xmlns:r="http://schemas.openxmlformats.org/officeDocument/2006/relationships" id="262" r:id="R8df43ac8b17346e1"/>
    <p:sldId xmlns:r="http://schemas.openxmlformats.org/officeDocument/2006/relationships" id="263" r:id="R7cdf498016ed48ed"/>
    <p:sldId xmlns:r="http://schemas.openxmlformats.org/officeDocument/2006/relationships" id="264" r:id="R3b57ca721b684d63"/>
    <p:sldId xmlns:r="http://schemas.openxmlformats.org/officeDocument/2006/relationships" id="265" r:id="R4f0019fb9cc0410b"/>
    <p:sldId xmlns:r="http://schemas.openxmlformats.org/officeDocument/2006/relationships" id="266" r:id="Rd6d92505e5944ed4"/>
    <p:sldId xmlns:r="http://schemas.openxmlformats.org/officeDocument/2006/relationships" id="267" r:id="Rd361b5890db84fe1"/>
    <p:sldId xmlns:r="http://schemas.openxmlformats.org/officeDocument/2006/relationships" id="268" r:id="Rb8a2d6b6cae44816"/>
    <p:sldId xmlns:r="http://schemas.openxmlformats.org/officeDocument/2006/relationships" id="269" r:id="R22562f45073049b3"/>
    <p:sldId xmlns:r="http://schemas.openxmlformats.org/officeDocument/2006/relationships" id="270" r:id="R89200f8e22144f36"/>
    <p:sldId xmlns:r="http://schemas.openxmlformats.org/officeDocument/2006/relationships" id="271" r:id="Rd88da97eab4e412a"/>
    <p:sldId xmlns:r="http://schemas.openxmlformats.org/officeDocument/2006/relationships" id="272" r:id="Rd9f475d1482e4e50"/>
    <p:sldId xmlns:r="http://schemas.openxmlformats.org/officeDocument/2006/relationships" id="273" r:id="R4a770e330f02446e"/>
    <p:sldId xmlns:r="http://schemas.openxmlformats.org/officeDocument/2006/relationships" id="274" r:id="R4dad5ec590b54cee"/>
    <p:sldId xmlns:r="http://schemas.openxmlformats.org/officeDocument/2006/relationships" id="275" r:id="R92db34f8f3e7494d"/>
    <p:sldId xmlns:r="http://schemas.openxmlformats.org/officeDocument/2006/relationships" id="276" r:id="Rf0b33df580a646bc"/>
    <p:sldId xmlns:r="http://schemas.openxmlformats.org/officeDocument/2006/relationships" id="277" r:id="R693ab866d1154b02"/>
    <p:sldId xmlns:r="http://schemas.openxmlformats.org/officeDocument/2006/relationships" id="278" r:id="R3369c6c05c7e4b8f"/>
    <p:sldId xmlns:r="http://schemas.openxmlformats.org/officeDocument/2006/relationships" id="279" r:id="R0f3ccb78758f4ffd"/>
    <p:sldId xmlns:r="http://schemas.openxmlformats.org/officeDocument/2006/relationships" id="280" r:id="Rea5b6122f50a4f56"/>
    <p:sldId xmlns:r="http://schemas.openxmlformats.org/officeDocument/2006/relationships" id="281" r:id="R9abd3e0e652740c0"/>
    <p:sldId xmlns:r="http://schemas.openxmlformats.org/officeDocument/2006/relationships" id="282" r:id="Rc6768b70d53843a2"/>
    <p:sldId xmlns:r="http://schemas.openxmlformats.org/officeDocument/2006/relationships" id="283" r:id="R5d14d2d9173f43b7"/>
    <p:sldId xmlns:r="http://schemas.openxmlformats.org/officeDocument/2006/relationships" id="284" r:id="Rcecb1c7164f24b27"/>
    <p:sldId xmlns:r="http://schemas.openxmlformats.org/officeDocument/2006/relationships" id="285" r:id="R5e23815f86534ce7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002510a2ef4b0c" /><Relationship Type="http://schemas.openxmlformats.org/officeDocument/2006/relationships/slideMaster" Target="/ppt/slideMasters/slideMaster1.xml" Id="R3c5f3a2b71e3461a" /><Relationship Type="http://schemas.openxmlformats.org/officeDocument/2006/relationships/notesMaster" Target="/ppt/notesMasters/notesMaster1.xml" Id="R4aa48a3a795944ae" /><Relationship Type="http://schemas.openxmlformats.org/officeDocument/2006/relationships/presProps" Target="/ppt/presProps.xml" Id="R8e9e46867b2e4e97" /><Relationship Type="http://schemas.openxmlformats.org/officeDocument/2006/relationships/viewProps" Target="/ppt/viewProps.xml" Id="Rd81a069816e849b6" /><Relationship Type="http://schemas.openxmlformats.org/officeDocument/2006/relationships/tableStyles" Target="/ppt/tableStyles.xml" Id="R3a25d102e2fe4984" /><Relationship Type="http://schemas.openxmlformats.org/officeDocument/2006/relationships/slide" Target="/ppt/slides/slide1.xml" Id="R62460e5b90d9434a" /><Relationship Type="http://schemas.openxmlformats.org/officeDocument/2006/relationships/slide" Target="/ppt/slides/slide2.xml" Id="R3d226080050d4deb" /><Relationship Type="http://schemas.openxmlformats.org/officeDocument/2006/relationships/slide" Target="/ppt/slides/slide3.xml" Id="R25c8d82b1f9b4d67" /><Relationship Type="http://schemas.openxmlformats.org/officeDocument/2006/relationships/slide" Target="/ppt/slides/slide4.xml" Id="R9681f997ed4a48bf" /><Relationship Type="http://schemas.openxmlformats.org/officeDocument/2006/relationships/slide" Target="/ppt/slides/slide5.xml" Id="R3b426cc3667443f8" /><Relationship Type="http://schemas.openxmlformats.org/officeDocument/2006/relationships/slide" Target="/ppt/slides/slide6.xml" Id="R0559f64399d545a2" /><Relationship Type="http://schemas.openxmlformats.org/officeDocument/2006/relationships/slide" Target="/ppt/slides/slide7.xml" Id="R8df43ac8b17346e1" /><Relationship Type="http://schemas.openxmlformats.org/officeDocument/2006/relationships/slide" Target="/ppt/slides/slide8.xml" Id="R7cdf498016ed48ed" /><Relationship Type="http://schemas.openxmlformats.org/officeDocument/2006/relationships/slide" Target="/ppt/slides/slide9.xml" Id="R3b57ca721b684d63" /><Relationship Type="http://schemas.openxmlformats.org/officeDocument/2006/relationships/slide" Target="/ppt/slides/slide10.xml" Id="R4f0019fb9cc0410b" /><Relationship Type="http://schemas.openxmlformats.org/officeDocument/2006/relationships/slide" Target="/ppt/slides/slide11.xml" Id="Rd6d92505e5944ed4" /><Relationship Type="http://schemas.openxmlformats.org/officeDocument/2006/relationships/slide" Target="/ppt/slides/slide12.xml" Id="Rd361b5890db84fe1" /><Relationship Type="http://schemas.openxmlformats.org/officeDocument/2006/relationships/slide" Target="/ppt/slides/slide13.xml" Id="Rb8a2d6b6cae44816" /><Relationship Type="http://schemas.openxmlformats.org/officeDocument/2006/relationships/slide" Target="/ppt/slides/slide14.xml" Id="R22562f45073049b3" /><Relationship Type="http://schemas.openxmlformats.org/officeDocument/2006/relationships/slide" Target="/ppt/slides/slide15.xml" Id="R89200f8e22144f36" /><Relationship Type="http://schemas.openxmlformats.org/officeDocument/2006/relationships/slide" Target="/ppt/slides/slide16.xml" Id="Rd88da97eab4e412a" /><Relationship Type="http://schemas.openxmlformats.org/officeDocument/2006/relationships/slide" Target="/ppt/slides/slide17.xml" Id="Rd9f475d1482e4e50" /><Relationship Type="http://schemas.openxmlformats.org/officeDocument/2006/relationships/slide" Target="/ppt/slides/slide18.xml" Id="R4a770e330f02446e" /><Relationship Type="http://schemas.openxmlformats.org/officeDocument/2006/relationships/slide" Target="/ppt/slides/slide19.xml" Id="R4dad5ec590b54cee" /><Relationship Type="http://schemas.openxmlformats.org/officeDocument/2006/relationships/slide" Target="/ppt/slides/slide20.xml" Id="R92db34f8f3e7494d" /><Relationship Type="http://schemas.openxmlformats.org/officeDocument/2006/relationships/slide" Target="/ppt/slides/slide21.xml" Id="Rf0b33df580a646bc" /><Relationship Type="http://schemas.openxmlformats.org/officeDocument/2006/relationships/slide" Target="/ppt/slides/slide22.xml" Id="R693ab866d1154b02" /><Relationship Type="http://schemas.openxmlformats.org/officeDocument/2006/relationships/slide" Target="/ppt/slides/slide23.xml" Id="R3369c6c05c7e4b8f" /><Relationship Type="http://schemas.openxmlformats.org/officeDocument/2006/relationships/slide" Target="/ppt/slides/slide24.xml" Id="R0f3ccb78758f4ffd" /><Relationship Type="http://schemas.openxmlformats.org/officeDocument/2006/relationships/slide" Target="/ppt/slides/slide25.xml" Id="Rea5b6122f50a4f56" /><Relationship Type="http://schemas.openxmlformats.org/officeDocument/2006/relationships/slide" Target="/ppt/slides/slide26.xml" Id="R9abd3e0e652740c0" /><Relationship Type="http://schemas.openxmlformats.org/officeDocument/2006/relationships/slide" Target="/ppt/slides/slide27.xml" Id="Rc6768b70d53843a2" /><Relationship Type="http://schemas.openxmlformats.org/officeDocument/2006/relationships/slide" Target="/ppt/slides/slide28.xml" Id="R5d14d2d9173f43b7" /><Relationship Type="http://schemas.openxmlformats.org/officeDocument/2006/relationships/slide" Target="/ppt/slides/slide29.xml" Id="Rcecb1c7164f24b27" /><Relationship Type="http://schemas.openxmlformats.org/officeDocument/2006/relationships/slide" Target="/ppt/slides/slide30.xml" Id="R5e23815f86534c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d81f260d8949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09ed2627594712" /><Relationship Type="http://schemas.openxmlformats.org/officeDocument/2006/relationships/notesMaster" Target="/ppt/notesMasters/notesMaster1.xml" Id="R5a3d2028198c4e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302023ad8f4e2f" /><Relationship Type="http://schemas.openxmlformats.org/officeDocument/2006/relationships/notesMaster" Target="/ppt/notesMasters/notesMaster1.xml" Id="Rcbbb4e6011a34e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669005dddb4c5d" /><Relationship Type="http://schemas.openxmlformats.org/officeDocument/2006/relationships/notesMaster" Target="/ppt/notesMasters/notesMaster1.xml" Id="R80c50ca81b064c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3c804340a1480d" /><Relationship Type="http://schemas.openxmlformats.org/officeDocument/2006/relationships/notesMaster" Target="/ppt/notesMasters/notesMaster1.xml" Id="R4de137131bcb4e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6ae280acc4411e" /><Relationship Type="http://schemas.openxmlformats.org/officeDocument/2006/relationships/notesMaster" Target="/ppt/notesMasters/notesMaster1.xml" Id="R4589a78e687a42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73694e624b4121" /><Relationship Type="http://schemas.openxmlformats.org/officeDocument/2006/relationships/notesMaster" Target="/ppt/notesMasters/notesMaster1.xml" Id="R1fb13c4d965047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c5ef38dfb74d53" /><Relationship Type="http://schemas.openxmlformats.org/officeDocument/2006/relationships/notesMaster" Target="/ppt/notesMasters/notesMaster1.xml" Id="R96b4e610896a4e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963aa45940457e" /><Relationship Type="http://schemas.openxmlformats.org/officeDocument/2006/relationships/notesMaster" Target="/ppt/notesMasters/notesMaster1.xml" Id="R38589eca5e844e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fba51b41b84915" /><Relationship Type="http://schemas.openxmlformats.org/officeDocument/2006/relationships/notesMaster" Target="/ppt/notesMasters/notesMaster1.xml" Id="Rd40719e9715b43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5b0118b6e94df4" /><Relationship Type="http://schemas.openxmlformats.org/officeDocument/2006/relationships/notesMaster" Target="/ppt/notesMasters/notesMaster1.xml" Id="Ra92500a099c242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24a1282da24c40" /><Relationship Type="http://schemas.openxmlformats.org/officeDocument/2006/relationships/notesMaster" Target="/ppt/notesMasters/notesMaster1.xml" Id="R0d9c6df3e83d4f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5404d572934929" /><Relationship Type="http://schemas.openxmlformats.org/officeDocument/2006/relationships/notesMaster" Target="/ppt/notesMasters/notesMaster1.xml" Id="R8696259ea83b4e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461bbc85a34f25" /><Relationship Type="http://schemas.openxmlformats.org/officeDocument/2006/relationships/notesMaster" Target="/ppt/notesMasters/notesMaster1.xml" Id="R7cab76b842054d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ff678d98886426c" /><Relationship Type="http://schemas.openxmlformats.org/officeDocument/2006/relationships/notesMaster" Target="/ppt/notesMasters/notesMaster1.xml" Id="Re2c846edb0d043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003198774b48d6" /><Relationship Type="http://schemas.openxmlformats.org/officeDocument/2006/relationships/notesMaster" Target="/ppt/notesMasters/notesMaster1.xml" Id="R087d5f1f1b6441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e6858b9b5c464c" /><Relationship Type="http://schemas.openxmlformats.org/officeDocument/2006/relationships/notesMaster" Target="/ppt/notesMasters/notesMaster1.xml" Id="R880c6b59e90641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286e714e8d746e7" /><Relationship Type="http://schemas.openxmlformats.org/officeDocument/2006/relationships/notesMaster" Target="/ppt/notesMasters/notesMaster1.xml" Id="R3538e16a3666439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0f3de45a0de4e8b" /><Relationship Type="http://schemas.openxmlformats.org/officeDocument/2006/relationships/notesMaster" Target="/ppt/notesMasters/notesMaster1.xml" Id="Rfd30ea08d9c5482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2e09b41c552460f" /><Relationship Type="http://schemas.openxmlformats.org/officeDocument/2006/relationships/notesMaster" Target="/ppt/notesMasters/notesMaster1.xml" Id="Ra518a65c62704ec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ebbc5f60aaa452e" /><Relationship Type="http://schemas.openxmlformats.org/officeDocument/2006/relationships/notesMaster" Target="/ppt/notesMasters/notesMaster1.xml" Id="Re0c77b01494f4df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d4740491b814f08" /><Relationship Type="http://schemas.openxmlformats.org/officeDocument/2006/relationships/notesMaster" Target="/ppt/notesMasters/notesMaster1.xml" Id="Re1564e34e4304bc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552e8e09544e1c" /><Relationship Type="http://schemas.openxmlformats.org/officeDocument/2006/relationships/notesMaster" Target="/ppt/notesMasters/notesMaster1.xml" Id="R0b9120fddd42464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b346fe006da4ba3" /><Relationship Type="http://schemas.openxmlformats.org/officeDocument/2006/relationships/notesMaster" Target="/ppt/notesMasters/notesMaster1.xml" Id="R2f56aa9f1b2b43d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6fc0c5fe8f404c" /><Relationship Type="http://schemas.openxmlformats.org/officeDocument/2006/relationships/notesMaster" Target="/ppt/notesMasters/notesMaster1.xml" Id="Rb04bdfcc6a8a4c2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18ca06873a34420" /><Relationship Type="http://schemas.openxmlformats.org/officeDocument/2006/relationships/notesMaster" Target="/ppt/notesMasters/notesMaster1.xml" Id="R019afc0b9cb7413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8c5c1327a92492d" /><Relationship Type="http://schemas.openxmlformats.org/officeDocument/2006/relationships/notesMaster" Target="/ppt/notesMasters/notesMaster1.xml" Id="R8abdcca28999421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1c303ed3e334c35" /><Relationship Type="http://schemas.openxmlformats.org/officeDocument/2006/relationships/notesMaster" Target="/ppt/notesMasters/notesMaster1.xml" Id="R5bdac4bd68194a8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25cfd876bb8487a" /><Relationship Type="http://schemas.openxmlformats.org/officeDocument/2006/relationships/notesMaster" Target="/ppt/notesMasters/notesMaster1.xml" Id="Refaa833d1856437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8bc4d2f0dde489e" /><Relationship Type="http://schemas.openxmlformats.org/officeDocument/2006/relationships/notesMaster" Target="/ppt/notesMasters/notesMaster1.xml" Id="R07066a4f63c1459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255f3ec92d74df0" /><Relationship Type="http://schemas.openxmlformats.org/officeDocument/2006/relationships/notesMaster" Target="/ppt/notesMasters/notesMaster1.xml" Id="Rcd96daf63eba45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6549e8c5447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fb262af95e4c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97b97d7a6b4cf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51a3f36e794de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3223aa57146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0fb09dfa7f4d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e01be6216c4d5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5e1bfecdc41d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be294d2f564c6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47bc25ce64d5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885d44c8b24b1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EF4E5-C5AC-408F-B60B-1EFFBD28CC8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7134CD6-F250-449E-BE8E-033B03E847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E691F8-FA08-4342-B12F-8AABD35755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207C76-98C5-47BE-A206-08DFB80354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E370EA-F604-419C-9C50-AC0C46C7F6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7A1DE4-48AD-4435-82A5-F7931A0D01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44AD98-92B8-4ABC-A1A6-F5A92E4B6C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1FEF36-14C4-4DAC-93EC-391CF2CE271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310768-ED80-49E7-9F24-B3A47D6D0A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619945-953C-427E-BBB0-7B0BB0D0B3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AC60CB-32CD-483B-ADA0-A219798C70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148E47-1E08-4BFA-A10B-A98292C03D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117530-F014-4524-9BB8-8FAC9EDC63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6B7EF29-A04F-4E5C-B96C-416666435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24C6DD-2D36-4B72-99D2-83910FE9CD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6D03E4-FAE0-4E9A-AC17-C567001144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9696659-BD81-470D-B0C7-E7EA7FEF50F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25C97A-0054-4A49-B27D-E84323F208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F77D6C-7616-4208-A459-0A583D30D7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FC1F66-E163-437B-BB52-43152844F2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F5AC66-FC14-42E2-AC0A-29C9C91721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5A04F7-F5B4-4DF6-993C-0CF82D3BFE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8C96DB-D4C8-420C-98A1-BE04D2290E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2455FFB-5CF5-4993-925A-15D24A47DC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12C6143-75A3-4EE3-9D8B-6C557CB85A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1A86CFB-5C65-47D6-AF38-06C63B17A12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6D85ABF-0112-46CA-8408-6F4270E60A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C1B6C8F-5366-48CA-B6CA-C3C86183DF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2F83467-B395-4CC2-B20F-1C18554F8A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A0ED35-E617-426F-A1AE-0114C467A0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0CC5423-813B-41A8-9DB4-6937C6DBBF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9445A04-6891-4E5C-9C36-BA5180E31D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EAB8A6A-A2C3-4D97-AA50-07F2308652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D0CD006-3E66-4C63-A570-46FC14D3AE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FFB1937-D237-4A92-ADA3-DB50802DB5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5A25C16-A453-45A2-8F18-AA5CC4032E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2AC4EB-7349-4341-8DEA-F5B773CD6A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0AC8F69-D366-4CE0-A1F6-729CAB5F3AD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5737646-412B-402B-95B0-08668B7B58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6E620A6-1033-4F74-842E-4AEA564FAC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7DEDA9D-3D9F-4303-B26C-D6D2658324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8E16AF7-F236-473E-BF96-90394317D7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879020-99E8-411B-82C1-15891EDB3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B1615AE-CBBF-45E3-8BD4-915749DD65A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A6E0144-6A44-452F-9D88-014BC38DF31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579E72B-AF16-4CF7-84F9-35FDBB1A0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6A05236-5CBA-4080-91EC-C10D65F2E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0FC855-00BF-4F37-B735-D9D1110EE6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C4055F-B80E-46ED-BDE1-8CBF42CB19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A1F1F6-720D-4BC5-BEBD-47213CE966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B650D63-9BF7-455F-B4C1-1E38D293A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80D1B2-DC78-4999-B24F-CDDE3337C8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2909F4-8128-4E47-BF05-41DFA2A367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ED375EF-736F-47F2-A78A-F0427DADC5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4C7E1F-06B2-4967-BC20-33BE1AF82F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CF8239-0590-439F-8DF8-9C8BF89480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340E86-70B9-44A3-92EE-602E0C9429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3813AC8-C067-47F4-8F45-16D02547C3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7740dbd1c547b3" /><Relationship Type="http://schemas.openxmlformats.org/officeDocument/2006/relationships/slideLayout" Target="/ppt/slideLayouts/slideLayout1.xml" Id="R1d8ccbe58bd847d2" /><Relationship Type="http://schemas.openxmlformats.org/officeDocument/2006/relationships/slideLayout" Target="/ppt/slideLayouts/slideLayout2.xml" Id="R0011410bdc404990" /><Relationship Type="http://schemas.openxmlformats.org/officeDocument/2006/relationships/slideLayout" Target="/ppt/slideLayouts/slideLayout3.xml" Id="Rc114d6fde56b4873" /><Relationship Type="http://schemas.openxmlformats.org/officeDocument/2006/relationships/slideLayout" Target="/ppt/slideLayouts/slideLayout4.xml" Id="R61f30df27c2c4e3d" /><Relationship Type="http://schemas.openxmlformats.org/officeDocument/2006/relationships/slideLayout" Target="/ppt/slideLayouts/slideLayout5.xml" Id="R62e614a98e404343" /><Relationship Type="http://schemas.openxmlformats.org/officeDocument/2006/relationships/slideLayout" Target="/ppt/slideLayouts/slideLayout6.xml" Id="Re712d45103da49bf" /><Relationship Type="http://schemas.openxmlformats.org/officeDocument/2006/relationships/slideLayout" Target="/ppt/slideLayouts/slideLayout7.xml" Id="Rdcbf76cfb726422c" /><Relationship Type="http://schemas.openxmlformats.org/officeDocument/2006/relationships/slideLayout" Target="/ppt/slideLayouts/slideLayout8.xml" Id="R1463bc9c8c0140df" /><Relationship Type="http://schemas.openxmlformats.org/officeDocument/2006/relationships/slideLayout" Target="/ppt/slideLayouts/slideLayout9.xml" Id="Rbce9ad2fcdf74357" /><Relationship Type="http://schemas.openxmlformats.org/officeDocument/2006/relationships/slideLayout" Target="/ppt/slideLayouts/slideLayout10.xml" Id="R700e209f803e4ec8" /><Relationship Type="http://schemas.openxmlformats.org/officeDocument/2006/relationships/slideLayout" Target="/ppt/slideLayouts/slideLayout11.xml" Id="Rc27521cbe3044c0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1217E04-06BE-4D3D-A676-6453612D0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1F1EC07-04A1-4FB7-9AB8-4BB358E893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0E99B9F-C460-4FF3-95F4-7A1136D4210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14EA22-917F-44BD-80F5-2C97288D439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6F092AF-0247-4C3D-8AF8-513F588590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8ccbe58bd847d2"/>
    <p:sldLayoutId xmlns:r="http://schemas.openxmlformats.org/officeDocument/2006/relationships" id="2147483650" r:id="R0011410bdc404990"/>
    <p:sldLayoutId xmlns:r="http://schemas.openxmlformats.org/officeDocument/2006/relationships" id="2147483651" r:id="Rc114d6fde56b4873"/>
    <p:sldLayoutId xmlns:r="http://schemas.openxmlformats.org/officeDocument/2006/relationships" id="2147483652" r:id="R61f30df27c2c4e3d"/>
    <p:sldLayoutId xmlns:r="http://schemas.openxmlformats.org/officeDocument/2006/relationships" id="2147483653" r:id="R62e614a98e404343"/>
    <p:sldLayoutId xmlns:r="http://schemas.openxmlformats.org/officeDocument/2006/relationships" id="2147483654" r:id="Re712d45103da49bf"/>
    <p:sldLayoutId xmlns:r="http://schemas.openxmlformats.org/officeDocument/2006/relationships" id="2147483655" r:id="Rdcbf76cfb726422c"/>
    <p:sldLayoutId xmlns:r="http://schemas.openxmlformats.org/officeDocument/2006/relationships" id="2147483656" r:id="R1463bc9c8c0140df"/>
    <p:sldLayoutId xmlns:r="http://schemas.openxmlformats.org/officeDocument/2006/relationships" id="2147483657" r:id="Rbce9ad2fcdf74357"/>
    <p:sldLayoutId xmlns:r="http://schemas.openxmlformats.org/officeDocument/2006/relationships" id="2147483658" r:id="R700e209f803e4ec8"/>
    <p:sldLayoutId xmlns:r="http://schemas.openxmlformats.org/officeDocument/2006/relationships" id="2147483659" r:id="Rc27521cbe3044c0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cca7d1bc1441d8" /><Relationship Type="http://schemas.openxmlformats.org/officeDocument/2006/relationships/notesSlide" Target="/ppt/notesSlides/notesSlide1.xml" Id="R09d396c1c6cf40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827ff19e2449ec" /><Relationship Type="http://schemas.openxmlformats.org/officeDocument/2006/relationships/notesSlide" Target="/ppt/notesSlides/notesSlide2.xml" Id="R5519b630762e4a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9d35b564b346c3" /><Relationship Type="http://schemas.openxmlformats.org/officeDocument/2006/relationships/notesSlide" Target="/ppt/notesSlides/notesSlide3.xml" Id="Rb6d1f98a0f184c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b04f9db98e42c7" /><Relationship Type="http://schemas.openxmlformats.org/officeDocument/2006/relationships/notesSlide" Target="/ppt/notesSlides/notesSlide4.xml" Id="R722728f930f74d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fab1a141ac4de7" /><Relationship Type="http://schemas.openxmlformats.org/officeDocument/2006/relationships/notesSlide" Target="/ppt/notesSlides/notesSlide5.xml" Id="R704bb23aedc945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04285a7b694371" /><Relationship Type="http://schemas.openxmlformats.org/officeDocument/2006/relationships/notesSlide" Target="/ppt/notesSlides/notesSlide6.xml" Id="R6a9276b6773547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4b8f281ee545dd" /><Relationship Type="http://schemas.openxmlformats.org/officeDocument/2006/relationships/notesSlide" Target="/ppt/notesSlides/notesSlide7.xml" Id="Rad1a9b6d9a414c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84a9532af84961" /><Relationship Type="http://schemas.openxmlformats.org/officeDocument/2006/relationships/notesSlide" Target="/ppt/notesSlides/notesSlide8.xml" Id="R787a6d35e93d45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08b41cb7a24410" /><Relationship Type="http://schemas.openxmlformats.org/officeDocument/2006/relationships/notesSlide" Target="/ppt/notesSlides/notesSlide9.xml" Id="Rdf8a6019b86b49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89a0cfd88f4e25" /><Relationship Type="http://schemas.openxmlformats.org/officeDocument/2006/relationships/notesSlide" Target="/ppt/notesSlides/notesSlide10.xml" Id="R862ad00ef89b4f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7e7f1aca3d405d" /><Relationship Type="http://schemas.openxmlformats.org/officeDocument/2006/relationships/notesSlide" Target="/ppt/notesSlides/notesSlide11.xml" Id="R74a096092a8b43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53448b5c804c07" /><Relationship Type="http://schemas.openxmlformats.org/officeDocument/2006/relationships/notesSlide" Target="/ppt/notesSlides/notesSlide12.xml" Id="Rbb27e39b4fa144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1a21ca71d6448a" /><Relationship Type="http://schemas.openxmlformats.org/officeDocument/2006/relationships/notesSlide" Target="/ppt/notesSlides/notesSlide13.xml" Id="R8d76faba309948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de6eadb6f54293" /><Relationship Type="http://schemas.openxmlformats.org/officeDocument/2006/relationships/notesSlide" Target="/ppt/notesSlides/notesSlide14.xml" Id="R83ebc788e30948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de6d7741b34786" /><Relationship Type="http://schemas.openxmlformats.org/officeDocument/2006/relationships/notesSlide" Target="/ppt/notesSlides/notesSlide15.xml" Id="R904032b19841447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d2b53621004a16" /><Relationship Type="http://schemas.openxmlformats.org/officeDocument/2006/relationships/notesSlide" Target="/ppt/notesSlides/notesSlide16.xml" Id="R3536a512120a42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ea729b9f9c4a0b" /><Relationship Type="http://schemas.openxmlformats.org/officeDocument/2006/relationships/notesSlide" Target="/ppt/notesSlides/notesSlide17.xml" Id="Rc3c81615b9e4445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fd4699355d49ae" /><Relationship Type="http://schemas.openxmlformats.org/officeDocument/2006/relationships/notesSlide" Target="/ppt/notesSlides/notesSlide18.xml" Id="R88f3c152b669489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e138cd9cde4939" /><Relationship Type="http://schemas.openxmlformats.org/officeDocument/2006/relationships/notesSlide" Target="/ppt/notesSlides/notesSlide19.xml" Id="R611b7b903a1f42e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8473a0952542e3" /><Relationship Type="http://schemas.openxmlformats.org/officeDocument/2006/relationships/notesSlide" Target="/ppt/notesSlides/notesSlide20.xml" Id="R743472dba99f4c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7f7760fb924a40" /><Relationship Type="http://schemas.openxmlformats.org/officeDocument/2006/relationships/notesSlide" Target="/ppt/notesSlides/notesSlide21.xml" Id="R1372c994ea2046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050273dcf847fa" /><Relationship Type="http://schemas.openxmlformats.org/officeDocument/2006/relationships/notesSlide" Target="/ppt/notesSlides/notesSlide22.xml" Id="Ra96c35e43ab245d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46fcb8064a4d61" /><Relationship Type="http://schemas.openxmlformats.org/officeDocument/2006/relationships/notesSlide" Target="/ppt/notesSlides/notesSlide23.xml" Id="R27edb664c55f49d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89b9ac2b3e4337" /><Relationship Type="http://schemas.openxmlformats.org/officeDocument/2006/relationships/notesSlide" Target="/ppt/notesSlides/notesSlide24.xml" Id="R9f48f8effdb049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3955dae12d4519" /><Relationship Type="http://schemas.openxmlformats.org/officeDocument/2006/relationships/notesSlide" Target="/ppt/notesSlides/notesSlide25.xml" Id="R52f9c2bf7da640f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3a6b171bf0488c" /><Relationship Type="http://schemas.openxmlformats.org/officeDocument/2006/relationships/notesSlide" Target="/ppt/notesSlides/notesSlide26.xml" Id="R60a392ed5ecf43d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78dc547e9d4cec" /><Relationship Type="http://schemas.openxmlformats.org/officeDocument/2006/relationships/notesSlide" Target="/ppt/notesSlides/notesSlide27.xml" Id="Ra42348ba7e9444d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653c16174b4165" /><Relationship Type="http://schemas.openxmlformats.org/officeDocument/2006/relationships/notesSlide" Target="/ppt/notesSlides/notesSlide28.xml" Id="Ra7f0e964cc12484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5d81d4ead845dd" /><Relationship Type="http://schemas.openxmlformats.org/officeDocument/2006/relationships/notesSlide" Target="/ppt/notesSlides/notesSlide29.xml" Id="Rc336377de3b9430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1d4a15c7f844cc" /><Relationship Type="http://schemas.openxmlformats.org/officeDocument/2006/relationships/notesSlide" Target="/ppt/notesSlides/notesSlide30.xml" Id="R5cc26be12f6a46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2C51C36-1831-44D7-9EDC-483B01A1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F5B95A-0DDA-4093-A5F7-A644378F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09D1EB-AF48-4E35-8E12-CA7A3EFB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4D41C5F-95A2-4151-929F-1E93225B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00D8E5A-E79E-4AC4-865D-5CBC513C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A36BB1-3509-4AEF-8758-ACE5D615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E13BF77-D91D-46F4-8F64-C43B103C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2026.07.30-36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E200A3-D0DB-4172-97AD-8CE21303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2026-07-30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4EBD241-6E74-4365-9E1C-35EE59A5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1CC5F73-AFBA-4DF4-A913-56749728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3F7575-A7B8-4B86-BA13-412F8311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6493953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4BA07-9CFE-4A7D-9DBE-C3C96B0F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D92F0F7-548A-43AA-A232-D74C4F50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4D41EC-5E54-40AB-AEC9-0D06E027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905BF0-B2F1-4002-9956-5D8CE256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40E929-743A-44F7-A83C-8486C3CD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727B47-E013-4787-8DF2-7CF764E0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6D6E97-5B12-4471-8FE1-D33B91D5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CB09FB-6062-4B7F-8877-D57E0161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CD95DCE-14F3-4A52-8A1E-B7CA1F2E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2762AC8-48E7-4337-BFB2-4DBB4E23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F284026-0593-4B97-A74B-BE0514E2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10821335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D70DC8-BE0E-4D55-AD43-3C3BCCE0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A9456D-8560-4440-AD7B-A05945C2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95B588-A6C4-4B21-8933-36FB39D8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2BD971-60DB-4298-8D3B-DC1A9810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C8AB7D-75C5-4F48-9947-A92C3BD0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E0B9D9-BEA6-4CDE-8E6D-FC4054A9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568843-8609-4597-A42E-B374FCD2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20149606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E79BDE-6E8F-4213-BB25-24F2BE09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5D0603-8EB2-434C-B82B-4C1B9F8B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2E844D-C201-4C70-87DC-CBDD2CFC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A88752-45EC-4FB1-83AF-C119F1E5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4066CF-4490-454D-A756-56286F75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2309C4-F6F0-4D83-8BE4-6E0B20D1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E9A72D4-B4BC-4565-8FCC-9F24ABFD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481741F-E89E-469B-817B-4D6BB8B8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4D5B70-59F0-494F-8629-806492AE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F0C2C88-245D-4011-84B8-AF1C25CE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FC3BB96-CCE6-4D8B-B0AA-A3478678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2552358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A3342B-E3A1-4056-B5B7-2DB81DC2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41AA26-0D72-4F77-9D3B-B35B8B69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BDD2F4-BCEA-4AEE-83C8-2A5C1FEA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9B0BF9-C8E6-4136-ADEC-40413DEF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D7C8B4-18F1-4516-8381-F427676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397DC1-BF19-4150-A36C-30767504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9A3F86-D7CB-4481-B18B-64907F9A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FF94D7-6EB5-4374-A044-5C267ECD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BF86642-004E-4EDC-A2D3-79150EAD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21F938F-D25B-409D-B01E-32EED9F8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EA18442-6F23-41B1-B457-1FD51112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96323611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CE0E437-7AAC-4655-B7CD-21C05436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086A63-5522-4398-8F9C-674A735F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7446BE-8422-4EEE-A574-06AA65F5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83A3F5-E05E-4D43-A7D4-FAAE61F3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C1CC3C-D592-4968-8865-98EAC28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64FE35-4AA1-4E3D-BBA0-9CC5E58F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3A16DDE-56DA-4BF6-9E85-40777354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7177846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9A75EF-032F-49E8-8CD6-0CB5340B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D598CC-7304-4A3E-9915-F34FDE5D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A1082F-9C59-4986-8BC9-674E0C20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3E0F50E-C1CB-41B8-A79A-F55DEDE8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87DD68-FCC6-4B6D-8A73-0DD1E447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7BA74B-E3E6-4BFA-9C54-1DCE4774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9DFBCA2-96A5-4B2C-983F-15E850F1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937E6F-BBFF-4988-967B-6108036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09BF23-B16B-4B50-BC8E-CB9EEBD0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3B86B8D-5999-42A7-ADEF-FD8FFA85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24042A-8571-45F5-8669-2B34875B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ECDDE00-D6D1-42EE-B834-7D388DBD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860D055-765E-4802-B590-DB83F9EE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58B67E4-CBAC-4F5A-AA03-E3D23057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568D9C-F2E5-49F1-A473-4AD2873B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B41C948-C6DA-451D-836F-59B1A229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FD0BFC9-12DC-4E16-AA7B-876672C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7DBBBF8-041C-4AA8-A13B-2D2D94EE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723A27E-BD18-4F64-860D-E0C81E50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37469954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3E1A2B-27B5-486C-A1A7-C1A4975C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CFB24C-BDDB-47FE-A46C-6AD4999E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5AD54A1-7123-402F-9880-3807F869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28BD20-C8A6-4F90-A7CB-F29B02E6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9D61EE-7441-4AB3-9464-1B4847F5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4867B9-0B2D-4CC8-840C-2F6AA62E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A70865-BC3C-44D5-9AD9-F1C778F6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6A2EFA-0122-4A3E-895D-8967CE1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983ADEC-9B41-42F4-8CFC-93E10D23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C30224C-04EB-489A-82B8-0FF314D2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4A9393-B403-43C4-BCEE-A81804FB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353DFB2-DC06-4DDC-B06C-5090523B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4B5A57-2CF8-4008-95C5-62D58D82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FF05722-B767-46FF-9A0A-CF3CD535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7B13286-6A47-4F58-BDDA-3D074304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B846760-B1A4-4E88-A4B0-F4EDCE94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EC6DEEB-0217-4D31-91EB-B7E95854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0A4D00-0B56-496D-9A18-8BD30EF6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2E59940-59F3-4B62-9F91-6AC942FD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7B081BC-EC94-4C45-8FBB-F513147C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6861888-D3C9-4E60-B29D-4351F3EE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6A69B5D-9771-41D2-914A-98CB081F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8407628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6BDD63-5DC9-4566-81B7-51001615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30E8B3-423B-4317-B6A8-AD6A360E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1AFCFB-B8A1-41AA-85C9-B6BA22D7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1643692-CBD8-4A85-AC3B-CD2FE6B9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395299-55A2-4981-B00A-05E239E9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CE6492-47B1-49B9-9F7D-81A83370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4A3A8-2E4F-4371-8E2D-0D7AB0F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57266093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B7E398-00C2-4D51-9F2F-25911990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37A8A1-D79C-426B-9E2A-98917699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F0DEB3D-090D-4FC1-ABDD-956EE60E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9A63AB-54B6-40D4-B153-7BCC45C0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F30DB01-8636-4434-869C-A5580EA0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4AB25C-73AF-42D2-8564-CCE5E9F0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3D039E2-9DF6-4C50-9008-8176C0D3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AFFA7F-94A9-40B4-A478-69A1CC2B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631150-F7D6-4151-BB36-230D293C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AE7D1DA-2D0F-4FC6-AB1F-ED406BC1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0605D9-C2EC-472E-A17A-5DED79FE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30941281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2DC9F5-CAC1-49E7-A535-6DC6B751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D719B8-98AA-4C16-9606-B5F5B293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AD4700E-1015-4E35-88B9-754D86BA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503897-994D-4D7A-9685-6F21E131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57248B-BE31-4C11-A6C6-019CFBE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559B214-578E-46EA-82E4-27D92165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78A379-8D3A-44EA-8009-34889FB0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520186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D67ACF-7FB3-493D-B342-F2EB3736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7E4F28-4A13-49A7-A4CA-AB8D30D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9E9539-3EC4-4D71-8DFC-DE20F96F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4FEC8A-3295-4600-8B35-C0A415FD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9DFBDC-A97A-407A-A469-C99ADE61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9FD2E6-25C7-41F2-B65E-93621844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E2FCFE0-0B8A-4E12-827F-A4233AA3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D0A547-7ACB-450C-B390-B28718DE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B8B594-0E59-4E4F-9231-9F3E2B05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962352F-2AB2-4BCA-8AFA-303EBCF2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45B6AF1-1F8D-458A-BF90-0DDF356B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F91ACF8-6D49-4114-9BD0-C8C27909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9C7C7B-7267-462B-9E0A-4CD9062B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D07E5EC-7281-4AF7-B343-8B71D7FA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94A1564-8029-4FCD-B1E5-BF441A4C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4FF8326-FD0E-4E39-8168-07310E63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E1BCDA-F338-4563-806B-8601E494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4BFC6F3-C0CE-4EAD-8624-160EA8E4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21EDDB7-1561-48D1-85F4-07A68711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C0F5185-591B-414D-A337-F321CFFC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F097D7B-FFF2-48C5-9562-C086113B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68D067E-C2E7-4174-9A6E-25F79568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8053996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7BA905-11B6-4222-A230-0BF3DDE2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CBD9C6-018F-41CF-8355-B49D6099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342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61612B-AC03-4B16-A186-DE62B739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DF1743-80B4-4A27-8C5A-0A1CBF80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5279F8-0D25-4026-AE33-3D3656F3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053E7C-5D1E-41E0-B3E3-771F8121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C02F16-D3E8-4C66-AA69-3A355592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41719302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E91337-AE03-4CBF-BE2C-B0E383D2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62B225-2619-40C8-8E9B-63A3946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6225BB-DDE1-4925-97B9-6144E6E7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B920FFE-6D80-49DF-A23C-DBB7D7EA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9261AE-F3F2-4526-81EB-86A86E01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3A9DE4-C429-4889-8E5D-8ACE8393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68D2B1F-E829-4740-B47A-8997ECCE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9FE070-C207-48CC-9631-403574DC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640691-E581-45B7-8153-8F6740C6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2E13B25-0C26-46B1-9EAA-15DDF9DB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A3EAE5-36D3-4BF4-8506-2BE93E86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4F32AD-895E-4FB6-9737-6675CCA8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CE9182C-8A0A-446D-9717-717274C1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E28F1C-0FD9-4D99-ABCC-8881A008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0AB74E-5A37-4C06-9800-6F293134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EC51BB-58A2-4BE9-A6A4-5DD3E70A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78F7E57-2537-4B92-BEC6-00F8B710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1DA9194-EE82-4EA3-8C64-585EDCB2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88E7EE3-FF0A-4232-A558-5ED27CCA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71849933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4D1404-7526-4673-ABE5-40598C28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70CB08B-307F-42C0-9AB8-385DC2C9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AF73AB7-FD9B-493F-9A5C-EB75A95C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E9131E1-15CB-4A40-90A3-793736B6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6BA438E-8ED9-46FA-A43C-33ADCB20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09E28F-8261-4367-B2FE-2467E54F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D24264-8B42-43B1-A9E6-616DBCB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6180485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AF02D2-8E80-4913-895F-0283FBE3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FBA330-E6B6-43AB-A73E-5646E835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13CE1C9-8FBB-4F2E-93A7-4BF4A54E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B08613-3E8E-4AD8-99A3-60D9D988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A057D78-B424-4C37-8D6D-584F6574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D553B7-B5B2-4160-9317-51DE1CF0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0EF68DF-0F15-45F5-BDAC-913BCF1F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79BA42-D12C-4204-8185-245CCC1D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4F85752-3719-4D4F-BA07-4F368930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D054E1A-D554-4581-A8BD-8FEEFFCD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569452C-C672-4B75-BEB5-999EF4F6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32A5DA-4359-4E15-99BF-A2E34BA7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9A22E83-D9EC-4A16-AB0C-B467CF71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0E92A16-EB8F-4BB5-9E90-C9BB8E58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E195C92-44A5-409C-9FF1-3CCF3F1D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0836DB0-2A6D-4A39-B2EA-69788480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57B204-AF75-4985-961B-46AF4A2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A83F8B-4384-454A-AFF6-C49DC045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625D16C-A0EE-4941-B749-D08ACAB6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4961866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3A407E-C9E5-4014-A257-B4FB7196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A64D40-E6EF-4E83-B8EC-C194BCF9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C7FAF8-A43C-4C9E-BC41-979B2E80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08602C-950D-45E7-8590-0904F81A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A1D7D9-7160-4405-A23F-72732DCA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6CA18D-BA14-497C-89C4-6D61DB9A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3AD4626-7FB4-4A16-9EF7-437F27B7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F2E528-D18D-44C9-9099-DA20DDE7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8AED3C6-6B1B-4BA9-A89C-97ED15B9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3D2DCA2-0B9C-454D-BBAE-9DA4C989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058A44-FC7A-4A5D-BCC5-5A24A6B3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658FCF4-8A82-48FB-935D-F05CF5FA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C9AEF5-C1E6-40AA-9B4E-FAD35006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D2F8CB-D48C-408D-9472-18B3A668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EE8A75-E81B-43BD-B977-3801DBA8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5B701EF-D012-4FB5-8806-9FD6593C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1E6060B-B6E6-4891-994C-CA0423F8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C2A141E-8108-4EF2-B3D8-0021513D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762EC62-AA71-44A1-BBBF-4E02429D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A01E0E7-B3E6-44CF-9DF2-35C12151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4F44A0A-DE56-4276-A592-56C84E8D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4814143-7151-42E6-9F41-D96FE78D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78748611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7D23CC2-7619-481A-A1CF-BDD47F5E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C88932F-23DD-49E8-B9AA-2170CD06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7DBD92-8F1F-4F3D-81FF-BAF6E1B1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21E132-7A41-4F1B-A72A-4C7A5919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E9754D-5A28-44AD-83A7-2219C7B2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BB109-4E8E-4B31-B374-FA7C0BD2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0AD253F-E9C1-4DD5-B9C9-6920CE8E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B1B31D-8B20-429B-965C-2B21F958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2CC187-AAE3-4820-9148-D7F5DA02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A5A00C-F080-423C-ADE8-DEB8D600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4498A87-A14F-44B8-B397-35A94BD8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60704238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B771C1-35DC-4011-984D-72B0B338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55E388-F56E-439D-B66E-CDA364DF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5008C5-4090-4CEA-A578-5A2D8042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C41997-3B84-4526-AC73-07E6F556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B851FF-9A1B-4AD6-ACD7-B1E1D1AD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E9533E-AE57-4FAD-A32D-4BFC10E6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269C7E4-C19F-40F4-ABD0-969D684E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78012537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C21B49-8EAE-494B-9197-0092705D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E740E3-8365-4AF0-BD34-259FD049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3E5A7C-BF8B-437B-84D4-D0763E89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EC8D720-D00D-4403-AFD9-C4E7B022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AF0145-B71F-4619-AD8F-74644B0A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EB2FAE-3A0E-4A1E-AF5B-36AD6DA5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38365D1-3B40-43B5-8CA7-3708FD85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8C3637C-78C6-4D12-BD6E-43581904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0A231B7-2B74-4BCA-82D2-019274EA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98A124F-F176-4037-9008-BA3CB8A4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A7DAEBC-6B0D-4E73-B889-B4E22984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2573428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E59D27-051A-482A-A5A1-7E6B85D8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EF57C17-A7C5-45B5-95FA-49142538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B58794-151B-453A-BEBC-E62D451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26BFADB-961C-4342-BDFB-95708822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0F8208-0FAC-401A-AA01-C18939DF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2166BD-776C-4261-B2C9-1A2AC581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1879C1-E7BA-407D-83BE-1A515714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5801159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201F33-3FF6-4241-87CF-15AD1081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9490A0-E389-4B2F-81FA-34CBC8FE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785D89A-FDC8-4D6A-812B-EB5A69B4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ED2539-FE14-4A08-8F5C-5869225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450D0E-B008-4491-B1CB-5AB6B404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A3D3884-C225-49B9-9576-E73DC60A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6D646EA-EC76-4FFC-84F4-17785E79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0CA465-1ABE-48E2-943A-5A5866E9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764D8DB-EE45-4890-89E5-89881FC8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74EEE82-B1AB-4603-8440-F6EF6160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0E5ABCB-0335-4FC9-87C1-212CA488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9D36AF4-6A96-4001-8776-5BE1F914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28DF421-3829-41D0-9BB5-CCFE6893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3E06AAE-ADCF-4050-A107-6A6EB068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769E5AF-AAC4-4D2F-9CCB-975A6062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F24A0B3-07A2-4BDE-8BB3-CD5E00CB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51C0EA2-83E5-40CF-914B-6A9D90F7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46F5127-21E7-4776-9785-EF0D9BDB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2317E90-691F-404A-8A2E-5E10ABA4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FB7D894-10AB-4846-A4A5-4C729F8C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3BDA8ED-3131-4C5D-874F-A68748B2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876FFCA-1809-4697-B5B1-0AC90CAA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0328BE0-B50F-4E0B-958D-F4A3939B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28477427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055C58-F9FA-41F0-8275-CE1F787E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1E219F-BF7A-48B9-884D-9422AA7E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70BF4B4-3076-4DC6-AABD-0C2935B7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096B2D-7E59-4769-A6D5-96BA811F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64627B-8AAA-480F-9C9F-599951F7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FFE9732-1F6F-485D-B13A-850380D4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A247044-4C12-4E10-B867-46B21C25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9A9BB7-8D50-4740-9252-850439BC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9C64F65-D492-4EE3-8E7A-58BC6E1F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934A9C-9D5C-42E1-8649-D844582A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730033A-072C-4C13-8EED-30CD457A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E082A45-3420-4F4E-8C84-1C7713AA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46F608D-329F-4CD0-B678-7B814D15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E08C5BB-4E48-45FD-8D5C-172D71AC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0D00D41-BB68-4CDD-A9C5-4748807E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356B862-D427-4193-83D0-97C3A977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323790D-E8C2-4C9D-98B1-67E667CE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483B557-BDBB-405C-8EB9-2CC4BE32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38116F8-8BE3-44D3-8D28-7E372558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515A6D-F00D-4525-BD14-2B639143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16F205C-0FF9-44E3-8981-A4045A7F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50F71BF-3812-452C-97AE-8C99186F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6F459D-0FE1-45DD-8BA3-48458A13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32205893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9C0D93-AA31-4C32-A774-BDC5CBE4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871787-2FDA-4D2D-B92B-0523C8E4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4185F2-E2A2-4A01-BFC2-B44A64E6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708D5EF-99D2-4ED2-935A-CFDB4390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2AC36B-5DC9-4DF9-8B3E-FBAC9C25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AB3C16-D769-4383-BEC1-E8FC5AE3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28AF27-741E-441F-B0C5-CEB547B6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209302074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3D4435A-1A9D-4527-A4C1-DA5F528D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65FA15-5640-42D9-BE5E-0EC8C8B3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A3FC270-B9D5-49DC-9451-581714A7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2A064B-D93F-4F8F-A39F-5775D7D2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BBCBA81-5FB3-45C3-97F5-3ECF0282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D287C0-9B5E-4062-B9B8-8A608243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AF943B-350A-49D1-B981-13F43E01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209106998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14C69C-A0D6-4E8A-A881-C201EF7D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B9E1BD-BE02-4B36-8A7F-9F1B8933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1727CE-8C7B-430F-89EF-F3C7C645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F7202D-423A-4301-9B93-D838BFAB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8F8D69-FF26-45CE-B2B1-953BBE9C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112C49-DD74-43EB-A667-967C91CD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5D4432-E4EF-4BB5-8018-6CDD5EF1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45192043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3385B2-67AD-4149-AC15-CDF263ED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55E601-44CD-4FEC-AC23-F9CFB1B1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CD4603-3177-4C83-872A-67A6BD65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BB37E3-94D5-4B48-9DD0-FBDA7509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432E7B-DCC4-4B64-80B0-84C46767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36827D7-CBCB-405C-95BB-6B6510C8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D208FA-3344-4FAC-8D67-DCB58189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31141706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32833F-434F-471B-9026-9DAC6710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0B3FDD-F662-4DBE-BA56-72D7D1E2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613D45-FFDD-47CA-8DB5-BA218CD6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94D51B-F967-4852-8D8A-4C9B7BBF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991002-3EF5-4415-8821-9AFA2052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F700AD-ED76-414B-A192-3CD42819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F42BA1-FC16-4849-AD8C-D470D279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60579080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7D990A-53BB-4F34-AC67-56CC454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AA9B73-284B-43B7-B37E-8C39FE78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9E6491A-37A3-40A0-B459-724ED554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1F904F-F534-47AB-9C61-43EA03BF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54ABC6-C030-4CF8-B56B-BF85AA46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2026.07.30-36 · 2026-07-30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46A57D-0744-4B4B-A6B3-A7D2E2F6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502B3-975B-49E3-AF5E-23D161C9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77E500-2E5F-4894-BB32-F971ADFF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DAC10FA-D349-497D-8882-54C7B1FC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5F8A5A-CF76-496F-A98B-4CFF212A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69AB242-5468-4169-9AEA-804D449A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A44F06-53E9-4FC0-9E41-810F6799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A3FD46D-C6E1-423B-92E2-E0857781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9C9B6FC-2CED-47B1-BF25-0CB152FA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269EB8F-EBE1-4D38-9006-6B61C292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E9A3598-B35F-47C4-86D4-FCD01227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1C7AB31-6B17-40FA-8280-F2395568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87105B-31D6-477D-895C-1F9A204E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2023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Viranomaisdelta 30.7.: Kanadan taulukkokohtainen täsmennys oikaisee veroperustan mutta ei lukuja; D5/D7/D10 ovat avoimia. Saksan rajatussa vastauksessa pyydettiin käsittelemään vain olemassa olevia maksutta saatavia aggregaatteja ja standardiotteita; maksullinen käsittely estettiin ilman erillistä kirjallista lupaa. Ranska pysyy tulliproxyna; Tanskasta ja Luxemburgista ei saatu myyntidataa. Euromonitor pysyy pausella; 0/6, EI PISTEYTETTY. Belgia ≈83 333 litraa (9 kk) ja Italia 84,31 milj. EUR PLI-veroa ovat ei retail -ankkureita.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6D6D7AF-9E17-4D2A-9200-FAF8035B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A8EB810-032C-4E2F-85B6-D34B646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3ABC8FB-D850-48F9-B4C5-8508A567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DBC5A9-01A9-49D7-B20D-9306A2CC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49BDB07-828D-496D-B1FC-5FF1D308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39860998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60EAC1-A7A7-4AAB-AE12-C70EB3FF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78F451-C9E5-484C-9A8D-D39215F0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D88EF0-AED3-424E-8C4A-514EF522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C16A739-9944-4A92-B449-3D0FF512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2026.07.30-36 · 2026-07-30 · 30 / 30</a:t>
            </a:r>
          </a:p>
        </p:txBody>
      </p:sp>
    </p:spTree>
    <p:extLst>
      <p:ext uri="{BB962C8B-B14F-4D97-AF65-F5344CB8AC3E}">
        <p14:creationId xmlns:p14="http://schemas.microsoft.com/office/powerpoint/2010/main" val="11474995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2026-07-30T09:50:56.8250000Z</dcterms:created>
  <dcterms:modified xsi:type="dcterms:W3CDTF">2026-07-30T09:50:56.8250000Z</dcterms:modified>
</coreProperties>
</file>