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2026.07.24-17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2026-07-24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Markkina-aineistossa on 20 virallista vuosihavaintoa 6 maasta, mutta luovuttajaportti on 0/3.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20 virallista havaintoa 6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Health Canada; New Zealand Ministry of Health;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6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otsikko vähintään 280 milj. NZD; 280,685 milj. NZD 29 tiedoston raakasumma; 264,561 milj. NZD toistorivien poistamisen herkkyys, ei korjattu estimaatti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5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IMARC; GVR; Fortune; European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4,99 mrd EUR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EU-komission vertailuarvo 2023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Market-values modelReadiness, donorProtocol ja donorCandidates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hyväksytty donor-portti on 0/3; kaikki 4 ehdokasta jäivät ulkopuolelle.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Jokaisen ehdokkaan on läpäistävä kaikki 10 ehtoa (D1–D10).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Uusi-Seelantin 280,685 milj. NZD raakasumma ja 264,561 milj. NZD toistoriviherkkyys eivät ole puhdistettu estimaatti; EU:n vertailuarvo, Kanadan toimitusproxy ja Saksan nestemalli hylättiin myös luovuttajina.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 vaaditaan vielä.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60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9" cy="37947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554480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2026.07.24-17 · 2026-07-24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2026.07.24-17 · 2026-07-24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2026-07-24T00:00:00Z</dcterms:created>
  <dcterms:modified xsi:type="dcterms:W3CDTF">2026-07-24T00:00:00Z</dcterms:modified>
  <cp:category/>
</cp:coreProperties>
</file>