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dc81a49a0f46b7" /><Relationship Type="http://schemas.openxmlformats.org/officeDocument/2006/relationships/extended-properties" Target="/docProps/app.xml" Id="R2155441cdb8f42f3" /><Relationship Type="http://schemas.openxmlformats.org/officeDocument/2006/relationships/officeDocument" Target="/ppt/presentation.xml" Id="Rcc191602c7c94e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4b692f4a354480"/>
  </p:sldMasterIdLst>
  <p:notesMasterIdLst>
    <p:notesMasterId xmlns:r="http://schemas.openxmlformats.org/officeDocument/2006/relationships" r:id="R345b22f168da40d7"/>
  </p:notesMasterIdLst>
  <p:sldIdLst>
    <p:sldId xmlns:r="http://schemas.openxmlformats.org/officeDocument/2006/relationships" id="256" r:id="R97969a643859417f"/>
    <p:sldId xmlns:r="http://schemas.openxmlformats.org/officeDocument/2006/relationships" id="257" r:id="Rd75006d587a34b3c"/>
    <p:sldId xmlns:r="http://schemas.openxmlformats.org/officeDocument/2006/relationships" id="258" r:id="R922a99d623fa4cb6"/>
    <p:sldId xmlns:r="http://schemas.openxmlformats.org/officeDocument/2006/relationships" id="259" r:id="R7f17eb448e9c47da"/>
    <p:sldId xmlns:r="http://schemas.openxmlformats.org/officeDocument/2006/relationships" id="260" r:id="Ra4dab4c5d22341cb"/>
    <p:sldId xmlns:r="http://schemas.openxmlformats.org/officeDocument/2006/relationships" id="261" r:id="Ra8a18873e8d743d2"/>
    <p:sldId xmlns:r="http://schemas.openxmlformats.org/officeDocument/2006/relationships" id="262" r:id="R2c0a601c73df42bd"/>
    <p:sldId xmlns:r="http://schemas.openxmlformats.org/officeDocument/2006/relationships" id="263" r:id="Rd1b92c9205804da5"/>
    <p:sldId xmlns:r="http://schemas.openxmlformats.org/officeDocument/2006/relationships" id="264" r:id="R89a5720c4e4e4386"/>
    <p:sldId xmlns:r="http://schemas.openxmlformats.org/officeDocument/2006/relationships" id="265" r:id="Ree179d15dcd043f0"/>
    <p:sldId xmlns:r="http://schemas.openxmlformats.org/officeDocument/2006/relationships" id="266" r:id="R5fb07f967e194f3b"/>
    <p:sldId xmlns:r="http://schemas.openxmlformats.org/officeDocument/2006/relationships" id="267" r:id="Ra34c473410f24565"/>
    <p:sldId xmlns:r="http://schemas.openxmlformats.org/officeDocument/2006/relationships" id="268" r:id="R5a56649f737b44f5"/>
    <p:sldId xmlns:r="http://schemas.openxmlformats.org/officeDocument/2006/relationships" id="269" r:id="Rbba8b933d6084d9d"/>
    <p:sldId xmlns:r="http://schemas.openxmlformats.org/officeDocument/2006/relationships" id="270" r:id="R1ba583c03e464b56"/>
    <p:sldId xmlns:r="http://schemas.openxmlformats.org/officeDocument/2006/relationships" id="271" r:id="R30a18ddaf3354457"/>
    <p:sldId xmlns:r="http://schemas.openxmlformats.org/officeDocument/2006/relationships" id="272" r:id="Rfdd9cbd58d1a43e2"/>
    <p:sldId xmlns:r="http://schemas.openxmlformats.org/officeDocument/2006/relationships" id="273" r:id="R013720a815a04f84"/>
    <p:sldId xmlns:r="http://schemas.openxmlformats.org/officeDocument/2006/relationships" id="274" r:id="R0e547f8abf36463e"/>
    <p:sldId xmlns:r="http://schemas.openxmlformats.org/officeDocument/2006/relationships" id="275" r:id="R8cc3aa64b2164e57"/>
    <p:sldId xmlns:r="http://schemas.openxmlformats.org/officeDocument/2006/relationships" id="276" r:id="Rb50e380bf94848f0"/>
    <p:sldId xmlns:r="http://schemas.openxmlformats.org/officeDocument/2006/relationships" id="277" r:id="Re422e4d20fa24bb0"/>
    <p:sldId xmlns:r="http://schemas.openxmlformats.org/officeDocument/2006/relationships" id="278" r:id="R15d663d4e3ae4ce5"/>
    <p:sldId xmlns:r="http://schemas.openxmlformats.org/officeDocument/2006/relationships" id="279" r:id="R246fb96c96244e55"/>
    <p:sldId xmlns:r="http://schemas.openxmlformats.org/officeDocument/2006/relationships" id="280" r:id="Rb371612b849d4ad5"/>
    <p:sldId xmlns:r="http://schemas.openxmlformats.org/officeDocument/2006/relationships" id="281" r:id="Rd892012db9aa4130"/>
    <p:sldId xmlns:r="http://schemas.openxmlformats.org/officeDocument/2006/relationships" id="282" r:id="Re51bcbcace6d4daa"/>
    <p:sldId xmlns:r="http://schemas.openxmlformats.org/officeDocument/2006/relationships" id="283" r:id="Re53911d2919f4b52"/>
    <p:sldId xmlns:r="http://schemas.openxmlformats.org/officeDocument/2006/relationships" id="284" r:id="Rb3b787106ffc4d9b"/>
    <p:sldId xmlns:r="http://schemas.openxmlformats.org/officeDocument/2006/relationships" id="285" r:id="Rcec289ea14674367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7ff6f3e7644b2b" /><Relationship Type="http://schemas.openxmlformats.org/officeDocument/2006/relationships/slideMaster" Target="/ppt/slideMasters/slideMaster1.xml" Id="Re24b692f4a354480" /><Relationship Type="http://schemas.openxmlformats.org/officeDocument/2006/relationships/notesMaster" Target="/ppt/notesMasters/notesMaster1.xml" Id="R345b22f168da40d7" /><Relationship Type="http://schemas.openxmlformats.org/officeDocument/2006/relationships/presProps" Target="/ppt/presProps.xml" Id="R03701845c51245d9" /><Relationship Type="http://schemas.openxmlformats.org/officeDocument/2006/relationships/viewProps" Target="/ppt/viewProps.xml" Id="R7caf6f65264e4845" /><Relationship Type="http://schemas.openxmlformats.org/officeDocument/2006/relationships/tableStyles" Target="/ppt/tableStyles.xml" Id="R093bf724f1524acc" /><Relationship Type="http://schemas.openxmlformats.org/officeDocument/2006/relationships/slide" Target="/ppt/slides/slide1.xml" Id="R97969a643859417f" /><Relationship Type="http://schemas.openxmlformats.org/officeDocument/2006/relationships/slide" Target="/ppt/slides/slide2.xml" Id="Rd75006d587a34b3c" /><Relationship Type="http://schemas.openxmlformats.org/officeDocument/2006/relationships/slide" Target="/ppt/slides/slide3.xml" Id="R922a99d623fa4cb6" /><Relationship Type="http://schemas.openxmlformats.org/officeDocument/2006/relationships/slide" Target="/ppt/slides/slide4.xml" Id="R7f17eb448e9c47da" /><Relationship Type="http://schemas.openxmlformats.org/officeDocument/2006/relationships/slide" Target="/ppt/slides/slide5.xml" Id="Ra4dab4c5d22341cb" /><Relationship Type="http://schemas.openxmlformats.org/officeDocument/2006/relationships/slide" Target="/ppt/slides/slide6.xml" Id="Ra8a18873e8d743d2" /><Relationship Type="http://schemas.openxmlformats.org/officeDocument/2006/relationships/slide" Target="/ppt/slides/slide7.xml" Id="R2c0a601c73df42bd" /><Relationship Type="http://schemas.openxmlformats.org/officeDocument/2006/relationships/slide" Target="/ppt/slides/slide8.xml" Id="Rd1b92c9205804da5" /><Relationship Type="http://schemas.openxmlformats.org/officeDocument/2006/relationships/slide" Target="/ppt/slides/slide9.xml" Id="R89a5720c4e4e4386" /><Relationship Type="http://schemas.openxmlformats.org/officeDocument/2006/relationships/slide" Target="/ppt/slides/slide10.xml" Id="Ree179d15dcd043f0" /><Relationship Type="http://schemas.openxmlformats.org/officeDocument/2006/relationships/slide" Target="/ppt/slides/slide11.xml" Id="R5fb07f967e194f3b" /><Relationship Type="http://schemas.openxmlformats.org/officeDocument/2006/relationships/slide" Target="/ppt/slides/slide12.xml" Id="Ra34c473410f24565" /><Relationship Type="http://schemas.openxmlformats.org/officeDocument/2006/relationships/slide" Target="/ppt/slides/slide13.xml" Id="R5a56649f737b44f5" /><Relationship Type="http://schemas.openxmlformats.org/officeDocument/2006/relationships/slide" Target="/ppt/slides/slide14.xml" Id="Rbba8b933d6084d9d" /><Relationship Type="http://schemas.openxmlformats.org/officeDocument/2006/relationships/slide" Target="/ppt/slides/slide15.xml" Id="R1ba583c03e464b56" /><Relationship Type="http://schemas.openxmlformats.org/officeDocument/2006/relationships/slide" Target="/ppt/slides/slide16.xml" Id="R30a18ddaf3354457" /><Relationship Type="http://schemas.openxmlformats.org/officeDocument/2006/relationships/slide" Target="/ppt/slides/slide17.xml" Id="Rfdd9cbd58d1a43e2" /><Relationship Type="http://schemas.openxmlformats.org/officeDocument/2006/relationships/slide" Target="/ppt/slides/slide18.xml" Id="R013720a815a04f84" /><Relationship Type="http://schemas.openxmlformats.org/officeDocument/2006/relationships/slide" Target="/ppt/slides/slide19.xml" Id="R0e547f8abf36463e" /><Relationship Type="http://schemas.openxmlformats.org/officeDocument/2006/relationships/slide" Target="/ppt/slides/slide20.xml" Id="R8cc3aa64b2164e57" /><Relationship Type="http://schemas.openxmlformats.org/officeDocument/2006/relationships/slide" Target="/ppt/slides/slide21.xml" Id="Rb50e380bf94848f0" /><Relationship Type="http://schemas.openxmlformats.org/officeDocument/2006/relationships/slide" Target="/ppt/slides/slide22.xml" Id="Re422e4d20fa24bb0" /><Relationship Type="http://schemas.openxmlformats.org/officeDocument/2006/relationships/slide" Target="/ppt/slides/slide23.xml" Id="R15d663d4e3ae4ce5" /><Relationship Type="http://schemas.openxmlformats.org/officeDocument/2006/relationships/slide" Target="/ppt/slides/slide24.xml" Id="R246fb96c96244e55" /><Relationship Type="http://schemas.openxmlformats.org/officeDocument/2006/relationships/slide" Target="/ppt/slides/slide25.xml" Id="Rb371612b849d4ad5" /><Relationship Type="http://schemas.openxmlformats.org/officeDocument/2006/relationships/slide" Target="/ppt/slides/slide26.xml" Id="Rd892012db9aa4130" /><Relationship Type="http://schemas.openxmlformats.org/officeDocument/2006/relationships/slide" Target="/ppt/slides/slide27.xml" Id="Re51bcbcace6d4daa" /><Relationship Type="http://schemas.openxmlformats.org/officeDocument/2006/relationships/slide" Target="/ppt/slides/slide28.xml" Id="Re53911d2919f4b52" /><Relationship Type="http://schemas.openxmlformats.org/officeDocument/2006/relationships/slide" Target="/ppt/slides/slide29.xml" Id="Rb3b787106ffc4d9b" /><Relationship Type="http://schemas.openxmlformats.org/officeDocument/2006/relationships/slide" Target="/ppt/slides/slide30.xml" Id="Rcec289ea146743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087e3b9b7845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65c7428d2249be" /><Relationship Type="http://schemas.openxmlformats.org/officeDocument/2006/relationships/notesMaster" Target="/ppt/notesMasters/notesMaster1.xml" Id="R8c03293620224d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b8fc8a7fa14b3d" /><Relationship Type="http://schemas.openxmlformats.org/officeDocument/2006/relationships/notesMaster" Target="/ppt/notesMasters/notesMaster1.xml" Id="R11f205b49d8c45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9252acf22846ad" /><Relationship Type="http://schemas.openxmlformats.org/officeDocument/2006/relationships/notesMaster" Target="/ppt/notesMasters/notesMaster1.xml" Id="R780e3747fd2f4e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d48196429544c0" /><Relationship Type="http://schemas.openxmlformats.org/officeDocument/2006/relationships/notesMaster" Target="/ppt/notesMasters/notesMaster1.xml" Id="R4190290057ef4a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1f291f9dcb4e4b" /><Relationship Type="http://schemas.openxmlformats.org/officeDocument/2006/relationships/notesMaster" Target="/ppt/notesMasters/notesMaster1.xml" Id="R445d4d449d2e48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c4542382a74c29" /><Relationship Type="http://schemas.openxmlformats.org/officeDocument/2006/relationships/notesMaster" Target="/ppt/notesMasters/notesMaster1.xml" Id="R01cbe138a10541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88e07804fc4212" /><Relationship Type="http://schemas.openxmlformats.org/officeDocument/2006/relationships/notesMaster" Target="/ppt/notesMasters/notesMaster1.xml" Id="Ra061afd70dc241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e9577e7d994915" /><Relationship Type="http://schemas.openxmlformats.org/officeDocument/2006/relationships/notesMaster" Target="/ppt/notesMasters/notesMaster1.xml" Id="Ra99613ff20b547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9fa83dcb1d484f" /><Relationship Type="http://schemas.openxmlformats.org/officeDocument/2006/relationships/notesMaster" Target="/ppt/notesMasters/notesMaster1.xml" Id="R868ac79b6daf44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da33df01084a6e" /><Relationship Type="http://schemas.openxmlformats.org/officeDocument/2006/relationships/notesMaster" Target="/ppt/notesMasters/notesMaster1.xml" Id="Ra660e959a1114c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f104b08c894e02" /><Relationship Type="http://schemas.openxmlformats.org/officeDocument/2006/relationships/notesMaster" Target="/ppt/notesMasters/notesMaster1.xml" Id="Rae15851d3e0841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f37d7dd7e42424f" /><Relationship Type="http://schemas.openxmlformats.org/officeDocument/2006/relationships/notesMaster" Target="/ppt/notesMasters/notesMaster1.xml" Id="R2364e8f5d30a458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151c958c4964441" /><Relationship Type="http://schemas.openxmlformats.org/officeDocument/2006/relationships/notesMaster" Target="/ppt/notesMasters/notesMaster1.xml" Id="Rfc3e5adcc189492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3fe441ab6d04414" /><Relationship Type="http://schemas.openxmlformats.org/officeDocument/2006/relationships/notesMaster" Target="/ppt/notesMasters/notesMaster1.xml" Id="R51fe0e1bf5b34f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b01fa78c8c4029" /><Relationship Type="http://schemas.openxmlformats.org/officeDocument/2006/relationships/notesMaster" Target="/ppt/notesMasters/notesMaster1.xml" Id="R464dc64cba174ee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12d635164184cf2" /><Relationship Type="http://schemas.openxmlformats.org/officeDocument/2006/relationships/notesMaster" Target="/ppt/notesMasters/notesMaster1.xml" Id="Ra3088259551a41c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651f45fbc32418f" /><Relationship Type="http://schemas.openxmlformats.org/officeDocument/2006/relationships/notesMaster" Target="/ppt/notesMasters/notesMaster1.xml" Id="Ra248ad69ecfc4a9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7f395e459346a5" /><Relationship Type="http://schemas.openxmlformats.org/officeDocument/2006/relationships/notesMaster" Target="/ppt/notesMasters/notesMaster1.xml" Id="R462b5b987a084d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9495569e60b4b5b" /><Relationship Type="http://schemas.openxmlformats.org/officeDocument/2006/relationships/notesMaster" Target="/ppt/notesMasters/notesMaster1.xml" Id="R5be296cb60cc40d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5481f27fd954d0b" /><Relationship Type="http://schemas.openxmlformats.org/officeDocument/2006/relationships/notesMaster" Target="/ppt/notesMasters/notesMaster1.xml" Id="Redb3e5a3554240f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eaa64819e0e4afb" /><Relationship Type="http://schemas.openxmlformats.org/officeDocument/2006/relationships/notesMaster" Target="/ppt/notesMasters/notesMaster1.xml" Id="R9502a58fa35d416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977cf1d72104173" /><Relationship Type="http://schemas.openxmlformats.org/officeDocument/2006/relationships/notesMaster" Target="/ppt/notesMasters/notesMaster1.xml" Id="Rc4b738b19c644bb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8ed9de91ea54379" /><Relationship Type="http://schemas.openxmlformats.org/officeDocument/2006/relationships/notesMaster" Target="/ppt/notesMasters/notesMaster1.xml" Id="Rd7780ce0e5774a5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a325f18c0ac4b9c" /><Relationship Type="http://schemas.openxmlformats.org/officeDocument/2006/relationships/notesMaster" Target="/ppt/notesMasters/notesMaster1.xml" Id="R3ffc420aac8246c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9d9639e69e94bfb" /><Relationship Type="http://schemas.openxmlformats.org/officeDocument/2006/relationships/notesMaster" Target="/ppt/notesMasters/notesMaster1.xml" Id="R7531febdd228489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bb91027fa994213" /><Relationship Type="http://schemas.openxmlformats.org/officeDocument/2006/relationships/notesMaster" Target="/ppt/notesMasters/notesMaster1.xml" Id="Rc95a4272cb23477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fe3e277a62e44a1" /><Relationship Type="http://schemas.openxmlformats.org/officeDocument/2006/relationships/notesMaster" Target="/ppt/notesMasters/notesMaster1.xml" Id="R320b0186f97c466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77896bea2214a15" /><Relationship Type="http://schemas.openxmlformats.org/officeDocument/2006/relationships/notesMaster" Target="/ppt/notesMasters/notesMaster1.xml" Id="R89a87aed745141f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5aba214f48b47ff" /><Relationship Type="http://schemas.openxmlformats.org/officeDocument/2006/relationships/notesMaster" Target="/ppt/notesMasters/notesMaster1.xml" Id="R73a3c47d77264ec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8c9be35bc0743fd" /><Relationship Type="http://schemas.openxmlformats.org/officeDocument/2006/relationships/notesMaster" Target="/ppt/notesMasters/notesMaster1.xml" Id="R470863713a784c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e4cd52b184b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f2509ee4648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585b4b3f6b4d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75f03cc5844a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72fbf2eee94d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ea94df0eaf4e9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efaa323b76444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1c8b722bb46b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5e09c992b843e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20119f4d0421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d56b837e6c401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F8812A-D184-4508-B7DE-A28300C5569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6DF946-F9CB-4803-AC70-19A315F997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6677E6-DA09-42BA-AA92-AB02EF1269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B415F8-77A2-4B1F-8277-A2E6F8FE31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C1B496-7A29-4E50-AF54-EDFB58AAD1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E0AB11-8E7F-44ED-BB26-ACD05FB4D0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42FAA0-6597-4E59-B761-66DBA29B4C0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ED4B55-ADD1-411D-9AB1-79CDDCB828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0BEEC97-580A-4B32-A0AE-285B6B8C6E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B242DA-91EC-4BA4-95AD-44C2D44F2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6B7C4-90DF-42A0-A522-ACEEE0A048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905B98-96FB-4142-B721-455E51CFFF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E82D2-6576-4B0A-ACEF-AA6491B6F4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BC6723-CC9A-4814-9A13-D7FA056D8A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CBD617-3F5B-40D3-B73A-C8AC37A25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78A2E4-F628-473C-A92D-DC481856B2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105B10C-50EA-4D96-9B72-7F8F3E1BFC0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B590731-0BF4-443D-919E-637A519AB6B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50778B-42F3-4C23-B964-04E9F8B26A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EB9E1B-29F0-4984-908C-852F480292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8FCA12B-58A9-4157-B840-594093D503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A84815-AB15-4C76-B325-34B005BD4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DAE18DD-48D8-42D7-9D93-B706C8A5BE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5FE6E2F-DA05-4945-B62A-10DDCC0D58C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BC7EDA0-CE7B-4751-A5FD-3F7960288B5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FF531B2-BBB9-4B5F-8205-96846AD8ABD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7812761-D553-4611-8A08-FAB8669308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2A39B62-C9C6-4A49-97EE-542FD0577C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45BDA7A-3B62-4876-8EDF-9EFD829E64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AD2C0F-A6A0-4980-81B7-B81B24C3B2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124DC0B-B703-45D2-820A-7BC5E9A8B6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474B512-9C68-48C9-A907-B903A319C7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61978A7-0BE0-46A6-B9D2-B73F2EBC4F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9AFC401-9893-44BE-A309-484A5E90E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1ABA29C-3A9C-4DAC-A329-8C333B4DDC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F6DB54F-A667-4BB0-925C-9307A26FD7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8F06BA-AC3B-4EA9-B575-98A65AC4B0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694D839-BC27-45E3-B113-84A3E1467F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25A1244-CCE7-4ABA-AB70-243044C2E0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12C5FC-77C6-4308-8AD1-C26BC6F799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97622AF-C2D4-4610-A052-3ECE70B709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593F8F7-0330-4A92-B273-0077C46EAA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24A6F-F839-484A-9FAA-6A3FCBE89F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F857ED6-4E2B-4EF3-8568-05376BD689B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2F333C7-02EA-432F-9A1A-20A2BC4D23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76302EB-A4FA-44BC-A0C7-E5C34DB7EC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4B66A75-CAC8-4789-905C-4CA2B53D0D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3235C3A-42C6-4AD7-AF49-3267DA531A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5C83B3-9B91-45C1-90AE-112D181BB8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788A7B-C79F-492A-93C5-2F7F440CC1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D95EBB-C580-45AB-A9DD-42F65B49D4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E4637C-B2CF-408D-BC3D-C3BA80F2FD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E42E8F-763F-44FA-A21A-0BF3AED54D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52A8354-3062-4C02-93AF-EB8584D63C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5669E7-91BF-4E96-9FBB-BDC571E463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94E767C-9A76-4BDE-99F1-9CCDB2D420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B9177B-60BF-4ABD-8D4B-3C3EA1FA7C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AFAB2B-F75A-450D-970B-B77A4278F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3f71907b1a47ee" /><Relationship Type="http://schemas.openxmlformats.org/officeDocument/2006/relationships/slideLayout" Target="/ppt/slideLayouts/slideLayout1.xml" Id="R190295d30783416a" /><Relationship Type="http://schemas.openxmlformats.org/officeDocument/2006/relationships/slideLayout" Target="/ppt/slideLayouts/slideLayout2.xml" Id="R6abb2c0862024809" /><Relationship Type="http://schemas.openxmlformats.org/officeDocument/2006/relationships/slideLayout" Target="/ppt/slideLayouts/slideLayout3.xml" Id="R5a50bb9a5adf4e46" /><Relationship Type="http://schemas.openxmlformats.org/officeDocument/2006/relationships/slideLayout" Target="/ppt/slideLayouts/slideLayout4.xml" Id="R8044deabbd7c4f08" /><Relationship Type="http://schemas.openxmlformats.org/officeDocument/2006/relationships/slideLayout" Target="/ppt/slideLayouts/slideLayout5.xml" Id="R7460d787215247d8" /><Relationship Type="http://schemas.openxmlformats.org/officeDocument/2006/relationships/slideLayout" Target="/ppt/slideLayouts/slideLayout6.xml" Id="R4544e25f103d4f81" /><Relationship Type="http://schemas.openxmlformats.org/officeDocument/2006/relationships/slideLayout" Target="/ppt/slideLayouts/slideLayout7.xml" Id="R961f5a72f5484115" /><Relationship Type="http://schemas.openxmlformats.org/officeDocument/2006/relationships/slideLayout" Target="/ppt/slideLayouts/slideLayout8.xml" Id="R962c3df1f44f4b0f" /><Relationship Type="http://schemas.openxmlformats.org/officeDocument/2006/relationships/slideLayout" Target="/ppt/slideLayouts/slideLayout9.xml" Id="R45a73d4f6a4b4ec5" /><Relationship Type="http://schemas.openxmlformats.org/officeDocument/2006/relationships/slideLayout" Target="/ppt/slideLayouts/slideLayout10.xml" Id="R4b26f0ccc3fe4993" /><Relationship Type="http://schemas.openxmlformats.org/officeDocument/2006/relationships/slideLayout" Target="/ppt/slideLayouts/slideLayout11.xml" Id="R7f1fbfeef5d243f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12F497B-EABD-44B2-9954-532DA7F17C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D13165E-0C76-41CB-9B62-A58D307B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A0F828-9D79-47EF-842B-7E21732268C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3E4627-9C1C-4253-84D9-7ECCDA8A0FC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030FD5-F537-4EE2-9475-CE4FB0DEBA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0295d30783416a"/>
    <p:sldLayoutId xmlns:r="http://schemas.openxmlformats.org/officeDocument/2006/relationships" id="2147483650" r:id="R6abb2c0862024809"/>
    <p:sldLayoutId xmlns:r="http://schemas.openxmlformats.org/officeDocument/2006/relationships" id="2147483651" r:id="R5a50bb9a5adf4e46"/>
    <p:sldLayoutId xmlns:r="http://schemas.openxmlformats.org/officeDocument/2006/relationships" id="2147483652" r:id="R8044deabbd7c4f08"/>
    <p:sldLayoutId xmlns:r="http://schemas.openxmlformats.org/officeDocument/2006/relationships" id="2147483653" r:id="R7460d787215247d8"/>
    <p:sldLayoutId xmlns:r="http://schemas.openxmlformats.org/officeDocument/2006/relationships" id="2147483654" r:id="R4544e25f103d4f81"/>
    <p:sldLayoutId xmlns:r="http://schemas.openxmlformats.org/officeDocument/2006/relationships" id="2147483655" r:id="R961f5a72f5484115"/>
    <p:sldLayoutId xmlns:r="http://schemas.openxmlformats.org/officeDocument/2006/relationships" id="2147483656" r:id="R962c3df1f44f4b0f"/>
    <p:sldLayoutId xmlns:r="http://schemas.openxmlformats.org/officeDocument/2006/relationships" id="2147483657" r:id="R45a73d4f6a4b4ec5"/>
    <p:sldLayoutId xmlns:r="http://schemas.openxmlformats.org/officeDocument/2006/relationships" id="2147483658" r:id="R4b26f0ccc3fe4993"/>
    <p:sldLayoutId xmlns:r="http://schemas.openxmlformats.org/officeDocument/2006/relationships" id="2147483659" r:id="R7f1fbfeef5d243f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3649ace1e74116" /><Relationship Type="http://schemas.openxmlformats.org/officeDocument/2006/relationships/notesSlide" Target="/ppt/notesSlides/notesSlide1.xml" Id="R42d2006b6a474b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66ca807e9442c7" /><Relationship Type="http://schemas.openxmlformats.org/officeDocument/2006/relationships/notesSlide" Target="/ppt/notesSlides/notesSlide2.xml" Id="R4f2e0a7ea6fc40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4f08c8cbec4f1f" /><Relationship Type="http://schemas.openxmlformats.org/officeDocument/2006/relationships/notesSlide" Target="/ppt/notesSlides/notesSlide3.xml" Id="Rea531b690b7744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ddad43f4644cfb" /><Relationship Type="http://schemas.openxmlformats.org/officeDocument/2006/relationships/notesSlide" Target="/ppt/notesSlides/notesSlide4.xml" Id="R080e1cb5759a41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c24de0a2fa94a14" /><Relationship Type="http://schemas.openxmlformats.org/officeDocument/2006/relationships/notesSlide" Target="/ppt/notesSlides/notesSlide5.xml" Id="R786a28b46dc34a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208d90de4944b4" /><Relationship Type="http://schemas.openxmlformats.org/officeDocument/2006/relationships/notesSlide" Target="/ppt/notesSlides/notesSlide6.xml" Id="R7a4fcfc87ce045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75452f1f034e10" /><Relationship Type="http://schemas.openxmlformats.org/officeDocument/2006/relationships/notesSlide" Target="/ppt/notesSlides/notesSlide7.xml" Id="Rf4427d7c275145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134575ea5143ab" /><Relationship Type="http://schemas.openxmlformats.org/officeDocument/2006/relationships/notesSlide" Target="/ppt/notesSlides/notesSlide8.xml" Id="Rbc76154abb4e4f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a79889d75d4920" /><Relationship Type="http://schemas.openxmlformats.org/officeDocument/2006/relationships/notesSlide" Target="/ppt/notesSlides/notesSlide9.xml" Id="Rc5111b6f5e8f4c5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a569c3f7f44edc" /><Relationship Type="http://schemas.openxmlformats.org/officeDocument/2006/relationships/notesSlide" Target="/ppt/notesSlides/notesSlide10.xml" Id="R0027e0696aed41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2675e5af7f417e" /><Relationship Type="http://schemas.openxmlformats.org/officeDocument/2006/relationships/notesSlide" Target="/ppt/notesSlides/notesSlide11.xml" Id="Re37052d7f99c46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794acdd3d3465d" /><Relationship Type="http://schemas.openxmlformats.org/officeDocument/2006/relationships/notesSlide" Target="/ppt/notesSlides/notesSlide12.xml" Id="R6a9153a173c44f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886030e93d4406" /><Relationship Type="http://schemas.openxmlformats.org/officeDocument/2006/relationships/notesSlide" Target="/ppt/notesSlides/notesSlide13.xml" Id="Re130c39266c742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7d7385d55a48d6" /><Relationship Type="http://schemas.openxmlformats.org/officeDocument/2006/relationships/notesSlide" Target="/ppt/notesSlides/notesSlide14.xml" Id="Rdd30f73488af44c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923fa18a5c4c68" /><Relationship Type="http://schemas.openxmlformats.org/officeDocument/2006/relationships/notesSlide" Target="/ppt/notesSlides/notesSlide15.xml" Id="Rc3893b23af9a42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0f1f498c464229" /><Relationship Type="http://schemas.openxmlformats.org/officeDocument/2006/relationships/notesSlide" Target="/ppt/notesSlides/notesSlide16.xml" Id="R90d16841c112434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75bafb1eee4fb6" /><Relationship Type="http://schemas.openxmlformats.org/officeDocument/2006/relationships/notesSlide" Target="/ppt/notesSlides/notesSlide17.xml" Id="R12528cb61beb415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2d829f5266450d" /><Relationship Type="http://schemas.openxmlformats.org/officeDocument/2006/relationships/notesSlide" Target="/ppt/notesSlides/notesSlide18.xml" Id="R749e20b9bf7540d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d983dcb52f4b82" /><Relationship Type="http://schemas.openxmlformats.org/officeDocument/2006/relationships/notesSlide" Target="/ppt/notesSlides/notesSlide19.xml" Id="R685b801911154b8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c147e83c114648" /><Relationship Type="http://schemas.openxmlformats.org/officeDocument/2006/relationships/notesSlide" Target="/ppt/notesSlides/notesSlide20.xml" Id="R1c705821ae2240d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ad35929a8a4f58" /><Relationship Type="http://schemas.openxmlformats.org/officeDocument/2006/relationships/notesSlide" Target="/ppt/notesSlides/notesSlide21.xml" Id="Ra33f03d8bef6452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e0ad2a790e413d" /><Relationship Type="http://schemas.openxmlformats.org/officeDocument/2006/relationships/notesSlide" Target="/ppt/notesSlides/notesSlide22.xml" Id="R2158f968a79543f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97dfb0021845e1" /><Relationship Type="http://schemas.openxmlformats.org/officeDocument/2006/relationships/notesSlide" Target="/ppt/notesSlides/notesSlide23.xml" Id="Re621366ec5684d8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edabf5bc3f43ff" /><Relationship Type="http://schemas.openxmlformats.org/officeDocument/2006/relationships/notesSlide" Target="/ppt/notesSlides/notesSlide24.xml" Id="R1e1424091c3f452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ca06846b6b4807" /><Relationship Type="http://schemas.openxmlformats.org/officeDocument/2006/relationships/notesSlide" Target="/ppt/notesSlides/notesSlide25.xml" Id="R7859d57b2fc84a1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50823bfa1a436f" /><Relationship Type="http://schemas.openxmlformats.org/officeDocument/2006/relationships/notesSlide" Target="/ppt/notesSlides/notesSlide26.xml" Id="Re62d6a2238c341d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c355db54014712" /><Relationship Type="http://schemas.openxmlformats.org/officeDocument/2006/relationships/notesSlide" Target="/ppt/notesSlides/notesSlide27.xml" Id="R440c1ea2ff4c469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55f6220092488c" /><Relationship Type="http://schemas.openxmlformats.org/officeDocument/2006/relationships/notesSlide" Target="/ppt/notesSlides/notesSlide28.xml" Id="R701aeb8a4aea45a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11f51613704fbe" /><Relationship Type="http://schemas.openxmlformats.org/officeDocument/2006/relationships/notesSlide" Target="/ppt/notesSlides/notesSlide29.xml" Id="R4411dc3b28404af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f5ef2f9e2e4bde" /><Relationship Type="http://schemas.openxmlformats.org/officeDocument/2006/relationships/notesSlide" Target="/ppt/notesSlides/notesSlide30.xml" Id="Rda02197f9fb545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B0DC71F-0BBB-4586-A24F-BDBDC0C4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EF560C-EFF7-4A5E-91C8-403EB421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255223-2841-471B-9434-763D5DEE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41EE1E-A234-4278-8035-C2C2D659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59B08CC-2F59-4B02-B817-46B87A8F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052364F-2CB1-4610-99D7-3022A742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44C9CBB-AF1F-46AE-BA77-D6F53D22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941DB83-80A6-42E7-AC68-52DC0BBC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40E47AF-487A-42C9-996E-9BBE8863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4497D2-8392-463B-BD01-9B369358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D1E49C-9828-4FAA-B9F3-D3923619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8748418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0EA3E58-7EC3-492C-A678-772457CA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80A3DD-13F0-4CBD-8BB5-216EB90D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F6F573-A124-453E-B103-68F958A8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48A0C1-DAE6-4C0B-A0B1-75F3549D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A2DD90-6E02-4E1F-B46A-6D9A6A7E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3C6C9B-FA26-46B1-A2D3-896F0F99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25751F5-8960-4356-B88B-6AB54BCE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0DDF59-D266-425F-90C2-0F0B8E47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pohjassa on 578 WB-havaintoa; Puolan 2020–2023 virta ja 2025 verosilta vahvistavat tutkimuspohjaa, mutta eivät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538B180-B301-427B-92A7-703DAEB3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3F388D3-315D-4D59-A369-DD92F8B8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F648A0-3712-46D1-B11E-F61DC63C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5686226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F2E1427-C09B-4266-A699-ED92E35B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BACCC9-22F9-4968-962B-9791A8D1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D8B2DD-AB6C-4E17-B27F-490B027F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27310B-B97F-43DF-BC96-8E9BE2F1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14CCB-1168-4F5F-A866-14904FA0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ED626C-E4FF-4AE1-8444-BD81D997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BD61F8-AA3B-4D9F-8058-71F059EF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6081581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EB7FC0-9D0D-4F68-AE13-4C3EB03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CF88DB-45BF-4138-99CE-171D0332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34684D-28C1-4B96-B337-9B7EC094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ABDC3B6-B74C-4627-A007-30A73871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39270A-DFAA-47E0-B292-87A94BC6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18A07F4-4C19-42F3-B7D5-B0D593B9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136B7D3-DC17-410C-9F50-5885A88D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399EF4-EE80-4C61-B697-50023BF6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AC4CFB6-44D4-4CF0-BF29-8E4DD15E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7456CB-CF2B-4341-9621-0D5CB8AC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B5E1EC8-3B5D-4C4D-B1F4-49D50DE6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21245537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AE0585-65FE-4CCD-BF2C-0F27652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07C8E2-DF46-4D6E-8E4D-90249FE7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B0E6718-2C05-499D-930C-6C1D9876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648B927-6EB5-444B-B113-9A5C6A14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B56A06-5997-433D-8F6D-95F2A5A1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8F39196-BBCC-4DAC-A9F1-62538A5D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84731D5-4BB7-4F3B-9B53-974EBBF1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FEE2ED2-2872-4E16-B19B-4D457E36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B81B797-215F-463C-B4E1-E39B28AF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C2D66C-5FD0-49EF-A866-24E9A636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B2E765-89A4-43C6-9049-C99887D6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9576409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0EDEB6-37C8-488E-8DEC-F1DCE0BC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3E6E60-879F-42A2-9680-E3E544EE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1C87074-A836-472A-A5CD-0064F22E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7042E0-E139-440B-B401-0EDBF497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53F1CF6-5A91-49B5-8B85-198875C2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7C5A17-4316-4A7C-BE5A-7ADB8705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8529E34-F8FF-48C0-B91C-B80755D8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203888575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089DA8-9397-4954-BE45-A2199E84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3C046E1-13EB-45A6-A214-840E55CA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2AAAA9-6D40-4697-9ED9-44F98809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531FED-4807-4F7D-9A83-388BB3F5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91613AA-7688-44CF-9789-13F8B736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4E227B-AEC1-4C1C-BFBF-42F0B28B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E4B4A9-1A6D-42C0-B111-09D1F027D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9D71EA6-5EA5-43D1-9076-7329E9B2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7EB3EB7-22F9-4A7F-AF14-F58DB128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4ED8771-36A2-48F3-BAFC-67B8391A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CE92F8B-1C91-44C3-A67C-CBDE3C48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37DB2DA-1D12-462D-B650-9AB148CB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474DEE7-B8D7-4D44-9EAF-94C39E60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FC160B5-3E54-41A6-B9C9-5835FFD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8A2B14B-AEC9-47B1-9DBB-7E30498B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C1761CB-0436-4F54-9244-2F147E1F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984A56D-95CA-451E-8177-A9E04F3C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173AD1F-C57F-4E03-823F-D2B7F259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B47F04-3431-42DC-9E77-DD30B2F5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50360708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638436-C52D-4869-AFF8-B1F0A87F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63A07D-FFAE-49C7-B904-D305BC5B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D30D948-CC9A-4F17-923D-03256072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2C404A8-4B39-41F0-8FE7-A671725F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2AFF7D-CBEE-49A0-A417-C5AC667E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4F6C0C5-626D-48AB-90C3-407A1BF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3A487A2-B606-4E36-B990-476661E5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87F430-5592-46AD-83C4-732B6092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E033EE4-31E5-495B-BE3C-7BF96223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9C08FEF-160C-4FFE-BB53-0A8C5523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E199375-6892-45BB-941F-299154D1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D8CA48B-F2FF-43CA-A35C-AE267C8E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87EE058-CB71-43A5-BB9B-398D0581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3AB425B-B343-4B8D-8D14-44ACA77A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531DEFD-B004-4A61-B8DA-FAB09D18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B176741F-80C5-49FE-9D25-ED527758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269D1C5-DB57-4A56-BC03-30BF8B3D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1B5B268-274A-4DBC-A9C8-38B15A2F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224C49B-9B4D-4AAB-8DDC-C76A524E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EADD1BC-C903-4E75-AE3C-E8450593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E9771D3-E8FC-46EC-9760-921D980B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4B42A55-6C1E-4E57-A2D0-F3336B70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50073009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0E5FAC7-510C-4274-A3AF-9EFF04EF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5F8417-2F79-4E81-B196-8FEB2018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C60EB3-93AE-41E6-B081-BC259C6E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5BE132-85D3-4F1F-83F6-1EDE9D36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D30236-AAD6-4034-A60F-59B50997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AB9AEA-2FEE-48C4-B70F-15E0F4B2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EB3C84-FBF1-49F5-A395-E38BAF99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4644008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9E9C5C-3D06-4643-9D97-69193655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BD079C-6015-42E9-9AD7-F2FAE33B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F069C69-97D4-4F36-9DE0-D92CE04B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C052C82-76E8-4DF5-9839-9D44BA9F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933DDE8-4DA7-4945-A7E9-3ABED660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6B25F4C-083C-4CB8-AB8E-43C46971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A1EBCB9-ADDC-480F-83CB-2E0DB3C9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EAE6666-12CB-4E7F-B75A-0C9242B5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6C48963-B4D8-41AC-BCBD-030FAD58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628E11-C2D5-4459-AF1B-3D2809AA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F039092-C500-44B1-B715-C5614DAF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96455638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4EB11B9-B7C5-4C95-878D-F3C1EEE2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1EFDED-391F-4C49-8707-A07B38E0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547650-FDA6-44EE-9CC7-D7425881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E405B9-0619-41D6-88B7-939EE07F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D122A4A-87AB-4FFE-A823-4B642EBB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68245CA-40E7-487C-B0FE-3AE7C9F3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1F61D82-67B2-476A-87C3-DE07FD7B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46837157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6297C7F-8FC4-4DA6-A32B-77B2F7C5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2B5034-48D4-4286-952E-AB626D38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avoin pohja: 578 WB-havaintoa;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48301F-8620-440C-944D-CC8E0A45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DB103B-D7DB-4650-95C5-04EF9AD6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6639521-BD24-4A99-8293-2D150E96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EA61CB-61E2-4319-ABAB-FC42BCF9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DEEAA36-A205-409D-84F8-C24467EE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0E35485-E3F6-409B-BB74-1C8F4B1C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BADBD7-11AC-46AE-AA45-B9ED6D58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8C89345-9B1E-498E-8820-E5A7FE7A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8D0973E-D4EB-414B-B4A9-8F81A26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91A5350-6709-44E8-9CFC-E6488946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E61BCC5-0758-4531-B294-D2171C0B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DF010C3-EB11-41A2-B6B5-B79E5D57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8CBBFFD-FA39-4465-A8AB-E9BA21F6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C7A8DE8-70D4-4E48-AA74-436B803B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34EBD91-5DFB-4FD8-83BB-730E51C3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3D04C6E-1844-4037-B756-8EE90FFB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CE0D832-3AD9-4972-9F83-24101678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58637DC5-EC32-48E8-9FDF-6637919B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B1EACD-1A1B-49DD-A1EA-04425042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8CC334F-35D9-40D7-9688-8025915D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44875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2A5469-B8D9-4088-83F2-ACB7ABAA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7A9140-B3E5-442F-B0EE-D1C323EB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799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+ 36 Ruotsin FHM-rekisterilukua; lisäksi 195 maan proxy-pohja (ei myyntiä)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74FADB9-455B-44A5-BE89-CD61BC06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65A478-D5CA-4893-A269-170B4EE1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9575280-E1CF-4737-AF10-55D7DBE3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World Bank; Statistics Canada; Health Canada; New Zealand Ministry of Health; Destatis; Vero; Sejm; Puolan valtiovarainministeriö;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71643D2-70C1-4159-A202-F90F034E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laitteelle + 62 500 osasarjalle. Ei retail-arvoa tai donoria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AA69F95-8D18-4428-BFDB-8E6C6CE2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74397015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FA62A1-FA7E-4F9D-BCA6-5D0734F4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55E629-9C50-4969-8554-3AFBC6FC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E7284D8-F6A3-415A-850D-1B1A521F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EF6EA39-C31D-4CDF-B6C0-B0970EE9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BC68105-D8E3-47F5-A782-E28B35FD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8D26FEE-8939-42F4-959C-C9168ED4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998FD1A-09D8-4998-B69E-7B335972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7760AED-A6A7-4E40-B393-C0468723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B6EB4A-C02C-44B9-A8F1-01AE10D6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58EE9E4-DB77-41AE-8768-DFB54094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7D29D37-A44F-4DC4-BC29-7A22FA52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3DFD88A-DC86-40B8-82D6-699F240F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1679FDA-975D-475B-8647-D8F39219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391A0F5-AC1B-46D2-9418-4A89BF81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239ED3-98FE-44CE-BDC4-BE9FA409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ABB5AD-9C7F-4CB4-BB68-B2E767ED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(+5,03 %),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0B6E376-8F48-4974-93FF-57C35ACD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3B6EE49-66DB-48FB-80D3-937C884F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39487B5-8725-4FC4-8678-D5B5B1E0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29991717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A73437-2977-48D3-BB46-C31BB66F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CDAB0B-34A3-48E2-AF35-6D66BBE6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9F1F9D-8435-4426-9BC4-0037931A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B2AA1D-6374-4318-86D4-5645C572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60CD9E-412D-4CB6-8E94-23DF6ACA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3A696D8-6377-49AC-93DD-9222AE19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3EDC5A-4736-4DAB-9A1A-003344D4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129420515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AEF153-4FB8-41A1-B821-4424EFC3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91E3CE-6319-41DD-8E5A-B8044814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CD7F94-8E46-4B5E-9366-BB4B23A2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FC0E79-1331-4902-AF65-1193934E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2A82AA-6C9B-4772-87B5-F2AD0873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5E7254-2833-4FDE-BECC-80A11BAA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E9A48AA-20B6-495D-83BC-2920F3E7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971AFD-424D-4769-8523-1A8A92C1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D682AB1-F3C5-4091-9C30-430428C8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37231FB-2521-4D7F-A978-7AF3F30A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69DF215-682A-49FE-95FD-2FEAABEB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3E7B63-49A0-4D44-B065-1534380F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2FC3A06-EAD3-40FF-ABC2-CC92F9A9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E51BF0C-E29B-40B7-BDCB-BC2ADC64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B4CCE32-020A-43F7-B3E4-1D0EC5BC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0DD99E8-C756-47F2-AA2E-CEC53ABB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3E178C0-F6ED-41F8-94F7-642BED6B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83F36D3-F306-4644-B995-EA848536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6E30DFC-4A3A-4937-8385-4572E208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56591487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AFAA298-B5D4-4D76-BF51-13070C11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931051-370F-4995-A2C6-4514B0A1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CE3E4A-7627-476C-BDAD-506E58F0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8C8F5D1-7769-479D-B5A8-5FC23DF0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0FD6AA-2ADA-404C-890A-21ACE6E0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057AAB1-C83F-4FD9-A3EB-95934563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C71F985-CCF5-4FC7-A133-4201DF72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D538D7-EF38-4F68-850D-DA8744C9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878A990-913D-4173-A980-722BEE18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8C8C33A-7BEC-47DA-B9AE-DD2E527D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D2A3B2C-1B77-48E9-BC5A-B6806BF7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D84ECD8-BF2A-4256-B721-651A76E4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BBF98DC-6CFE-4F7B-A479-A842EDD9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F79A05-184F-4703-B34A-493661F5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8B4CE06-72E7-46AE-82E5-9B65ADFA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9DBF301-44E1-4006-8A82-BED080D0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5F4203D-76F2-4370-B387-D1C23D0A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DEC7284-96A8-4C4C-AF6D-E62C1A46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76AF897-124E-467C-A86C-0EA075C8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489391B-E655-4A9B-B587-CD05426B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0609BCB-0747-46F0-93D8-F60C3CD1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5D371C3-7CE2-4C6B-911D-E589A9F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38781797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A9194F-6235-4594-9754-8C4062F0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F09D00-7AD0-44C2-8FF0-5C9C8F3D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21A7DC-D8ED-4898-9498-B99AB14F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F2453E4-5249-42BE-A76A-E7238018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9BAE32-CEC4-425E-8B12-7FA3C861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4D09A3-CE50-4198-A6E1-E579FA1D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EED9F67-0677-4685-93B2-BC58E071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EDBE8E0-16BD-4106-8C14-A6437AEA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79A9B9-0348-44E7-888A-1E1D55D7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4360212-BE9A-42AF-89F5-B4E4822E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F5AF2BF-3FC0-4B6A-BB42-9E67FFAD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92608563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A2BFE7-1B22-40C0-8F34-39355FA6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662502B-7BF0-4B0A-9160-3295998D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868A91C-ED84-45AB-93B1-DC4DA557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FCEED7-61E7-4444-A822-6037F57F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FE1573-1245-405D-A614-111EE723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90A268F-9885-4A1A-97E4-0416AD35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E563AC-C700-4CA2-9362-103E8951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18468449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F6C000-380F-4CB1-96D7-77C9AC83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9CD77C-F706-4D2D-B952-D4EABE73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6096AF-AD50-4F0D-BE83-93F1E5A3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EA678B2-500E-4B20-ACB3-F54D5859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7E4FF6D-343A-42E7-BB57-A87613D5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355046-91BD-4C2F-9E90-29E2599E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A049FAE-A876-4641-B812-9A2DFBF1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6FE49C-A92D-4D68-8C98-AED16DC2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3E8CFE7-62A2-459A-824C-5916A2E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8B2D33D-8AC7-4EED-95BF-B2FD9BCE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51CFC32-9E00-4789-B1C5-0B019571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21827032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C2C7DB-A296-40B2-9C78-8E3B9BAB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BD184D3-79E6-4FEA-A3E8-09783124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A47159-F280-4C6E-B12B-74B34743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AAC7A1-1552-47FE-BD85-7674C122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B28ACCF-5B73-4E51-8DBB-2B4991EE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71F643-5C61-41B1-950D-A6E7B572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38D63D-24C3-45DA-A1C4-92265EF2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25906944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4D1295-09DB-46BE-B829-B1A954AF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DCE489-D9CF-4599-B669-D4A40ABC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E60552-480A-4066-A317-C85487E7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867BDCC-DD60-4968-AA70-EFB112B3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6F45CC-8256-4141-A2E3-466DEE96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64074D-B115-4BB5-9E67-2EFEA43F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4708AB8-93BD-4773-88ED-BEDDC43A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32A9E6-D174-4787-A9D6-E88C1008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4683DE4-78FA-4F0F-BB20-01C8EA28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8FCAB26-5845-4EEC-97B3-346889DF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BCAF928-B525-494D-AED3-DF745045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DF26C76-5540-435E-89E3-60C65F3A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C223A61-6913-42D0-9CCB-C503AB18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0EC394-C176-4A1D-ADFB-6F8D8BD3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7BD0E0F-09A8-4113-B775-DD40D658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AAFC23F-A9B3-4A3F-AF07-DAC2649A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3326C2E-C483-4C9B-AB53-9A007986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049AF70-5DDB-4BE5-AD65-AF2AD8AD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1590352-AA37-48C9-B3FD-2CDC8F5B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D504BEF-EF9F-4CD0-83B6-116498F9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EF14ADB-2271-457D-9FD4-994DB900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12AAB76-9FD4-4859-8361-FCC8DB7B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16B5C0A-38FF-49B5-9938-23954F6F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58427642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687937-DAE1-485B-BC53-D4B33CF1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3C6FC9E-360E-4D74-923F-F20F6559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D1AF16-F0A6-46F3-AA3C-D4A306B9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D2A70AF-8D30-4444-8BA7-8AF75903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407148E-3739-4EFD-BF28-4132FF4D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110D1B-80B8-48BD-B9FA-243A2397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12DD48-0C62-4CC4-958B-0E6BD54B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FE1B137-F403-4F4E-8495-0A11E857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CB5EEF6-B3B1-41D9-AD79-D983A1A4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00E10E6-F0CC-4E16-BC81-231C4047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2D4E89F-375A-48BD-85B9-B45FAA83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3EB2971-7860-4D41-A5E3-53FD82F8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B80FFF-3196-4261-9171-1EA821CA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FF1A8C1-32EF-43AD-BE64-DFE49165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3208FF4-F960-4B88-86A4-BC8BF35C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CFB5922-692A-4CA2-A94C-78BC67FB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18CB0C0-8CB8-4718-94F5-A40ED7DF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ADFAC37-DD80-4986-9E08-711C02DE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BB9B5C6F-3752-4297-83C1-A6A7B541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1F9EB60-90FE-4D84-BF84-6AB6AE9E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EAB261A-F879-42FB-966F-4F89D2F9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6A4A892-FC13-4336-8E2B-1339669B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CD11F5B-C7B2-4940-BEEC-A4C3F665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76889511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FADE30-0A10-450E-A4D4-A7DB5197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0B1B8AA-8DAE-4180-A741-32B8447C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95F5799-A01E-4B97-8922-04F2DD59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3CFEFE-DD3D-4F2D-A051-A9944AC0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1F6CBE-F4EB-458E-97F5-CC129CEF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08D941-AADD-4133-AED5-F2C2939E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71C1D6-E571-4653-BBED-679D82C9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94219338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4BA970-01B6-42BA-9B8D-0D8D7A03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226A56-D37B-474F-BF21-D16C6F3D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DF8D72-DE85-4670-906B-642AC047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AA33133-9CFB-4FB5-AF05-00DA140B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F6DE789-06A4-485D-99C1-90AC4492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9D02C1-CFB0-49E7-9296-94C74AE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0359C1E-B6A3-40DC-8B97-B85CCC0A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26382150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C0B3F9-3F2A-4290-A81E-9A13971B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5A7D50-8C72-475E-A3FE-A0FABCD9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02CA4A-C1C3-4F82-B8DD-39856BBE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471773A-6DDF-41FE-B54A-E6BC7988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2EC2E0-CCAD-40D3-AD63-4567B06D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1D6BCE3-E71B-40BA-B09F-CF26299B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34BFEBF-BEB5-45A7-86C6-E3D54E20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33233124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BB2907A-9C72-4526-A61A-83FC8ECB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45828-4705-4F06-AF89-F428AAD8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2F259A-353A-40AE-B630-250DA294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59FCF7-7A51-4442-A484-8A72A5F9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D8BD85B-5A44-4FDC-9CD4-38F3EA6F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BC605E-4519-46BA-B16D-847359DE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EC6394E-C80C-4246-842F-944DD7FB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0107610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A4667B-3C22-4856-83E3-03A2B413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374209-4646-4F19-BF92-460A5F35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C9F6DDE-E6BA-448D-BED0-11F66587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F39562-E43F-49AC-A1FB-D0B6BB52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9F8F03-6A58-424C-B137-BC505D44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183811-1F6E-493D-9C95-3E1723CB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A7D30B-E112-470B-B7AA-9A23B76B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21768243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65E3C8E-EEF6-4FCE-9B4C-D9B96AF0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FB2A1F-13FA-4E63-884D-DB222796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sulkemissprintti ohjaa seuraavat 90 päivää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69CF256-73D0-4144-BAA5-B850C733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17B882-774D-481A-9C6A-E82C8024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DFCE4E-C26D-44DC-8EB0-2F1CEE77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640A35-D2DB-4B1F-B5FA-BA7E5FC8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0F02D9F-D375-476A-BBA0-1ABAF640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BCA877-C1A6-4B8B-A239-3E1A985D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3970067-CC86-4EA9-B6AB-25C931B2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647138-37E6-4A66-9530-5B41156F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AC3DA92-992C-4B21-83E4-650794B7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655768-7E5A-4CE1-9846-06691C27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9D3BF16-3401-4045-A5E3-FC5891A8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B55152E-2873-4322-BB6A-8F7E50B7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2020–2023 virallinen e-nestevirta ja vuoden 2025 laite-/osasarjaverosilta; retail-arvo ja D1–D10-silta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4D70CB5-71B9-47AC-B60E-538612C9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65ED968-6133-4A83-9498-B8DC0CB1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70B9E6-08C5-47D3-BBEF-0E764278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66A800F-D140-4EBF-9555-60CAFD8F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0/6 pakollista porttia; oikeuksiltaan selvä retail-data vain hyväksytyn näytteen jälkeen.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880B097F-98FD-44C4-89BB-2C9CC316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96890DE-F325-4DFB-9717-DAAFEF85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91B83D4-490F-41C8-BFB7-A646FEBC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29A0D2E-10A5-4E65-89A6-D0490977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6E83E3D-CB84-4CE6-B56D-53A8BAC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190292211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B621E9-F93C-4314-A70B-2F7D0E4D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5F7A67-D38D-4AC0-BC50-4B2041E3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724CA3D-E5F5-4EE9-94EE-42C497CB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87184F-F4B7-4E4F-8CE2-D91B6E0D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2026.07.27-29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52723040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2026-07-27T14:33:03.7560000Z</dcterms:created>
  <dcterms:modified xsi:type="dcterms:W3CDTF">2026-07-27T14:33:03.7560000Z</dcterms:modified>
</coreProperties>
</file>