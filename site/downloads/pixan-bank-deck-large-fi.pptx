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4cc8fe5edf4953" /><Relationship Type="http://schemas.openxmlformats.org/officeDocument/2006/relationships/extended-properties" Target="/docProps/app.xml" Id="Rc26d6dfd9697401f" /><Relationship Type="http://schemas.openxmlformats.org/officeDocument/2006/relationships/officeDocument" Target="/ppt/presentation.xml" Id="Rfdeab1ffcc934e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c81c0563f4770"/>
  </p:sldMasterIdLst>
  <p:notesMasterIdLst>
    <p:notesMasterId xmlns:r="http://schemas.openxmlformats.org/officeDocument/2006/relationships" r:id="Rb15975d75ca74fae"/>
  </p:notesMasterIdLst>
  <p:sldIdLst>
    <p:sldId xmlns:r="http://schemas.openxmlformats.org/officeDocument/2006/relationships" id="256" r:id="R74b36a0f2f874d4f"/>
    <p:sldId xmlns:r="http://schemas.openxmlformats.org/officeDocument/2006/relationships" id="257" r:id="R73e02e652b7544ed"/>
    <p:sldId xmlns:r="http://schemas.openxmlformats.org/officeDocument/2006/relationships" id="258" r:id="R0457ebd931aa4f7f"/>
    <p:sldId xmlns:r="http://schemas.openxmlformats.org/officeDocument/2006/relationships" id="259" r:id="Re253f506c78d424f"/>
    <p:sldId xmlns:r="http://schemas.openxmlformats.org/officeDocument/2006/relationships" id="260" r:id="Rfc4809d44eac4074"/>
    <p:sldId xmlns:r="http://schemas.openxmlformats.org/officeDocument/2006/relationships" id="261" r:id="Rd3d05252da484f6d"/>
    <p:sldId xmlns:r="http://schemas.openxmlformats.org/officeDocument/2006/relationships" id="262" r:id="R74b829c403ec445a"/>
    <p:sldId xmlns:r="http://schemas.openxmlformats.org/officeDocument/2006/relationships" id="263" r:id="R9b11cbb8c63c4d3b"/>
    <p:sldId xmlns:r="http://schemas.openxmlformats.org/officeDocument/2006/relationships" id="264" r:id="R4822a90a01f24030"/>
    <p:sldId xmlns:r="http://schemas.openxmlformats.org/officeDocument/2006/relationships" id="265" r:id="R4abf3ce86b164722"/>
    <p:sldId xmlns:r="http://schemas.openxmlformats.org/officeDocument/2006/relationships" id="266" r:id="R4ce489a8aab94260"/>
    <p:sldId xmlns:r="http://schemas.openxmlformats.org/officeDocument/2006/relationships" id="267" r:id="R08799807fe334802"/>
    <p:sldId xmlns:r="http://schemas.openxmlformats.org/officeDocument/2006/relationships" id="268" r:id="R07bdc2c7ab0841a4"/>
    <p:sldId xmlns:r="http://schemas.openxmlformats.org/officeDocument/2006/relationships" id="269" r:id="Rb1d774a37b014293"/>
    <p:sldId xmlns:r="http://schemas.openxmlformats.org/officeDocument/2006/relationships" id="270" r:id="R0cdc073cbf5d4d9a"/>
    <p:sldId xmlns:r="http://schemas.openxmlformats.org/officeDocument/2006/relationships" id="271" r:id="R92a39eee6b3d490f"/>
    <p:sldId xmlns:r="http://schemas.openxmlformats.org/officeDocument/2006/relationships" id="272" r:id="Rd254e7a9a51d4082"/>
    <p:sldId xmlns:r="http://schemas.openxmlformats.org/officeDocument/2006/relationships" id="273" r:id="Rad3acaf7800d4c5c"/>
    <p:sldId xmlns:r="http://schemas.openxmlformats.org/officeDocument/2006/relationships" id="274" r:id="Rb75d8c3ae4b14882"/>
    <p:sldId xmlns:r="http://schemas.openxmlformats.org/officeDocument/2006/relationships" id="275" r:id="Rf31d0d71a4514676"/>
    <p:sldId xmlns:r="http://schemas.openxmlformats.org/officeDocument/2006/relationships" id="276" r:id="R352fffc617dc45fb"/>
    <p:sldId xmlns:r="http://schemas.openxmlformats.org/officeDocument/2006/relationships" id="277" r:id="R81586ef6cc2349e4"/>
    <p:sldId xmlns:r="http://schemas.openxmlformats.org/officeDocument/2006/relationships" id="278" r:id="R617decc9ab9d40fb"/>
    <p:sldId xmlns:r="http://schemas.openxmlformats.org/officeDocument/2006/relationships" id="279" r:id="Rae50bc785716452d"/>
    <p:sldId xmlns:r="http://schemas.openxmlformats.org/officeDocument/2006/relationships" id="280" r:id="R66cc67b607c44d04"/>
    <p:sldId xmlns:r="http://schemas.openxmlformats.org/officeDocument/2006/relationships" id="281" r:id="R2eae9375d73a4970"/>
    <p:sldId xmlns:r="http://schemas.openxmlformats.org/officeDocument/2006/relationships" id="282" r:id="Rd110fc2be39d4bae"/>
    <p:sldId xmlns:r="http://schemas.openxmlformats.org/officeDocument/2006/relationships" id="283" r:id="Rfebf253b6d0e436b"/>
    <p:sldId xmlns:r="http://schemas.openxmlformats.org/officeDocument/2006/relationships" id="284" r:id="Rc68d8e4427bf4e44"/>
    <p:sldId xmlns:r="http://schemas.openxmlformats.org/officeDocument/2006/relationships" id="285" r:id="Recf16b6430a142c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ba17d3039241bd" /><Relationship Type="http://schemas.openxmlformats.org/officeDocument/2006/relationships/slideMaster" Target="/ppt/slideMasters/slideMaster1.xml" Id="Re6ec81c0563f4770" /><Relationship Type="http://schemas.openxmlformats.org/officeDocument/2006/relationships/notesMaster" Target="/ppt/notesMasters/notesMaster1.xml" Id="Rb15975d75ca74fae" /><Relationship Type="http://schemas.openxmlformats.org/officeDocument/2006/relationships/presProps" Target="/ppt/presProps.xml" Id="Rc0d4a27157444e8f" /><Relationship Type="http://schemas.openxmlformats.org/officeDocument/2006/relationships/viewProps" Target="/ppt/viewProps.xml" Id="R0e3124bca5ec462d" /><Relationship Type="http://schemas.openxmlformats.org/officeDocument/2006/relationships/tableStyles" Target="/ppt/tableStyles.xml" Id="R5d77ce3065b8499a" /><Relationship Type="http://schemas.openxmlformats.org/officeDocument/2006/relationships/slide" Target="/ppt/slides/slide1.xml" Id="R74b36a0f2f874d4f" /><Relationship Type="http://schemas.openxmlformats.org/officeDocument/2006/relationships/slide" Target="/ppt/slides/slide2.xml" Id="R73e02e652b7544ed" /><Relationship Type="http://schemas.openxmlformats.org/officeDocument/2006/relationships/slide" Target="/ppt/slides/slide3.xml" Id="R0457ebd931aa4f7f" /><Relationship Type="http://schemas.openxmlformats.org/officeDocument/2006/relationships/slide" Target="/ppt/slides/slide4.xml" Id="Re253f506c78d424f" /><Relationship Type="http://schemas.openxmlformats.org/officeDocument/2006/relationships/slide" Target="/ppt/slides/slide5.xml" Id="Rfc4809d44eac4074" /><Relationship Type="http://schemas.openxmlformats.org/officeDocument/2006/relationships/slide" Target="/ppt/slides/slide6.xml" Id="Rd3d05252da484f6d" /><Relationship Type="http://schemas.openxmlformats.org/officeDocument/2006/relationships/slide" Target="/ppt/slides/slide7.xml" Id="R74b829c403ec445a" /><Relationship Type="http://schemas.openxmlformats.org/officeDocument/2006/relationships/slide" Target="/ppt/slides/slide8.xml" Id="R9b11cbb8c63c4d3b" /><Relationship Type="http://schemas.openxmlformats.org/officeDocument/2006/relationships/slide" Target="/ppt/slides/slide9.xml" Id="R4822a90a01f24030" /><Relationship Type="http://schemas.openxmlformats.org/officeDocument/2006/relationships/slide" Target="/ppt/slides/slide10.xml" Id="R4abf3ce86b164722" /><Relationship Type="http://schemas.openxmlformats.org/officeDocument/2006/relationships/slide" Target="/ppt/slides/slide11.xml" Id="R4ce489a8aab94260" /><Relationship Type="http://schemas.openxmlformats.org/officeDocument/2006/relationships/slide" Target="/ppt/slides/slide12.xml" Id="R08799807fe334802" /><Relationship Type="http://schemas.openxmlformats.org/officeDocument/2006/relationships/slide" Target="/ppt/slides/slide13.xml" Id="R07bdc2c7ab0841a4" /><Relationship Type="http://schemas.openxmlformats.org/officeDocument/2006/relationships/slide" Target="/ppt/slides/slide14.xml" Id="Rb1d774a37b014293" /><Relationship Type="http://schemas.openxmlformats.org/officeDocument/2006/relationships/slide" Target="/ppt/slides/slide15.xml" Id="R0cdc073cbf5d4d9a" /><Relationship Type="http://schemas.openxmlformats.org/officeDocument/2006/relationships/slide" Target="/ppt/slides/slide16.xml" Id="R92a39eee6b3d490f" /><Relationship Type="http://schemas.openxmlformats.org/officeDocument/2006/relationships/slide" Target="/ppt/slides/slide17.xml" Id="Rd254e7a9a51d4082" /><Relationship Type="http://schemas.openxmlformats.org/officeDocument/2006/relationships/slide" Target="/ppt/slides/slide18.xml" Id="Rad3acaf7800d4c5c" /><Relationship Type="http://schemas.openxmlformats.org/officeDocument/2006/relationships/slide" Target="/ppt/slides/slide19.xml" Id="Rb75d8c3ae4b14882" /><Relationship Type="http://schemas.openxmlformats.org/officeDocument/2006/relationships/slide" Target="/ppt/slides/slide20.xml" Id="Rf31d0d71a4514676" /><Relationship Type="http://schemas.openxmlformats.org/officeDocument/2006/relationships/slide" Target="/ppt/slides/slide21.xml" Id="R352fffc617dc45fb" /><Relationship Type="http://schemas.openxmlformats.org/officeDocument/2006/relationships/slide" Target="/ppt/slides/slide22.xml" Id="R81586ef6cc2349e4" /><Relationship Type="http://schemas.openxmlformats.org/officeDocument/2006/relationships/slide" Target="/ppt/slides/slide23.xml" Id="R617decc9ab9d40fb" /><Relationship Type="http://schemas.openxmlformats.org/officeDocument/2006/relationships/slide" Target="/ppt/slides/slide24.xml" Id="Rae50bc785716452d" /><Relationship Type="http://schemas.openxmlformats.org/officeDocument/2006/relationships/slide" Target="/ppt/slides/slide25.xml" Id="R66cc67b607c44d04" /><Relationship Type="http://schemas.openxmlformats.org/officeDocument/2006/relationships/slide" Target="/ppt/slides/slide26.xml" Id="R2eae9375d73a4970" /><Relationship Type="http://schemas.openxmlformats.org/officeDocument/2006/relationships/slide" Target="/ppt/slides/slide27.xml" Id="Rd110fc2be39d4bae" /><Relationship Type="http://schemas.openxmlformats.org/officeDocument/2006/relationships/slide" Target="/ppt/slides/slide28.xml" Id="Rfebf253b6d0e436b" /><Relationship Type="http://schemas.openxmlformats.org/officeDocument/2006/relationships/slide" Target="/ppt/slides/slide29.xml" Id="Rc68d8e4427bf4e44" /><Relationship Type="http://schemas.openxmlformats.org/officeDocument/2006/relationships/slide" Target="/ppt/slides/slide30.xml" Id="Recf16b6430a142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1338b94e534b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fec6ff65f447c6" /><Relationship Type="http://schemas.openxmlformats.org/officeDocument/2006/relationships/notesMaster" Target="/ppt/notesMasters/notesMaster1.xml" Id="Ra65bcbc0014c43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e24c446f7547ec" /><Relationship Type="http://schemas.openxmlformats.org/officeDocument/2006/relationships/notesMaster" Target="/ppt/notesMasters/notesMaster1.xml" Id="R86694da1b4bf4e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3d9a61afa24623" /><Relationship Type="http://schemas.openxmlformats.org/officeDocument/2006/relationships/notesMaster" Target="/ppt/notesMasters/notesMaster1.xml" Id="R5086e9b608b745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93315e117e47ab" /><Relationship Type="http://schemas.openxmlformats.org/officeDocument/2006/relationships/notesMaster" Target="/ppt/notesMasters/notesMaster1.xml" Id="Rbe0c75b1a84a49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5bce71de174e77" /><Relationship Type="http://schemas.openxmlformats.org/officeDocument/2006/relationships/notesMaster" Target="/ppt/notesMasters/notesMaster1.xml" Id="R4782fa59bf6248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d7ebb441ba4679" /><Relationship Type="http://schemas.openxmlformats.org/officeDocument/2006/relationships/notesMaster" Target="/ppt/notesMasters/notesMaster1.xml" Id="R6eda28adc7894e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3c36a27ae44162" /><Relationship Type="http://schemas.openxmlformats.org/officeDocument/2006/relationships/notesMaster" Target="/ppt/notesMasters/notesMaster1.xml" Id="Raa07e77ccdd841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dde8127af846cc" /><Relationship Type="http://schemas.openxmlformats.org/officeDocument/2006/relationships/notesMaster" Target="/ppt/notesMasters/notesMaster1.xml" Id="R19b3a56c5a2840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dfff46376a4d90" /><Relationship Type="http://schemas.openxmlformats.org/officeDocument/2006/relationships/notesMaster" Target="/ppt/notesMasters/notesMaster1.xml" Id="R7d1264c8cf7a40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8ac703f6ce43fc" /><Relationship Type="http://schemas.openxmlformats.org/officeDocument/2006/relationships/notesMaster" Target="/ppt/notesMasters/notesMaster1.xml" Id="R199e2a5e986443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cde0f0d62b4b40" /><Relationship Type="http://schemas.openxmlformats.org/officeDocument/2006/relationships/notesMaster" Target="/ppt/notesMasters/notesMaster1.xml" Id="R8292d4c50caf4e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3d0dc05bad4470" /><Relationship Type="http://schemas.openxmlformats.org/officeDocument/2006/relationships/notesMaster" Target="/ppt/notesMasters/notesMaster1.xml" Id="R715b82db428d401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963046032fa4583" /><Relationship Type="http://schemas.openxmlformats.org/officeDocument/2006/relationships/notesMaster" Target="/ppt/notesMasters/notesMaster1.xml" Id="Rf7a19e0dfc9443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6d24cf8b2a439f" /><Relationship Type="http://schemas.openxmlformats.org/officeDocument/2006/relationships/notesMaster" Target="/ppt/notesMasters/notesMaster1.xml" Id="R751878174e7140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ad482dd04544fc" /><Relationship Type="http://schemas.openxmlformats.org/officeDocument/2006/relationships/notesMaster" Target="/ppt/notesMasters/notesMaster1.xml" Id="R8fc0cb70188b4c0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eadd1e70fb64ba7" /><Relationship Type="http://schemas.openxmlformats.org/officeDocument/2006/relationships/notesMaster" Target="/ppt/notesMasters/notesMaster1.xml" Id="R3fbc4b0a02be418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e1214723b7842e7" /><Relationship Type="http://schemas.openxmlformats.org/officeDocument/2006/relationships/notesMaster" Target="/ppt/notesMasters/notesMaster1.xml" Id="R392a7664b55c43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c71496c05b4f83" /><Relationship Type="http://schemas.openxmlformats.org/officeDocument/2006/relationships/notesMaster" Target="/ppt/notesMasters/notesMaster1.xml" Id="R303d11285ef6465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53b3101412d4a37" /><Relationship Type="http://schemas.openxmlformats.org/officeDocument/2006/relationships/notesMaster" Target="/ppt/notesMasters/notesMaster1.xml" Id="Rdf7a867eb83b43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ee13b52b334a81" /><Relationship Type="http://schemas.openxmlformats.org/officeDocument/2006/relationships/notesMaster" Target="/ppt/notesMasters/notesMaster1.xml" Id="R3038dc63245749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29688821b434b0f" /><Relationship Type="http://schemas.openxmlformats.org/officeDocument/2006/relationships/notesMaster" Target="/ppt/notesMasters/notesMaster1.xml" Id="R8ad857e9d3be44d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12d9bcda21d42d8" /><Relationship Type="http://schemas.openxmlformats.org/officeDocument/2006/relationships/notesMaster" Target="/ppt/notesMasters/notesMaster1.xml" Id="R0d09c04bdebe4f6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f148af3bc944f5" /><Relationship Type="http://schemas.openxmlformats.org/officeDocument/2006/relationships/notesMaster" Target="/ppt/notesMasters/notesMaster1.xml" Id="Rc98cccf070094a7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7151d30d2844a78" /><Relationship Type="http://schemas.openxmlformats.org/officeDocument/2006/relationships/notesMaster" Target="/ppt/notesMasters/notesMaster1.xml" Id="R228a665d2ae44e6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d102a8f0e4406d" /><Relationship Type="http://schemas.openxmlformats.org/officeDocument/2006/relationships/notesMaster" Target="/ppt/notesMasters/notesMaster1.xml" Id="Ra501eb982274489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6ea59f690524580" /><Relationship Type="http://schemas.openxmlformats.org/officeDocument/2006/relationships/notesMaster" Target="/ppt/notesMasters/notesMaster1.xml" Id="R54632a12ff5e4ae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825a3fdbd6440cf" /><Relationship Type="http://schemas.openxmlformats.org/officeDocument/2006/relationships/notesMaster" Target="/ppt/notesMasters/notesMaster1.xml" Id="R4ae1d614ea70456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21353cb7e6841ec" /><Relationship Type="http://schemas.openxmlformats.org/officeDocument/2006/relationships/notesMaster" Target="/ppt/notesMasters/notesMaster1.xml" Id="Re5ac17c065fe4eb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a081452b2914398" /><Relationship Type="http://schemas.openxmlformats.org/officeDocument/2006/relationships/notesMaster" Target="/ppt/notesMasters/notesMaster1.xml" Id="R39109a36d04f407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f34cada19c64167" /><Relationship Type="http://schemas.openxmlformats.org/officeDocument/2006/relationships/notesMaster" Target="/ppt/notesMasters/notesMaster1.xml" Id="Rd10a133271604d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2ed69e87d849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6ddeaa95d48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66c70b18947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26aeaaa86c42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2bad09f6344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54246c64534e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dadd62e004ae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bf9fe7cc6461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a5939a1d14e0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381d09ab7d40c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cd0cb16db0493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6AAB35-34CB-4F3B-B69B-063F88E5D85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FC6B596-215C-4B10-A59F-F1D280B7ED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D30AE9-A4AC-4BB6-81BC-26095099B5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6BEA2B-3563-4026-B7AA-D1780B73B3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11E1A-6EB9-410A-9250-C395EC6794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4F64F6-261A-4626-BF71-8FBFD1F926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2482D8-1E6B-4972-8287-CBBDEAACB5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B19647-2774-4D08-9E25-6B3DBE8E37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6A5FC51-B267-4DF1-B853-A899176F49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E8B189-73BE-4A56-81B3-89169E9299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5F7A55-9034-48F3-9732-7649CA97C9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DA88FFC-5757-4273-9F84-3CD38B6E7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F3E793-8DB6-43C9-BF5F-6E43189F02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760D2F-279B-4D9D-9E51-7FED1B5AD2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6330B8-2855-4F23-B1AA-08EACE033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8FA9D9-AB95-47F2-B7B9-6AB035B4BD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5A8A2B8-AB08-4CD3-A70B-C3A5ECE52C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33AA9C8-479B-4C9F-86D2-D0EDBA2AE69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5DD40B-9592-49EE-981F-F6C542D289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A85D55-D180-4B64-B1BD-B035188E7B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33AC06-148A-4975-9525-3E610A4F93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3BB5DF-8A66-4F1F-9E7B-D0182922A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481179-FC25-4F3B-857D-F6E8E67F15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A5EE78-608D-4F05-8936-CE549E69DC1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68C30FB-CBAD-4D41-AD3D-22B98084417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75B9ADE-E2DF-4E1F-9DBD-43249A6328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397D497-6F2F-403D-8E81-816EE5498B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F7AF743-EBB3-4659-A8C9-7B38D1D516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5636DAC-0968-4448-9487-5918A32445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FC5616-4289-40D3-AEFB-B20C5C6F8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422FA08-8B47-47F9-9388-B197178D6A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6EB1212-1757-4712-B5EE-1814FBA30E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860D78D-DA18-4530-AEB1-E4F0D052BE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49FA172-093B-475E-97C2-465C27F631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0BE5525-621C-425E-8721-A6550E8CF5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32396B6-8811-4691-B440-A34B5BDB78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2750C0-F963-43F5-9032-733577465C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055D82-E91D-4C1B-B9FC-9F09BFCDA9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468EF46-494A-403D-8CE6-E44E892DC1B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4B0E290-4B4D-4F6D-A4AE-3A0311B36D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0003DAD-D008-44C9-89E2-76CC9BC0CA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E7CD67-DAF4-46E2-B720-24E8F629B7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6E1710-5FED-404C-8BB4-6484F846C8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ED9E64-48DE-4934-A42F-AE9C2164F6E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C946B4C-A5DC-4E41-866A-B254D96A378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F3B0DB5-32A1-4EE2-8E74-2D45A64408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FA3D04-A8E0-41D9-AEB1-D58449640E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30CA0CE-484C-4CA1-BEEF-6E95C5AABF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2170A4-3E94-404B-B5BE-38B8D4D91C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671606-2905-4269-AF15-9648EB4A14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E8BA3B-2A8E-4C93-AA9C-98B5E126C2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07A7F3-0066-4C6D-BE04-9CF288F688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1BAF96-9E65-4768-8DDB-AD4524F047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EAC18BD-1234-4DF2-8182-E5F6F38381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56A32A-5822-4002-8E59-DF11770607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53A692-BD27-46FB-AA01-D05BBE5DEB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8B7764-4496-4546-9CFB-E3DD85854B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FCB7A7-AC48-48BF-B277-1D32651BBF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903a12503b453a" /><Relationship Type="http://schemas.openxmlformats.org/officeDocument/2006/relationships/slideLayout" Target="/ppt/slideLayouts/slideLayout1.xml" Id="Re964e034c65f4e24" /><Relationship Type="http://schemas.openxmlformats.org/officeDocument/2006/relationships/slideLayout" Target="/ppt/slideLayouts/slideLayout2.xml" Id="R37e947766b374794" /><Relationship Type="http://schemas.openxmlformats.org/officeDocument/2006/relationships/slideLayout" Target="/ppt/slideLayouts/slideLayout3.xml" Id="Reec8e4d42b8f4875" /><Relationship Type="http://schemas.openxmlformats.org/officeDocument/2006/relationships/slideLayout" Target="/ppt/slideLayouts/slideLayout4.xml" Id="R7a8554b63d0240d8" /><Relationship Type="http://schemas.openxmlformats.org/officeDocument/2006/relationships/slideLayout" Target="/ppt/slideLayouts/slideLayout5.xml" Id="Rfc816aedf1dc4a34" /><Relationship Type="http://schemas.openxmlformats.org/officeDocument/2006/relationships/slideLayout" Target="/ppt/slideLayouts/slideLayout6.xml" Id="R0263386b5e524afa" /><Relationship Type="http://schemas.openxmlformats.org/officeDocument/2006/relationships/slideLayout" Target="/ppt/slideLayouts/slideLayout7.xml" Id="Rf9ae501a07784574" /><Relationship Type="http://schemas.openxmlformats.org/officeDocument/2006/relationships/slideLayout" Target="/ppt/slideLayouts/slideLayout8.xml" Id="R7611cb4118a940d6" /><Relationship Type="http://schemas.openxmlformats.org/officeDocument/2006/relationships/slideLayout" Target="/ppt/slideLayouts/slideLayout9.xml" Id="R66246c0dba044f18" /><Relationship Type="http://schemas.openxmlformats.org/officeDocument/2006/relationships/slideLayout" Target="/ppt/slideLayouts/slideLayout10.xml" Id="R88a8b6aa87a64f66" /><Relationship Type="http://schemas.openxmlformats.org/officeDocument/2006/relationships/slideLayout" Target="/ppt/slideLayouts/slideLayout11.xml" Id="Rca59ba79647b4ed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D5CBAA7-BB01-45A0-91E9-EE261BBF6A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1CFDC0-13BB-433A-8D6C-06B81AB36F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9983C4-F749-42C3-812C-1FB4D6ACD64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C34DC9-2EE4-4023-8AB7-80516CAB8B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5E538B-97EC-42AC-983D-22BE96C759B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64e034c65f4e24"/>
    <p:sldLayoutId xmlns:r="http://schemas.openxmlformats.org/officeDocument/2006/relationships" id="2147483650" r:id="R37e947766b374794"/>
    <p:sldLayoutId xmlns:r="http://schemas.openxmlformats.org/officeDocument/2006/relationships" id="2147483651" r:id="Reec8e4d42b8f4875"/>
    <p:sldLayoutId xmlns:r="http://schemas.openxmlformats.org/officeDocument/2006/relationships" id="2147483652" r:id="R7a8554b63d0240d8"/>
    <p:sldLayoutId xmlns:r="http://schemas.openxmlformats.org/officeDocument/2006/relationships" id="2147483653" r:id="Rfc816aedf1dc4a34"/>
    <p:sldLayoutId xmlns:r="http://schemas.openxmlformats.org/officeDocument/2006/relationships" id="2147483654" r:id="R0263386b5e524afa"/>
    <p:sldLayoutId xmlns:r="http://schemas.openxmlformats.org/officeDocument/2006/relationships" id="2147483655" r:id="Rf9ae501a07784574"/>
    <p:sldLayoutId xmlns:r="http://schemas.openxmlformats.org/officeDocument/2006/relationships" id="2147483656" r:id="R7611cb4118a940d6"/>
    <p:sldLayoutId xmlns:r="http://schemas.openxmlformats.org/officeDocument/2006/relationships" id="2147483657" r:id="R66246c0dba044f18"/>
    <p:sldLayoutId xmlns:r="http://schemas.openxmlformats.org/officeDocument/2006/relationships" id="2147483658" r:id="R88a8b6aa87a64f66"/>
    <p:sldLayoutId xmlns:r="http://schemas.openxmlformats.org/officeDocument/2006/relationships" id="2147483659" r:id="Rca59ba79647b4ed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33ec60eaf34587" /><Relationship Type="http://schemas.openxmlformats.org/officeDocument/2006/relationships/notesSlide" Target="/ppt/notesSlides/notesSlide1.xml" Id="R1cb130cf1a7d49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4565f974b04c0c" /><Relationship Type="http://schemas.openxmlformats.org/officeDocument/2006/relationships/notesSlide" Target="/ppt/notesSlides/notesSlide2.xml" Id="Rcbe38c8863744d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798915f49e4739" /><Relationship Type="http://schemas.openxmlformats.org/officeDocument/2006/relationships/notesSlide" Target="/ppt/notesSlides/notesSlide3.xml" Id="R0f9eeb940ef443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c3fe749efb4642" /><Relationship Type="http://schemas.openxmlformats.org/officeDocument/2006/relationships/notesSlide" Target="/ppt/notesSlides/notesSlide4.xml" Id="R167e89bd247341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07586ec13f4ba7" /><Relationship Type="http://schemas.openxmlformats.org/officeDocument/2006/relationships/notesSlide" Target="/ppt/notesSlides/notesSlide5.xml" Id="R2d963f68b7fa4f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013265b15345cc" /><Relationship Type="http://schemas.openxmlformats.org/officeDocument/2006/relationships/notesSlide" Target="/ppt/notesSlides/notesSlide6.xml" Id="R7820b1f0534e43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0daba13f9846be" /><Relationship Type="http://schemas.openxmlformats.org/officeDocument/2006/relationships/notesSlide" Target="/ppt/notesSlides/notesSlide7.xml" Id="R9eccbb8f4c2a49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1b2587fa7e41c8" /><Relationship Type="http://schemas.openxmlformats.org/officeDocument/2006/relationships/notesSlide" Target="/ppt/notesSlides/notesSlide8.xml" Id="Re11df99cdbe144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3ca10a51f44a77" /><Relationship Type="http://schemas.openxmlformats.org/officeDocument/2006/relationships/notesSlide" Target="/ppt/notesSlides/notesSlide9.xml" Id="R68711b3cec074d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1b50f110c24a4c" /><Relationship Type="http://schemas.openxmlformats.org/officeDocument/2006/relationships/notesSlide" Target="/ppt/notesSlides/notesSlide10.xml" Id="R2bf228ceeae94e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554c99365841e5" /><Relationship Type="http://schemas.openxmlformats.org/officeDocument/2006/relationships/notesSlide" Target="/ppt/notesSlides/notesSlide11.xml" Id="R5595589fcdf244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127c0c690d43d6" /><Relationship Type="http://schemas.openxmlformats.org/officeDocument/2006/relationships/notesSlide" Target="/ppt/notesSlides/notesSlide12.xml" Id="Rbcfa86c0e61c49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bf8c4f04364739" /><Relationship Type="http://schemas.openxmlformats.org/officeDocument/2006/relationships/notesSlide" Target="/ppt/notesSlides/notesSlide13.xml" Id="R81afebf7ac2e4d3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daef1d8d9c4fdf" /><Relationship Type="http://schemas.openxmlformats.org/officeDocument/2006/relationships/notesSlide" Target="/ppt/notesSlides/notesSlide14.xml" Id="R4c601143edf045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7175867bcb440d" /><Relationship Type="http://schemas.openxmlformats.org/officeDocument/2006/relationships/notesSlide" Target="/ppt/notesSlides/notesSlide15.xml" Id="Rce27ea1069644d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ddd74b2c324034" /><Relationship Type="http://schemas.openxmlformats.org/officeDocument/2006/relationships/notesSlide" Target="/ppt/notesSlides/notesSlide16.xml" Id="Re0dca2c3589e4b5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e89c886827447b" /><Relationship Type="http://schemas.openxmlformats.org/officeDocument/2006/relationships/notesSlide" Target="/ppt/notesSlides/notesSlide17.xml" Id="R3215d43cca5e440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dfefd6634a46b8" /><Relationship Type="http://schemas.openxmlformats.org/officeDocument/2006/relationships/notesSlide" Target="/ppt/notesSlides/notesSlide18.xml" Id="Rb8b0b6959d824a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2ace6a4a9c4b36" /><Relationship Type="http://schemas.openxmlformats.org/officeDocument/2006/relationships/notesSlide" Target="/ppt/notesSlides/notesSlide19.xml" Id="Rd730c66fe55144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401021811a4a6c" /><Relationship Type="http://schemas.openxmlformats.org/officeDocument/2006/relationships/notesSlide" Target="/ppt/notesSlides/notesSlide20.xml" Id="Rcd50638edaac4c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3109fedcae4622" /><Relationship Type="http://schemas.openxmlformats.org/officeDocument/2006/relationships/notesSlide" Target="/ppt/notesSlides/notesSlide21.xml" Id="Rfc11d113100e4e7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ff64f60d794c6b" /><Relationship Type="http://schemas.openxmlformats.org/officeDocument/2006/relationships/notesSlide" Target="/ppt/notesSlides/notesSlide22.xml" Id="Rf2da65d6db824df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b52418358b4380" /><Relationship Type="http://schemas.openxmlformats.org/officeDocument/2006/relationships/notesSlide" Target="/ppt/notesSlides/notesSlide23.xml" Id="R2e1a4a70e2fc4f1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ab8b4acddb4d0d" /><Relationship Type="http://schemas.openxmlformats.org/officeDocument/2006/relationships/notesSlide" Target="/ppt/notesSlides/notesSlide24.xml" Id="R0c84f8386370411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26c3ace77841d6" /><Relationship Type="http://schemas.openxmlformats.org/officeDocument/2006/relationships/notesSlide" Target="/ppt/notesSlides/notesSlide25.xml" Id="R45d2a590903f490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27323abc884828" /><Relationship Type="http://schemas.openxmlformats.org/officeDocument/2006/relationships/notesSlide" Target="/ppt/notesSlides/notesSlide26.xml" Id="R7f69b47d7c15429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ea76f82bf549ed" /><Relationship Type="http://schemas.openxmlformats.org/officeDocument/2006/relationships/notesSlide" Target="/ppt/notesSlides/notesSlide27.xml" Id="R075b1ee7f1d04f1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cd06266576422c" /><Relationship Type="http://schemas.openxmlformats.org/officeDocument/2006/relationships/notesSlide" Target="/ppt/notesSlides/notesSlide28.xml" Id="Rf556f2eed55741d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3322c0afc34990" /><Relationship Type="http://schemas.openxmlformats.org/officeDocument/2006/relationships/notesSlide" Target="/ppt/notesSlides/notesSlide29.xml" Id="R542abde94658408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f46ff6f4c74452" /><Relationship Type="http://schemas.openxmlformats.org/officeDocument/2006/relationships/notesSlide" Target="/ppt/notesSlides/notesSlide30.xml" Id="R18f8ce37e0f54fb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7FFAE4F-ABFC-4A30-80F2-6BA7668A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8F86B9-8EB9-4BAF-8898-48F64302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6A8D2AF-3870-4FFD-9AA3-7DB0CA2C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859DAA-4C8C-498C-9592-D91088BB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882C8CC-B03C-4BF6-9205-A5888014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489331-4A24-4E44-ADAC-233B88AC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F893D12-A11F-4E66-9723-E7D25E7C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3C5555-D5BE-4233-8804-419D3A33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37A7CC8-04FF-4081-8803-89F5319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D77314-9089-4958-AB6D-ECBF10CB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BB2D43-6885-4659-B3CE-7BB89007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6020123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0A5F6A-C0B4-47C1-B2E3-DE7F2F42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7ABE53-B0FF-4C60-9128-5616A68D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0E8A60-B698-4C86-928A-462E5DC9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F403DF-9122-400C-89A5-E138281E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6534B0-977E-4AED-B907-3CD411F0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4848A1-CFE8-4FEE-98D9-830FAC24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18A172-DA83-45FC-A1DA-1A6F557F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976E51-E49A-4544-A84B-8B28906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34 virallista vuosihavaintoa 7 maasta, mutta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A935AC4-0558-4BBA-92A7-3F99E30B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9CA7040-2FEF-4346-82C9-A0818AB9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9434903-4A76-497D-8933-600C7CA4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69450620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3E9535-9A64-44AF-B7E1-203C02B9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CE201A-943F-430C-B62C-CAEC2346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FECCBB-D57F-418F-95F3-EBD0608B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5C31AB-9F7E-427F-8881-86098C1A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6137E4-3682-4CDB-85D6-A5649633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F6FF27-8DF5-428E-903D-7ACBE587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CD01B2-916F-476F-83A7-7265AE3F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9470429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E9F5D8-443E-416B-994C-BB3B3B47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FA69BB-C145-46ED-8209-A8BAAC47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698AA4-4769-48F9-8F0B-4C27C950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980600-208A-4CAD-B2D9-41DDA9BF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96BF47-23D8-4E1A-BC0E-A9C4C81F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9D193B-3F55-4750-AD23-B7C643B5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2EEE6FC-65F4-4C9C-B1D5-80373CF7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71C712-B46D-4CBB-BC6E-D692BA6C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61B8388-8255-4420-AB31-CB33D07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51595ED-D36D-4BD6-81A8-4ACB5EFD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CA03B1F-6DCA-47F9-895F-6678461C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6989945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109938-4FE3-4549-8719-34A6BF06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D6D8616-9DC3-4BA1-9CD7-13FCDC70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595A79-87C9-47A1-A892-99DA0CD1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629F87-EBF9-4925-BA9C-B23913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F193D4-123D-455D-827D-3CA4A9A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D70EA7-CD36-40FB-A16D-DD5BAFC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9C0B7AB-0850-4D20-9B9B-EC749FE1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D593F2-0C66-44F8-BB92-7A88314D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0834F18-FA94-4BF2-8150-3B5B1ABC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8A2D3E2-3E8B-4197-9A06-D4C99E64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159DF3A-7D36-4C90-966B-8213C3E2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96910125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BF8E84-8019-4C67-A02A-BFBA5623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8199CA-DCC9-4D25-834C-87CC2420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217065-BA99-4625-8C61-09D623A7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745F6B-1D0C-4F5B-88FB-1A3E2616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6F2374-5C86-4220-84B0-6AAA8DB6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84D729-9952-40EB-908D-3CEF7101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8DEBB15-0753-41BC-AC18-7A5E5F3D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3867306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836B07-500B-400D-9346-6039E139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DF915D-371B-44AB-9937-99A30ED1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18F028-095F-44A6-B153-675FF40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D4A01C-CFE2-40EB-982A-09F5FCBC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D18838-7C54-467D-A634-539A9096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9884BF-23B5-4078-B6AD-A33F0674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E80D677-4814-4158-BFD3-22069821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2C5FE45-0CAF-46A5-ADA8-5D7F3860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61E171C-295F-40FD-8E62-B7B2C2E2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20DD1E8-9BFA-45E6-8467-43B73912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5304931-752B-41A7-8909-254F8827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9E49AC1-3AA8-4C55-AA95-649ED599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D74AE86-D686-4F77-A535-A349DB15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F10CD86-EBB9-4702-9CE9-2E6275A8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01F5B24-DEAA-4846-82F8-2EDFCF91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55A60F-6EE9-4BAD-B3C6-591AA83F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6651583-E6EA-45AF-937C-CAB79EAB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20D523D-802D-4458-8EB0-C8ECB602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5E28CAE-EC5C-49BC-BFB7-3173BC4E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58857431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7225426-863F-4539-8E33-065B3727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72A9ED-FE2B-406D-8014-33679EA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0DDEC4-9825-4B0C-9BE0-70AA6EEE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15EA80-4602-40F5-98B9-0DA01F0C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34A4B5-FFC5-4CEC-AED4-E0A22BC8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53C3DF-79BF-4944-AABB-A923982D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DF5C0FE-FD95-4551-BCE0-811901BA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2C8B33-F0D4-4967-8510-5ED11E20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3228124-BA13-4B7A-AF88-CFA3C469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9E739-98D4-4856-BFF3-B62D5C75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9D9216-71E7-4819-BCCE-8B3B2591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31A3AB2-59AE-4258-AA72-C02A1948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5C85606-9655-40F0-AFA9-5C6BBEC2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9D288A2-6035-4EA0-91C9-188B2F16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9AB9772-849A-4B1C-984A-DA612A85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DD0A45E-C3D7-43A3-8A70-14CA52C2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277356B-999B-4323-92BF-A5A73142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1826FE6-455F-4B6F-9CD6-F47ECFBC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9799EE5-CEE1-4793-9F0B-64B3B4FF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06088E52-6EB2-4A4D-8F96-8557D6A5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612C503-1618-4D7E-AA53-1E50C215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1EC8FB4-9B7D-417E-A598-65F78A20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956108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D10F3D-23B0-437B-B25D-51B5C813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43570D-D08A-4E5B-ACF4-7B059AE5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7CE7D4-C4EA-43B7-97C0-CBE36968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2A0CD2-0A4F-4B49-9C0F-72E9D54D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6466ED3-C447-4381-964B-F6FDABFE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A1148C-D9B8-485C-8811-F10C1272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EB99FC-85B9-42AA-855D-06FAADBF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8949102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67DEDFB-FB10-4284-8355-E36CC48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151EFD-8231-48FB-A0B9-A657E2F8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D07E96-801A-49E8-B904-9F305D4E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4DE62A-993C-49E4-BDE1-6E3CA7FB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232697-AE9B-4D3C-8951-9A230C83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992038-12B9-4FE8-98B7-5362FB76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6E9DDE-A90C-4F33-8533-CBEE57A6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C39E98-E95F-42C0-8CA0-4E89A92F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8A3EE31-39BA-44CE-833A-77F14845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15F6E0-9917-45EB-84E0-691FDEB2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42A9EB7-95E2-4172-A92F-DD984045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60545091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306A35-CAFB-42ED-836B-910B49B0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4314E07-6B85-4C98-96A4-55BDC5B1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F0E9B0-1812-4DE8-B22E-74DBE1B8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363E84-CC60-4AE3-8AF9-02864C4C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3FCFA1C-FC17-4B06-9E54-3A410A0C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88C330-ED1A-446C-86DB-E222AB1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DFF41E-9B88-4F93-A22A-0CCD2F0E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25806482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1246CD-194F-486E-87EE-1E16426B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778BDB-92AD-43C8-8E09-A65A9DC7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8C9282-821A-40AD-94BC-B6C368F4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9F5DE85-D20C-4BBD-A975-59BDC5E4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F2A1B0-77C9-436A-AC74-487C6E5D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60F8BFB-AB9A-4DC6-BAF2-394A3879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A2980D-5DFB-430C-8176-6E50146A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3884B5-9F86-42B0-89A5-66375E47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0D8306C-5F12-401F-9C6A-2F085253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00DB14-A4DA-41E0-8B1C-F540B6AB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DDDFF1F-4277-45CD-959F-BFCC651C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3C1467C-C7B3-4C94-ADC0-9D551E4F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38EE3DC-84C3-46CE-8AEC-BB14B91B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EFA7360-0356-4329-B62A-C3218F43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DDEB0ED-0E34-48C2-B022-E4B8993B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F3743EE-680C-4EC8-8B13-483EB6CA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C46EB0B-C3B2-4BE0-A863-FA3192E3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365B2F9-3A5B-4B1E-8990-0E8D87FA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BA967D5-40B4-4732-8068-AB7E9378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6725135-9D28-4A09-B12E-555C4546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4D0B5EF-78C5-401B-A9D8-90D0404B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F642D4B-13D9-4438-B201-E12993FB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6605625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647B05A-3292-4E2C-B60C-4AE2C526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6517C2-4699-418A-840C-5EE6C7BE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Valitut viralliset reitit: 34 havaintoa 7 maasta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8E2B45-F538-402C-A5A6-522615F5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671702-8501-4E65-A031-44B9E13A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940224-4363-4465-BBE9-82AF9F34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6D07C9-9EE1-44D2-A9C5-839BE1D2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 mrd CAD (≈822,6 milj. EUR; ECB 2024); kaikki neljännekset E-laatua. Health Canada -toimitukset: 1,161 mrd CAD (≈783,2 milj. EUR; ECB 2024), 5,03 % alemmat; silta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57836F-5F69-477D-A98B-F17FA1BE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200612049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1C76BF-4A03-465E-A26B-994C71D9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2C5E43-207C-47C7-9EC2-1C5A7066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Kanadalla on retail- ja toimitusankkurit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5505083-CD9B-4D4F-AF50-EE1BE2AF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5DDC3B-F336-457C-A176-307BEED5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9ABAE1-ED46-4093-AD5A-B97A279A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9D23E7-2FC3-40DC-9448-C8419380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CB51190-4AD4-4F62-843F-0AADD10B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1A18B6-1C39-4646-BEC8-9A186AC8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A1D5F5-207E-4450-AB8D-C6551C2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FDCC7B9-F27F-4341-94C7-092B2BAB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FDDEA89-B175-417C-BF12-3971D8C2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1,161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CC99DF8-C303-49A0-B26B-01287AE6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94A0F28-E331-432A-ADE1-DD7C549B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DE5C48-053A-4827-BC18-4B457500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118,9 milj. yks.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11264A3-9B96-4599-8CA3-0A9C9F38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lisäksi 1,252 milj. litraa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80A6F8-CEC3-4CCC-9FD6-72F0DB61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 milj. CAD (+5,03 %); laatu-, kanava-, scope- ja verokysymykset pitävät Kanadan donor-luvun ulkopuolella.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6DC02E8-CD55-49BF-9969-DB3DCF1C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D150826-AF91-4176-8F50-DDD9F414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116151A-BC24-4107-BE21-F1809884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Canadan retail-sarja ja Health Canadan toimitukset ovat eri tapahtumatasoja. Kaikki vuoden 2024 RCS-neljännekset ovat E-laatua; silta on avoin.</a:t>
            </a:r>
          </a:p>
        </p:txBody>
      </p:sp>
    </p:spTree>
    <p:extLst>
      <p:ext uri="{BB962C8B-B14F-4D97-AF65-F5344CB8AC3E}">
        <p14:creationId xmlns:p14="http://schemas.microsoft.com/office/powerpoint/2010/main" val="101963656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8183F8-B096-4163-93D9-20D60281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9EADFB-84E9-4C79-8B2A-4DDE3CD4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BC0AB6-3D0A-4B85-9DBC-C82C14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287ECC9-5E81-498F-AA2A-172F71AF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D52361-7804-483A-926F-A65D5DF7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C5D511-6E36-46C8-B7D8-292466B5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55D55B-B767-447A-A8FE-DB224E51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39518968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777F8F-69D7-4A18-B121-B6CAA205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EAE664-747E-4A7D-8500-B9F13DD7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FC5ADD-494E-4E93-9950-47CAF41A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1817B9A-CFAB-4E33-8B5E-5ADB471D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1981CA-497D-4939-9387-00756C36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062B3A-B2B0-414D-985C-4CABFFD1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3C05E8-DFE7-43CB-9707-4BA0F8E7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8F72F4-7D5E-4F36-9D4F-8ACEAFB8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652428F-23DC-421E-A8F3-8C547DDD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D2C3854-90BA-4C88-90B5-81D26D77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78407F-2C9E-4E54-8DA2-DA5FFA7F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71EF63-E6DE-43E0-9638-78382730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7C34C0C-D689-4ECE-BB1F-B4BA5997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1092048-2A57-429A-9558-FCE030E8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B78F24F-3E1B-44E5-88FE-F98D4F5F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41AF807-BAD6-4CED-8BDC-A8EB4677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9DFBBCA-4C52-4E59-8241-D7016E68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30EBAA5-DFBF-41EB-81B5-0323C92B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9028757-7962-4D86-BCDD-A61790CC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55642830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F64D06-77D1-4129-9C37-50875E30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B2CF04-0E23-4583-B5EB-044A183E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5B15C01-D483-4E4F-8197-433E47EB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38EDA3-406E-41A1-9C75-AB7A4993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D2FE5E9-64FB-47E3-BED6-4D132D8C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86D5D1-90B8-405B-8727-A38C9A2E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2DB20F6-6CF7-4354-8528-5FFBD68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331B94-13E8-40CD-B381-9CC29E9B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D6A2339-1055-4196-AEA2-2F095A02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151FB06-C681-49AA-B158-97F2D593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EB87CC-1A83-4E07-9615-EB52A722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5A1732-7321-4CDE-8D73-A7439AC8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CCE0830-D6ED-4303-91CE-1E75E3CA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C423D7-DEF7-40B6-A45D-99BCB8DD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E477CB3-65F2-44AB-A226-2D77EC1A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7991B17-0873-47D1-B20A-F8A653BC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E5F793-0680-418A-A2CD-A654E8DC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6A6070B-7725-4984-B271-19BEFE4D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E843E04-BD18-41B3-A77E-2CD7D4C8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E7EB8B8-6340-4727-94F6-BB774583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0A363B3-68B0-4F0B-8804-01DE507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BAA7392-2340-4628-A2A1-5262A268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21399630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7F539A-FE76-4BB7-9F90-AE075993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444AB3-A1C0-4E05-86D7-EE3926EF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16DD25-547B-4B80-A79C-F670F660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385806-F98F-4E9E-8709-78360167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620C04-13E1-467B-8A00-F0F57BCF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58FC48-0F6B-439A-B370-D0D7DC3F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C2840E-4F86-4952-A29A-C6953B27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B2B394-AA48-4F01-9AEF-1F8B4B4B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00BE90F-F88B-40AF-969B-BED533A7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12D713-5ED5-4F27-AB2E-EB97F6C2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CC1F48-DCDB-4AAB-8E48-DFF8D410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38307931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7F327A0-2E00-4F19-A4D8-A40EFE5B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BC7872-CD69-4085-99A1-9E627B24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96E165-E579-47F2-80C2-12943F53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5B6F4D-DD30-4A92-81FA-AD856DD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CD20F8-C3D1-4659-86BF-68BC0ACB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04DC9FE-B2C9-487A-958A-ADDAD0FF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5D4707-E220-4C01-B1F0-CEF0D9F0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214057860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F05FD6-706E-4C03-9A83-112124C3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D66E4F-2109-42BA-BBED-4B8C02BB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127EE5-3474-40D3-BB65-B6ACAFCE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CCD9A8-260F-421F-A8CA-BDF9B4A7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B8B7EC-24B4-4D20-9599-5724D0BE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3F1872-366A-48E7-96B0-D51212F1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C528B18-DD14-4E7E-9B7F-226D592C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37561A-927A-4816-AE37-ACC78DFC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668767E-AF78-47E6-93A8-35945C6B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47EEF4-39F7-4342-A643-23EC6788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0F3A12-6A28-41C8-B556-52658E41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53799178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91AB73-78F4-42C6-A16B-D3E7B1CF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08358D-906E-4DDC-8BB5-252A96EE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EC0822-7D97-4380-9C5E-5205060A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6EBA0D-4EF4-4E49-9647-ABDC7EA8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5530F5-0C07-4DBA-B9B5-E7E3137F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932F5E-19E3-4399-BE01-56CE9D95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6B30E72-951F-4D7A-AB56-C9F4EF65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86961438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468B77-C87D-440F-87B2-B3970769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CEA9AC0-4376-4901-86D0-B150AC9F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86FF7F-2340-4153-ADCC-685FD494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B1294C-B7D5-44CC-98DA-E60A8855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AF2C68-86B5-4A23-BD6D-EF2E20DA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6442FE-C4EF-4B97-AAF1-6476F688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62448C-3CE3-4FBD-B33A-F0A1055D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E5E7CB-19F0-438A-8EF9-3C3BD748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EBF345-4A2F-453F-8F0C-6C1246D0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7CF21F-91D4-4557-AB41-6520E948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5D6E178-D4E8-47E6-A350-117C0F26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515A110-DF04-4B79-8D40-37EB81A4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417AF6-5061-483D-AA6D-87780234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8C0C4-FBCA-4094-A7C4-5846BE0A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48DFA48-6C04-4747-801A-445212A0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07DF07-FE06-4FA6-B93D-5FB1B3B0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4BF9A2C-BC68-4AEF-9DFD-ECBF3387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75EE7EA-4F9E-47E5-985A-0BB3C81C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4F77ACA-77A4-422B-9480-992EEE8B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2EFB405-14F3-48E4-9436-220B1650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EB22F6B-0DDC-4538-8F52-CD5660D5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1032831-43A7-4742-869A-FD119762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8E8A98D-E4EB-437C-BEB0-DE0706AE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43367052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DD24788-C006-49DB-B665-659852BA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F20BC1-18BE-4493-9FD0-F6162140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373F4F-28DF-4E46-8202-80A1F8C6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770C5D-978C-4677-A85C-3C9FF290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A282D1-9255-41AC-A002-0FCE98D1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9C2613-1F69-43C5-A298-93124F30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0506B8F-D12F-4B6E-833F-6ED3E189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53BB99-AAF0-4AA3-90D5-A75D766B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6661E-3E12-4535-A1DF-E8E00A03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7B458BE-8FA5-4094-B2AD-CC4F2D44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082515-48F6-493D-86E9-4F36C95A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C609C6-D86B-42DD-B6F2-74584014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B28E98A-FAA3-4970-8236-53A1EBCE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ABE9ACA-E389-43AC-AE61-19BA130D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95BE5DC-E725-4724-A085-10B565A9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D240892-EA26-45EA-98DB-B3CB25C0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8BB05A-73F4-481C-A168-6ABBF2CE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BBB2444-8E61-43F6-BB13-02350659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45345CE-A01D-4739-AB56-42FBEFA2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DC68F94-B989-4E58-9E7C-F090F795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5E48A78-BB34-4232-ACFE-EA41E600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9AB8F85-0583-48BE-A458-27515D1A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A639712-5C28-4E32-888E-6642C524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78014287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636EC2-99DD-4E2A-B86F-E8E95F05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1EEE56-6ADE-458A-A0BC-7FF78E8F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4C947B-968F-4E4A-BD46-94F36760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5389DD-58B4-44AB-B487-28DA5885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47D7F61-4ECE-4354-84CF-4EB01674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C3C098-5654-4634-9236-A6EE719C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2D82AC3-85ED-4CA2-A34C-C0CA7A3C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03402035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296B98-7108-4953-A4BD-46399658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009194-4E58-4FDB-AF09-F12D79C5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444240F-C236-4E07-BD9C-DD3CD3AD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CADFCD-BC27-4663-876C-C831A703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CDB364-F0FD-4F93-A0C7-8C025919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D4B384-266D-4F28-A7A8-DF0915B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028D12-9CB0-4829-973A-CDE5771E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87915271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D658A9-CEE4-40BA-BC76-E339A874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8572C14-3C0B-42EB-B8A0-01781437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14C1B5-BD7A-4D80-BE3A-E7FC4314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ED9FB3-EA9E-4CB8-87A5-4D0962D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442D5C-AF51-4755-ABC1-0CDAC0FD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1F4DEB-8549-40A9-A346-74BB0434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5E7BCC-F20E-45C1-A112-0CB5086E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201175589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CF31F7-E370-44E5-9AE6-5AE10DBB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61BE-9833-4A87-879A-A0331C5A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6243CE-2186-443A-B457-3EE00B66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53DA74-980D-4F4E-8AFC-B6819F6E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5A97433-5C9E-4192-B11D-C8EA724B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5E4F6C5-2069-4CB7-913D-4927F798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38BF82-7CDA-4C81-AFEA-BC9D8C73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43040093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EE18FB-2D9D-4640-8B3B-BA10F9F2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36A81A-2E16-463A-AE7A-DA55164C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C1087F-AFA3-4A2A-AC06-89DF2AAB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8B0ED8-735C-4A8E-B925-F7A619DC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F8549E-A872-49CE-9884-B06139CA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4075B9-0BC6-47D2-A150-177454B1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340CAD2-EECE-4D6A-8218-D3C6AF81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8204197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910299E-D606-418B-BDC9-35DED3E8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D438379-C70B-4157-9566-90B90046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89B6DB-7654-40F3-9140-23A86EAB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393190-6B16-4016-AEC9-069087A2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CC2DA9-18ED-41B2-BA0C-BF361A9A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59E39A-D001-415F-80AF-CB983AC6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7D7DCFE-08D4-4A28-B9EF-78F08114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A8636D-21D8-42F1-A07D-F77F7434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83D6B62-025B-4928-8976-2643C31C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E8F8819-B02E-4040-A2D7-B78E1A6E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86F69CA-A6C4-4D15-B894-0D99A5CE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4A4F71-F3CE-49B1-A9A3-31079A99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2DAF340-368B-4EA4-9537-4F40AC81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5430F4-674A-4A19-8875-EE920AF8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F30B8C3-A9A3-4EA7-AB23-A16A4ACE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E1BB2EF-BA0B-4F0D-B626-5FA3E3DE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449D0FC-5122-4A1C-9F82-F3A201C5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251D8D5-3EB2-454C-8FB1-EAB3C0DD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3C43F52-C3E6-4C44-B1E4-190334A9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245FEC3-BAB3-4488-9024-11BF17E6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7E977CD-331A-47FC-9DD7-AB08142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6A99C1C-C4C3-43B7-A2AC-11BAB02C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4D5640E-E05E-488C-82C9-8E450669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210571405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27B96C5-8B42-481C-A7BD-3D9DB0C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0F58A9-4FAD-41A8-92C9-BCB27373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ED9622-7D42-4C55-9B64-2872AF6E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2FBFA6-634E-4022-B2E4-3E857563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2026.07.24-19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70808957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2026-07-24T11:03:50.1430000Z</dcterms:created>
  <dcterms:modified xsi:type="dcterms:W3CDTF">2026-07-24T11:03:50.1430000Z</dcterms:modified>
</coreProperties>
</file>