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a97eaa39d748ac" /><Relationship Type="http://schemas.openxmlformats.org/officeDocument/2006/relationships/extended-properties" Target="/docProps/app.xml" Id="R7e44cfc6bd8b4039" /><Relationship Type="http://schemas.openxmlformats.org/officeDocument/2006/relationships/officeDocument" Target="/ppt/presentation.xml" Id="R71c4308159254b7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44220b5b954d2b"/>
  </p:sldMasterIdLst>
  <p:notesMasterIdLst>
    <p:notesMasterId xmlns:r="http://schemas.openxmlformats.org/officeDocument/2006/relationships" r:id="R39ab581cd9cd4786"/>
  </p:notesMasterIdLst>
  <p:sldIdLst>
    <p:sldId xmlns:r="http://schemas.openxmlformats.org/officeDocument/2006/relationships" id="256" r:id="Rbbbc2c4536b44d57"/>
    <p:sldId xmlns:r="http://schemas.openxmlformats.org/officeDocument/2006/relationships" id="257" r:id="R03773cec7d4945f0"/>
    <p:sldId xmlns:r="http://schemas.openxmlformats.org/officeDocument/2006/relationships" id="258" r:id="R49c0ec64b33b4c24"/>
    <p:sldId xmlns:r="http://schemas.openxmlformats.org/officeDocument/2006/relationships" id="259" r:id="Rc8f37690d02f484e"/>
    <p:sldId xmlns:r="http://schemas.openxmlformats.org/officeDocument/2006/relationships" id="260" r:id="Rb865d49dd7ee495c"/>
    <p:sldId xmlns:r="http://schemas.openxmlformats.org/officeDocument/2006/relationships" id="261" r:id="R1c3ec36b24bb40e9"/>
    <p:sldId xmlns:r="http://schemas.openxmlformats.org/officeDocument/2006/relationships" id="262" r:id="R9038ba8758fd4266"/>
    <p:sldId xmlns:r="http://schemas.openxmlformats.org/officeDocument/2006/relationships" id="263" r:id="R8a9e5cebb2a64156"/>
    <p:sldId xmlns:r="http://schemas.openxmlformats.org/officeDocument/2006/relationships" id="264" r:id="R76889f0bf9d74027"/>
    <p:sldId xmlns:r="http://schemas.openxmlformats.org/officeDocument/2006/relationships" id="265" r:id="Rcd3757414b8d483b"/>
    <p:sldId xmlns:r="http://schemas.openxmlformats.org/officeDocument/2006/relationships" id="266" r:id="R8994217408bf4202"/>
    <p:sldId xmlns:r="http://schemas.openxmlformats.org/officeDocument/2006/relationships" id="267" r:id="Re329dde73bf64bf2"/>
    <p:sldId xmlns:r="http://schemas.openxmlformats.org/officeDocument/2006/relationships" id="268" r:id="R4a812a9b7628416e"/>
    <p:sldId xmlns:r="http://schemas.openxmlformats.org/officeDocument/2006/relationships" id="269" r:id="R85e3a5e9f7e74a2d"/>
    <p:sldId xmlns:r="http://schemas.openxmlformats.org/officeDocument/2006/relationships" id="270" r:id="R8a54c69e4b0644c6"/>
    <p:sldId xmlns:r="http://schemas.openxmlformats.org/officeDocument/2006/relationships" id="271" r:id="R151d5c21711c4e3f"/>
    <p:sldId xmlns:r="http://schemas.openxmlformats.org/officeDocument/2006/relationships" id="272" r:id="Rd1557356f81d4274"/>
    <p:sldId xmlns:r="http://schemas.openxmlformats.org/officeDocument/2006/relationships" id="273" r:id="R29529abd8bbb456d"/>
    <p:sldId xmlns:r="http://schemas.openxmlformats.org/officeDocument/2006/relationships" id="274" r:id="Rad66a232ecf34b15"/>
    <p:sldId xmlns:r="http://schemas.openxmlformats.org/officeDocument/2006/relationships" id="275" r:id="R86904595924f4be6"/>
    <p:sldId xmlns:r="http://schemas.openxmlformats.org/officeDocument/2006/relationships" id="276" r:id="Rf54ac6144cf44827"/>
    <p:sldId xmlns:r="http://schemas.openxmlformats.org/officeDocument/2006/relationships" id="277" r:id="R29b53d62544c4173"/>
    <p:sldId xmlns:r="http://schemas.openxmlformats.org/officeDocument/2006/relationships" id="278" r:id="Rd99148dd40454bab"/>
    <p:sldId xmlns:r="http://schemas.openxmlformats.org/officeDocument/2006/relationships" id="279" r:id="R4a3462ad05244112"/>
    <p:sldId xmlns:r="http://schemas.openxmlformats.org/officeDocument/2006/relationships" id="280" r:id="R7849f2c908244524"/>
    <p:sldId xmlns:r="http://schemas.openxmlformats.org/officeDocument/2006/relationships" id="281" r:id="R647711b1516d4eef"/>
    <p:sldId xmlns:r="http://schemas.openxmlformats.org/officeDocument/2006/relationships" id="282" r:id="R8fe5ea71ced34f5b"/>
    <p:sldId xmlns:r="http://schemas.openxmlformats.org/officeDocument/2006/relationships" id="283" r:id="R21483d90d89f458b"/>
    <p:sldId xmlns:r="http://schemas.openxmlformats.org/officeDocument/2006/relationships" id="284" r:id="R3b63e083c0f94c23"/>
    <p:sldId xmlns:r="http://schemas.openxmlformats.org/officeDocument/2006/relationships" id="285" r:id="Rce44b4fff0fa4d7f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125ed704684a5a" /><Relationship Type="http://schemas.openxmlformats.org/officeDocument/2006/relationships/slideMaster" Target="/ppt/slideMasters/slideMaster1.xml" Id="R1744220b5b954d2b" /><Relationship Type="http://schemas.openxmlformats.org/officeDocument/2006/relationships/notesMaster" Target="/ppt/notesMasters/notesMaster1.xml" Id="R39ab581cd9cd4786" /><Relationship Type="http://schemas.openxmlformats.org/officeDocument/2006/relationships/presProps" Target="/ppt/presProps.xml" Id="R9bcbde4db17246c9" /><Relationship Type="http://schemas.openxmlformats.org/officeDocument/2006/relationships/viewProps" Target="/ppt/viewProps.xml" Id="R442525d712344543" /><Relationship Type="http://schemas.openxmlformats.org/officeDocument/2006/relationships/tableStyles" Target="/ppt/tableStyles.xml" Id="R608e09e98a834ebf" /><Relationship Type="http://schemas.openxmlformats.org/officeDocument/2006/relationships/slide" Target="/ppt/slides/slide1.xml" Id="Rbbbc2c4536b44d57" /><Relationship Type="http://schemas.openxmlformats.org/officeDocument/2006/relationships/slide" Target="/ppt/slides/slide2.xml" Id="R03773cec7d4945f0" /><Relationship Type="http://schemas.openxmlformats.org/officeDocument/2006/relationships/slide" Target="/ppt/slides/slide3.xml" Id="R49c0ec64b33b4c24" /><Relationship Type="http://schemas.openxmlformats.org/officeDocument/2006/relationships/slide" Target="/ppt/slides/slide4.xml" Id="Rc8f37690d02f484e" /><Relationship Type="http://schemas.openxmlformats.org/officeDocument/2006/relationships/slide" Target="/ppt/slides/slide5.xml" Id="Rb865d49dd7ee495c" /><Relationship Type="http://schemas.openxmlformats.org/officeDocument/2006/relationships/slide" Target="/ppt/slides/slide6.xml" Id="R1c3ec36b24bb40e9" /><Relationship Type="http://schemas.openxmlformats.org/officeDocument/2006/relationships/slide" Target="/ppt/slides/slide7.xml" Id="R9038ba8758fd4266" /><Relationship Type="http://schemas.openxmlformats.org/officeDocument/2006/relationships/slide" Target="/ppt/slides/slide8.xml" Id="R8a9e5cebb2a64156" /><Relationship Type="http://schemas.openxmlformats.org/officeDocument/2006/relationships/slide" Target="/ppt/slides/slide9.xml" Id="R76889f0bf9d74027" /><Relationship Type="http://schemas.openxmlformats.org/officeDocument/2006/relationships/slide" Target="/ppt/slides/slide10.xml" Id="Rcd3757414b8d483b" /><Relationship Type="http://schemas.openxmlformats.org/officeDocument/2006/relationships/slide" Target="/ppt/slides/slide11.xml" Id="R8994217408bf4202" /><Relationship Type="http://schemas.openxmlformats.org/officeDocument/2006/relationships/slide" Target="/ppt/slides/slide12.xml" Id="Re329dde73bf64bf2" /><Relationship Type="http://schemas.openxmlformats.org/officeDocument/2006/relationships/slide" Target="/ppt/slides/slide13.xml" Id="R4a812a9b7628416e" /><Relationship Type="http://schemas.openxmlformats.org/officeDocument/2006/relationships/slide" Target="/ppt/slides/slide14.xml" Id="R85e3a5e9f7e74a2d" /><Relationship Type="http://schemas.openxmlformats.org/officeDocument/2006/relationships/slide" Target="/ppt/slides/slide15.xml" Id="R8a54c69e4b0644c6" /><Relationship Type="http://schemas.openxmlformats.org/officeDocument/2006/relationships/slide" Target="/ppt/slides/slide16.xml" Id="R151d5c21711c4e3f" /><Relationship Type="http://schemas.openxmlformats.org/officeDocument/2006/relationships/slide" Target="/ppt/slides/slide17.xml" Id="Rd1557356f81d4274" /><Relationship Type="http://schemas.openxmlformats.org/officeDocument/2006/relationships/slide" Target="/ppt/slides/slide18.xml" Id="R29529abd8bbb456d" /><Relationship Type="http://schemas.openxmlformats.org/officeDocument/2006/relationships/slide" Target="/ppt/slides/slide19.xml" Id="Rad66a232ecf34b15" /><Relationship Type="http://schemas.openxmlformats.org/officeDocument/2006/relationships/slide" Target="/ppt/slides/slide20.xml" Id="R86904595924f4be6" /><Relationship Type="http://schemas.openxmlformats.org/officeDocument/2006/relationships/slide" Target="/ppt/slides/slide21.xml" Id="Rf54ac6144cf44827" /><Relationship Type="http://schemas.openxmlformats.org/officeDocument/2006/relationships/slide" Target="/ppt/slides/slide22.xml" Id="R29b53d62544c4173" /><Relationship Type="http://schemas.openxmlformats.org/officeDocument/2006/relationships/slide" Target="/ppt/slides/slide23.xml" Id="Rd99148dd40454bab" /><Relationship Type="http://schemas.openxmlformats.org/officeDocument/2006/relationships/slide" Target="/ppt/slides/slide24.xml" Id="R4a3462ad05244112" /><Relationship Type="http://schemas.openxmlformats.org/officeDocument/2006/relationships/slide" Target="/ppt/slides/slide25.xml" Id="R7849f2c908244524" /><Relationship Type="http://schemas.openxmlformats.org/officeDocument/2006/relationships/slide" Target="/ppt/slides/slide26.xml" Id="R647711b1516d4eef" /><Relationship Type="http://schemas.openxmlformats.org/officeDocument/2006/relationships/slide" Target="/ppt/slides/slide27.xml" Id="R8fe5ea71ced34f5b" /><Relationship Type="http://schemas.openxmlformats.org/officeDocument/2006/relationships/slide" Target="/ppt/slides/slide28.xml" Id="R21483d90d89f458b" /><Relationship Type="http://schemas.openxmlformats.org/officeDocument/2006/relationships/slide" Target="/ppt/slides/slide29.xml" Id="R3b63e083c0f94c23" /><Relationship Type="http://schemas.openxmlformats.org/officeDocument/2006/relationships/slide" Target="/ppt/slides/slide30.xml" Id="Rce44b4fff0fa4d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24303b4a2341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ad00152d7c4ee3" /><Relationship Type="http://schemas.openxmlformats.org/officeDocument/2006/relationships/notesMaster" Target="/ppt/notesMasters/notesMaster1.xml" Id="Ra54cc5aca0ed42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1f9ad375fe4b06" /><Relationship Type="http://schemas.openxmlformats.org/officeDocument/2006/relationships/notesMaster" Target="/ppt/notesMasters/notesMaster1.xml" Id="Rad509f33d3a543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f1d2d974544b2e" /><Relationship Type="http://schemas.openxmlformats.org/officeDocument/2006/relationships/notesMaster" Target="/ppt/notesMasters/notesMaster1.xml" Id="Rd566b95a63a84b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246c8a8b7b4d55" /><Relationship Type="http://schemas.openxmlformats.org/officeDocument/2006/relationships/notesMaster" Target="/ppt/notesMasters/notesMaster1.xml" Id="R85608f4a3c3046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d44f52e2da0457f" /><Relationship Type="http://schemas.openxmlformats.org/officeDocument/2006/relationships/notesMaster" Target="/ppt/notesMasters/notesMaster1.xml" Id="Rd975b9c5fb414e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1cae2a3e5d4fc8" /><Relationship Type="http://schemas.openxmlformats.org/officeDocument/2006/relationships/notesMaster" Target="/ppt/notesMasters/notesMaster1.xml" Id="Rb80baf6dfe4344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01d85bdf58644ef" /><Relationship Type="http://schemas.openxmlformats.org/officeDocument/2006/relationships/notesMaster" Target="/ppt/notesMasters/notesMaster1.xml" Id="Rc84ac8bf16694f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830740e51d149ad" /><Relationship Type="http://schemas.openxmlformats.org/officeDocument/2006/relationships/notesMaster" Target="/ppt/notesMasters/notesMaster1.xml" Id="R9d438c7a89d145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8ac1e3117f24978" /><Relationship Type="http://schemas.openxmlformats.org/officeDocument/2006/relationships/notesMaster" Target="/ppt/notesMasters/notesMaster1.xml" Id="Re9157e9a80304ba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143989885fc49ce" /><Relationship Type="http://schemas.openxmlformats.org/officeDocument/2006/relationships/notesMaster" Target="/ppt/notesMasters/notesMaster1.xml" Id="R41adfadf017046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43c9158bb843e3" /><Relationship Type="http://schemas.openxmlformats.org/officeDocument/2006/relationships/notesMaster" Target="/ppt/notesMasters/notesMaster1.xml" Id="R932e67df1b5e447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6a4868fbdde4cbc" /><Relationship Type="http://schemas.openxmlformats.org/officeDocument/2006/relationships/notesMaster" Target="/ppt/notesMasters/notesMaster1.xml" Id="R1161593e37d0460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cb18eb1a28c4d5a" /><Relationship Type="http://schemas.openxmlformats.org/officeDocument/2006/relationships/notesMaster" Target="/ppt/notesMasters/notesMaster1.xml" Id="Redeb16f6b8f5421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d61ed1d50fb4e92" /><Relationship Type="http://schemas.openxmlformats.org/officeDocument/2006/relationships/notesMaster" Target="/ppt/notesMasters/notesMaster1.xml" Id="R4a6002531a50447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994e9c90ad440f3" /><Relationship Type="http://schemas.openxmlformats.org/officeDocument/2006/relationships/notesMaster" Target="/ppt/notesMasters/notesMaster1.xml" Id="R707995a0433c46b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8ceb5c46f8d4831" /><Relationship Type="http://schemas.openxmlformats.org/officeDocument/2006/relationships/notesMaster" Target="/ppt/notesMasters/notesMaster1.xml" Id="R2f0241b502fe463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6819670680c44e2" /><Relationship Type="http://schemas.openxmlformats.org/officeDocument/2006/relationships/notesMaster" Target="/ppt/notesMasters/notesMaster1.xml" Id="R6aa5f54a126e46b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8f5f1bb5b51401e" /><Relationship Type="http://schemas.openxmlformats.org/officeDocument/2006/relationships/notesMaster" Target="/ppt/notesMasters/notesMaster1.xml" Id="R73040c517adc4c7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486c9de637d4a7b" /><Relationship Type="http://schemas.openxmlformats.org/officeDocument/2006/relationships/notesMaster" Target="/ppt/notesMasters/notesMaster1.xml" Id="Rf45e780f9e874f6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cc83074495848c7" /><Relationship Type="http://schemas.openxmlformats.org/officeDocument/2006/relationships/notesMaster" Target="/ppt/notesMasters/notesMaster1.xml" Id="R477887f0ed504b9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9ce7c1a47224dae" /><Relationship Type="http://schemas.openxmlformats.org/officeDocument/2006/relationships/notesMaster" Target="/ppt/notesMasters/notesMaster1.xml" Id="R17d79cf7252e4a7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2ada10292174586" /><Relationship Type="http://schemas.openxmlformats.org/officeDocument/2006/relationships/notesMaster" Target="/ppt/notesMasters/notesMaster1.xml" Id="R66eb361f1ef3454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02c2fc1b86d4f82" /><Relationship Type="http://schemas.openxmlformats.org/officeDocument/2006/relationships/notesMaster" Target="/ppt/notesMasters/notesMaster1.xml" Id="R74c87fee68aa4e9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7ba01d74c45473b" /><Relationship Type="http://schemas.openxmlformats.org/officeDocument/2006/relationships/notesMaster" Target="/ppt/notesMasters/notesMaster1.xml" Id="R3872cf2c6aed4a9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141b74e1c134376" /><Relationship Type="http://schemas.openxmlformats.org/officeDocument/2006/relationships/notesMaster" Target="/ppt/notesMasters/notesMaster1.xml" Id="R77f9e0657084491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75e6bb3941c4f60" /><Relationship Type="http://schemas.openxmlformats.org/officeDocument/2006/relationships/notesMaster" Target="/ppt/notesMasters/notesMaster1.xml" Id="Rba302adf614846f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2f2c27ef9434617" /><Relationship Type="http://schemas.openxmlformats.org/officeDocument/2006/relationships/notesMaster" Target="/ppt/notesMasters/notesMaster1.xml" Id="Ref0ba97d1e7143f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7bed200e2da4190" /><Relationship Type="http://schemas.openxmlformats.org/officeDocument/2006/relationships/notesMaster" Target="/ppt/notesMasters/notesMaster1.xml" Id="Rd666034de5164b3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90f49631f0743bc" /><Relationship Type="http://schemas.openxmlformats.org/officeDocument/2006/relationships/notesMaster" Target="/ppt/notesMasters/notesMaster1.xml" Id="R7b3e0401ed994b8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9f1a14082324e8d" /><Relationship Type="http://schemas.openxmlformats.org/officeDocument/2006/relationships/notesMaster" Target="/ppt/notesMasters/notesMaster1.xml" Id="R48f482a20d9c46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8208ac95f54a7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1fc4284d8d4bf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b5a06d608f409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63eb3d263e43e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871bc6cdc14e5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00bf6ceced496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c9929ea1ae4f0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71e6c44566498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818557801a458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00d3f2bfef466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7419e5e2c34c1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F3EB0E-0126-40EA-A75E-E8B5E278909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02586E8-A0B2-41BA-BEFF-3BB48BAE302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88C226F-51F6-4F5D-BE32-B49058B0B63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6D4B532-371C-4044-82DC-FB46ED1F3E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E875CCE-5F02-4877-876D-7EC3630A9F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272F078-FF4E-4BBD-9C59-B76AE69407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320F0A6-5058-4F9D-A25A-6035FB91D7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1994E4-7226-428E-9BB8-8AA4EA9F08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1C843A-18DC-40C2-9ED7-11DCCC68AA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12C59F-2626-4BAA-AFBD-76C3302E12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992AAE1-EC3E-43EE-80A3-5E2D1F447C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A2CC4F-A569-4628-AEC1-F4C67E8241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B4952BA-0CDE-4D6A-AEEA-EE3FF3C9AD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41C90A7-B2A7-4A29-9867-6111F8BFC1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68ADB1E-51AB-479F-8137-A5325BF9289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BE8324-560F-4705-8621-9DC473E820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EB9FFF-A77C-4538-8238-AB3BC74C0FC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2FD9E7A-E244-404C-A0FB-A66D33524FC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45F1155-1D86-423E-8690-5217239704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99FFFCE-C4F6-4DB1-A623-68FD27923A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7967408-F05B-4A82-BEDF-48C7B2C6EE0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BCF9BD-C056-41E6-A8FC-04D7F70036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B65D4C2-DB1F-4678-BA97-D72F5F85EA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132303F-0442-4E74-971D-6127482D3D1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F7884BD-DC2E-4D4C-85F0-632B580FC5B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BE0A43A-2881-4F8F-B469-ADE83C3FE72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5C1DAB4-849B-4CB2-96D9-A4565F5C66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AAA907D-465C-4C3D-9554-A67103EA00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678944C-8FA8-4EFC-9475-7F93DA4199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F5A2D77-AEF3-47EC-9451-FEEC3D07F9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5BB9C97-639D-4846-A54C-660F7B2A0A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0BBA995-0D10-4FA9-867A-CDEAB268EA7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7C270A4-517B-4709-B275-26A98929C2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E192243-1747-4F24-AE6A-335E322A49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976E966-ED2E-4EF0-959B-B81CF0CE8F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E480353-09A9-4A0A-B875-9C1296FA84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2678943-7F1B-4A6A-80C9-406BEADA80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316E4E5-0C1A-4959-92A9-EDF676642E1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58EB7A6-7322-4DCF-99A7-4E0526235A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56A9298-9B34-405B-86E0-15E261A839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9AC548E-0CAB-4F26-88E6-08EE28663DC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D2A8B5D-4428-47E7-87A2-F2F63C17AB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3DD70F3-3B1A-425D-97AF-A4F87128CF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4563536-BB11-4E0F-BEC8-CE4C92583E8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E562C46-CDA3-4340-B973-7E1D0ADF008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2CCCBD6-6728-42A4-BD8D-3A785C7B20D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F6A18DD-A826-4D2A-8A8F-39E4F7C014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67035D-B637-46CC-BF30-8C0B8435DD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38C468-24B7-41E3-A9CA-3F538305AF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2CC7828-62CD-47C5-BAA5-188464DC02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3A879E-3750-438D-8538-14A38D83A0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B6D7CCB-944A-44D9-9547-DB1F0B0DCD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B99184A-E2E0-43F6-A393-419B560EE03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E4850AA-060B-4C9A-B07E-ED1F0F7743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38377F4-8C6F-4B25-9A36-76235667B1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EEC3D78-ADD1-409F-ADCF-AD03C2E245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DA6ECD-AF95-42E9-A35C-AA9E80C2D8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5E0CF37-26F9-4F4F-A448-37DF0A7DE3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c1f828ee374c01" /><Relationship Type="http://schemas.openxmlformats.org/officeDocument/2006/relationships/slideLayout" Target="/ppt/slideLayouts/slideLayout1.xml" Id="R9b80bcae409f4216" /><Relationship Type="http://schemas.openxmlformats.org/officeDocument/2006/relationships/slideLayout" Target="/ppt/slideLayouts/slideLayout2.xml" Id="Ra25a1e6a1b3548fe" /><Relationship Type="http://schemas.openxmlformats.org/officeDocument/2006/relationships/slideLayout" Target="/ppt/slideLayouts/slideLayout3.xml" Id="Ra9d35957ae7f4023" /><Relationship Type="http://schemas.openxmlformats.org/officeDocument/2006/relationships/slideLayout" Target="/ppt/slideLayouts/slideLayout4.xml" Id="R96c26d505a944170" /><Relationship Type="http://schemas.openxmlformats.org/officeDocument/2006/relationships/slideLayout" Target="/ppt/slideLayouts/slideLayout5.xml" Id="R99e5878c87174806" /><Relationship Type="http://schemas.openxmlformats.org/officeDocument/2006/relationships/slideLayout" Target="/ppt/slideLayouts/slideLayout6.xml" Id="R01d43ca0d3784ea8" /><Relationship Type="http://schemas.openxmlformats.org/officeDocument/2006/relationships/slideLayout" Target="/ppt/slideLayouts/slideLayout7.xml" Id="R69234701a22d4974" /><Relationship Type="http://schemas.openxmlformats.org/officeDocument/2006/relationships/slideLayout" Target="/ppt/slideLayouts/slideLayout8.xml" Id="R57a06b7b3a40459c" /><Relationship Type="http://schemas.openxmlformats.org/officeDocument/2006/relationships/slideLayout" Target="/ppt/slideLayouts/slideLayout9.xml" Id="Rcb3ecb8a8d9444dd" /><Relationship Type="http://schemas.openxmlformats.org/officeDocument/2006/relationships/slideLayout" Target="/ppt/slideLayouts/slideLayout10.xml" Id="R1e88617cba4046c1" /><Relationship Type="http://schemas.openxmlformats.org/officeDocument/2006/relationships/slideLayout" Target="/ppt/slideLayouts/slideLayout11.xml" Id="Ra1774e8f855547f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76A3FA6-DE33-4334-AC95-7211521662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C628E85-0471-4636-A4CD-AB7C49BE38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2F2C81-1CC4-47B5-9B17-DE4BEE30846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5401130-BBC5-4964-A491-87CB49A7F97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A7C5007-4529-4EDA-8E83-F37F1C10B77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80bcae409f4216"/>
    <p:sldLayoutId xmlns:r="http://schemas.openxmlformats.org/officeDocument/2006/relationships" id="2147483650" r:id="Ra25a1e6a1b3548fe"/>
    <p:sldLayoutId xmlns:r="http://schemas.openxmlformats.org/officeDocument/2006/relationships" id="2147483651" r:id="Ra9d35957ae7f4023"/>
    <p:sldLayoutId xmlns:r="http://schemas.openxmlformats.org/officeDocument/2006/relationships" id="2147483652" r:id="R96c26d505a944170"/>
    <p:sldLayoutId xmlns:r="http://schemas.openxmlformats.org/officeDocument/2006/relationships" id="2147483653" r:id="R99e5878c87174806"/>
    <p:sldLayoutId xmlns:r="http://schemas.openxmlformats.org/officeDocument/2006/relationships" id="2147483654" r:id="R01d43ca0d3784ea8"/>
    <p:sldLayoutId xmlns:r="http://schemas.openxmlformats.org/officeDocument/2006/relationships" id="2147483655" r:id="R69234701a22d4974"/>
    <p:sldLayoutId xmlns:r="http://schemas.openxmlformats.org/officeDocument/2006/relationships" id="2147483656" r:id="R57a06b7b3a40459c"/>
    <p:sldLayoutId xmlns:r="http://schemas.openxmlformats.org/officeDocument/2006/relationships" id="2147483657" r:id="Rcb3ecb8a8d9444dd"/>
    <p:sldLayoutId xmlns:r="http://schemas.openxmlformats.org/officeDocument/2006/relationships" id="2147483658" r:id="R1e88617cba4046c1"/>
    <p:sldLayoutId xmlns:r="http://schemas.openxmlformats.org/officeDocument/2006/relationships" id="2147483659" r:id="Ra1774e8f855547f2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4581aa45fc476c" /><Relationship Type="http://schemas.openxmlformats.org/officeDocument/2006/relationships/notesSlide" Target="/ppt/notesSlides/notesSlide1.xml" Id="Rd39f485d05ff42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43dd1b88714d67" /><Relationship Type="http://schemas.openxmlformats.org/officeDocument/2006/relationships/notesSlide" Target="/ppt/notesSlides/notesSlide2.xml" Id="R6dbe41a8d87744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afa3939041439e" /><Relationship Type="http://schemas.openxmlformats.org/officeDocument/2006/relationships/notesSlide" Target="/ppt/notesSlides/notesSlide3.xml" Id="R0ffc46b95cc445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544fb264364aca" /><Relationship Type="http://schemas.openxmlformats.org/officeDocument/2006/relationships/notesSlide" Target="/ppt/notesSlides/notesSlide4.xml" Id="Ra86bb259149341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5d8c02d9894c72" /><Relationship Type="http://schemas.openxmlformats.org/officeDocument/2006/relationships/notesSlide" Target="/ppt/notesSlides/notesSlide5.xml" Id="R7ac63e8ad84547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430864d8b4497a" /><Relationship Type="http://schemas.openxmlformats.org/officeDocument/2006/relationships/notesSlide" Target="/ppt/notesSlides/notesSlide6.xml" Id="Rc47253e0152140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b762ceb80f4c8e" /><Relationship Type="http://schemas.openxmlformats.org/officeDocument/2006/relationships/notesSlide" Target="/ppt/notesSlides/notesSlide7.xml" Id="Rccb89087a628497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046dede3184bfa" /><Relationship Type="http://schemas.openxmlformats.org/officeDocument/2006/relationships/notesSlide" Target="/ppt/notesSlides/notesSlide8.xml" Id="Rc392987afa2c4b0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345ba802564c1f" /><Relationship Type="http://schemas.openxmlformats.org/officeDocument/2006/relationships/notesSlide" Target="/ppt/notesSlides/notesSlide9.xml" Id="Rcbde9de4268f453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cae7e77b444b99" /><Relationship Type="http://schemas.openxmlformats.org/officeDocument/2006/relationships/notesSlide" Target="/ppt/notesSlides/notesSlide10.xml" Id="R8d81954aadf84d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7b3eef21774aba" /><Relationship Type="http://schemas.openxmlformats.org/officeDocument/2006/relationships/notesSlide" Target="/ppt/notesSlides/notesSlide11.xml" Id="R8d4312bdb63042b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b32d7b299ff4734" /><Relationship Type="http://schemas.openxmlformats.org/officeDocument/2006/relationships/notesSlide" Target="/ppt/notesSlides/notesSlide12.xml" Id="Rdfdcb89b4dc441d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da158bdb2f4714" /><Relationship Type="http://schemas.openxmlformats.org/officeDocument/2006/relationships/notesSlide" Target="/ppt/notesSlides/notesSlide13.xml" Id="Rddf8026b71bf4e6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a145d43e3c64845" /><Relationship Type="http://schemas.openxmlformats.org/officeDocument/2006/relationships/notesSlide" Target="/ppt/notesSlides/notesSlide14.xml" Id="R5237159deb774e3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c88e961df846b0" /><Relationship Type="http://schemas.openxmlformats.org/officeDocument/2006/relationships/notesSlide" Target="/ppt/notesSlides/notesSlide15.xml" Id="R2932a3b201ae4a9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d073aa2d3d4b19" /><Relationship Type="http://schemas.openxmlformats.org/officeDocument/2006/relationships/notesSlide" Target="/ppt/notesSlides/notesSlide16.xml" Id="R466f2f148ffb4b9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d4abb4a46e48cc" /><Relationship Type="http://schemas.openxmlformats.org/officeDocument/2006/relationships/notesSlide" Target="/ppt/notesSlides/notesSlide17.xml" Id="R16b4570257a948d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222bd8c2064439" /><Relationship Type="http://schemas.openxmlformats.org/officeDocument/2006/relationships/notesSlide" Target="/ppt/notesSlides/notesSlide18.xml" Id="R08691b7d60ae43e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269cde88f246c4" /><Relationship Type="http://schemas.openxmlformats.org/officeDocument/2006/relationships/notesSlide" Target="/ppt/notesSlides/notesSlide19.xml" Id="Rfc9ffa41c33d429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f759334efa405b" /><Relationship Type="http://schemas.openxmlformats.org/officeDocument/2006/relationships/notesSlide" Target="/ppt/notesSlides/notesSlide20.xml" Id="R71881f06425d400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06f260f16d4465" /><Relationship Type="http://schemas.openxmlformats.org/officeDocument/2006/relationships/notesSlide" Target="/ppt/notesSlides/notesSlide21.xml" Id="R5b497c6d4a754e9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41647b56754b10" /><Relationship Type="http://schemas.openxmlformats.org/officeDocument/2006/relationships/notesSlide" Target="/ppt/notesSlides/notesSlide22.xml" Id="R48e85ea789cc47c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b77a1658e5f4beb" /><Relationship Type="http://schemas.openxmlformats.org/officeDocument/2006/relationships/notesSlide" Target="/ppt/notesSlides/notesSlide23.xml" Id="R14453cdb741e4b2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6d119556334196" /><Relationship Type="http://schemas.openxmlformats.org/officeDocument/2006/relationships/notesSlide" Target="/ppt/notesSlides/notesSlide24.xml" Id="R7512dd82a66e420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c4142a21be473f" /><Relationship Type="http://schemas.openxmlformats.org/officeDocument/2006/relationships/notesSlide" Target="/ppt/notesSlides/notesSlide25.xml" Id="R5dac8b76e9fa45b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48992a199244f0" /><Relationship Type="http://schemas.openxmlformats.org/officeDocument/2006/relationships/notesSlide" Target="/ppt/notesSlides/notesSlide26.xml" Id="Rcb5f36415daa417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58fc34d3ea54023" /><Relationship Type="http://schemas.openxmlformats.org/officeDocument/2006/relationships/notesSlide" Target="/ppt/notesSlides/notesSlide27.xml" Id="R5ed78f1202064f9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16f86cf434493c" /><Relationship Type="http://schemas.openxmlformats.org/officeDocument/2006/relationships/notesSlide" Target="/ppt/notesSlides/notesSlide28.xml" Id="R871ea5bb9d66488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8cca51c5574fe8" /><Relationship Type="http://schemas.openxmlformats.org/officeDocument/2006/relationships/notesSlide" Target="/ppt/notesSlides/notesSlide29.xml" Id="R3e7eb98d696d4f7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e1faf400a047bb" /><Relationship Type="http://schemas.openxmlformats.org/officeDocument/2006/relationships/notesSlide" Target="/ppt/notesSlides/notesSlide30.xml" Id="R4c686c9c1e1d406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7E675FF-2838-45BB-86D2-15E84119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64CA14B-2FC1-4381-9BDB-31578796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20219EC-F19C-44E0-8E58-83CC381C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A17F196-1D24-4F0C-9BE6-3E6360DA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1A00EEF-F6E7-4B9B-852E-A2B2C101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283671B-921F-4264-A70A-A94A5AD1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A90BB5A-F391-47B4-ABCE-0635BBE4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2026.07.27-30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095722-8B1B-4B5A-9E47-768616F2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2026-07-27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E1B92DE-4EF3-4D48-B087-4FE8FDE5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25F7917-912C-4B5B-A72D-D775747C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66E4601-A0FE-4475-9444-C19247FD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07655727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FAC08B-D4E8-4173-A6E9-D489A8A3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9977913-BA34-4041-9B34-5FBB3FDA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1DA3D0D-C675-4370-B6C7-4035E68D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2C5EDB2-4D20-4753-B8DA-F984156C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9859EF2-3643-48BF-A725-0E35D0B0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2388C4C-444B-408F-8721-379B14E5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AC06FC3-8E37-484A-9EED-63F5C560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D3C3EBE-CC73-4F35-80B3-886D17FD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195 maan menetelmäkontrolli erottaa 23 tarkistettua suunnitelmaa, 5 lähdepolkua, 15 EU TPD -mallia ja 152 rajaamatonta proxy-reittiä; mikään ei avaa 0/3 donor-porttia.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92DC179-163A-48C7-B757-6CF1A17D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7274030-A315-47B2-AB55-F8F62F09E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9BF068F-D2C1-459C-84AF-266F6309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130995051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3C5B80-8EC3-4A98-85AD-F2456272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E4C4112-FA35-40B9-87D3-7FB6FC90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5D2033D-C111-4F2A-B8B2-75B5ED61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6F3A8BC-BE7D-4ADB-AFC7-EA3E28085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4A60414-C8CB-457C-B962-AD9E9208E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8552874-13B0-44BA-95DE-896F2FFA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9897DD5-1212-4E2B-A7D6-70A4DDFA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167078498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2E5F7BD-04C0-48B1-A859-74113B29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72A8F7-F809-470C-BF31-01FAFF16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BBFEB0D-3F32-4D03-B054-33A486355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4577202-126D-4A1E-95BB-025BA67FA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A58AB84-B46B-421F-A7DB-3F583783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5EF3A04-9AAA-4634-AD3A-65A223EE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7A8DB4A-376F-4F46-ABD1-A86E6AA6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080BEE2-CE24-4A83-80D0-B76B0373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6388C77-D7C9-456E-9FED-B0DF93A5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13E8932-B28A-46D5-B59D-A73B9962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D022C1C-4FB0-4AE9-BF20-892464DD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53959093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19881AF-6397-4147-AF97-39F41A5F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A9F2AFB-3BE8-47C6-94D5-14C148DE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ED3D105-1C5C-47B1-894B-605B55FB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5357BF6-1FD0-4AE0-B749-4872A3C1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6C7514A-6396-449C-B2AE-8BBC26B3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CDC3B99-D775-4442-B8A5-D1931FA4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2FDE643-51A1-4011-858C-8130FBF96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E3AFCF5-F3DD-4370-9AC4-076D18FA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3E003CA-810E-415E-B6E0-BFEA5A60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D28144D-3603-4132-B7BF-A97D903B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35CB1F3-EFF5-4B09-9FB8-042891CD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68040085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200006-ADF0-4FCB-A4CF-1ED42BC1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0C76CD-2678-4CDD-B1F4-74774767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BB98E13-9B94-4F0D-BC55-5878CC9C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47F44F5-A706-4EB4-9B5D-2524CB5A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29F015F-E452-4A86-96AE-1359E08E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75A7D9-3BDC-48B2-B8DC-04F3A739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A142F7F-146B-418E-A96E-BC8A1388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140192760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6C0ABDF-BF3B-4EF2-9424-D69F591E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527D58C-3745-4271-B0F6-FD0CCD14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97F1710-65A6-4890-A601-CDD2BCC0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9EB07E9-9AE1-4697-8488-D0618FA7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8CAA5B-14D8-4C66-94C8-1A9AA29D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962633B-3793-4EAF-8298-CAED7308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85246F5-49DF-48D7-BF74-9D6F8F01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EBFA82F-AA40-4BEC-9D52-C23555EE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6DBE7C0-B69D-4884-ADB4-4F108763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F6887FB-6C7E-4F62-8698-0050C338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B6BBEA8-A279-4490-979B-AAA45DFC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0FD4787-C919-477D-93CF-BBA82C5B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8760F50-AE23-458F-8F6A-30CCC10B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55F5464-898C-4F49-BE68-D19B7331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41DD36C-C96C-4403-BEFF-FA607614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B54166A-D7C6-46D6-A220-18770334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5040023-256E-41F6-942B-BC8951DB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91489E-6B82-45D3-A884-9C679234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CC058DD-ED98-4D1A-996D-0BFF89F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13769213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2E25AF8-4DEB-4A11-A78D-D7E85588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71A71E-9496-41EA-BBF6-9AA77379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35226F-AB09-4080-A06C-8A03566C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4A9703-8EB6-4B1E-8AC8-324854C2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7BABDC-C945-4B66-A0A8-29E7224F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A22BAD0-4212-42D9-94CE-2EA826AD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895DB3D-7094-408D-9F7B-95099A2F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19FF2F2-1977-4690-A505-63B5220D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38FE47F-6E30-44B6-9BC7-D99C1F34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7343C5B-A76E-4732-9BA2-6AC1C8D0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9E3E6A4-A4A9-4BB8-894A-E5A571BB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EC0AD40-2F9E-4078-B94E-F37D451F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153846A-A0C7-4E65-805E-06ACF823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CAEDAA9-635C-49BF-A3C9-77E152C6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F072588-9229-47A7-8A32-3ABE16A3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02576A05-21CC-422D-B94C-29869D0B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E15FB12-8656-49B9-8BAD-E2F0693F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DFD019B-4621-4499-A3E1-C592DE00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88D049C-2CE7-499B-BA04-01D33C93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EEA86EE-6E55-4498-B64B-879E283C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5A4A9A4-50F0-441B-B237-80C1D7DD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A208B56-38C0-4DB9-9EE8-F370E49A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142624386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82EDBB5-EBEA-41B8-BC1D-48DBD13E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50003A7-9D50-4484-9E70-2DC3B3EC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916D037-B4A5-41CC-BB38-7CF9D0DE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D9C1B77-A9CC-45B9-9D9A-58DC9B7C5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57D39EF-2F97-44FB-A748-EAED1FF1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E6B0508-C084-44D0-9230-AC948E6A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4AAF245-D563-486D-8C1D-721B5310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6554002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925463D-8AA6-4275-BC22-0ED34090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5F54E22-0B3C-4947-B598-542EAE4E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73F710A-54E8-4AA1-88A8-971222D2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AB29B1F-A36D-4D02-9515-003BBA68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A3097A8-4307-4504-BBC0-B1639427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132FADF-E0EF-4FC6-8428-86827FA7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82D96EC-4FCE-4F80-A7F8-24A27A06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00F9E12-600F-46ED-AD88-D5F5DB3D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AD4A460-E2D9-41C1-A4F9-52265EE9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DBCFB73-5F0D-4CFD-84F3-172C895B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6E4F089-CE18-4500-9C1A-F4B01381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102424026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B773ED-037B-4530-9C86-6AFBE65A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AC4CDEC-7D1E-4B97-9BDD-1434B096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12890ED-A571-4294-B544-9C50A2A4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37D943-B567-433E-AEA9-DBDBD356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C21908B-7034-4E39-8A81-521F22D8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E123FC-3C59-40A8-A3D4-E279AB31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B0BC38-1E20-4491-AA15-7752F7D3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196963814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DADE181-7F75-4A80-B3DE-B8AECBCC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272BC-5B65-4D95-BD45-B8D9552C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85698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 maan avoin pohja: 578 WB-havaintoa; menetelmäkontrolli 23 / 5 / 15 / 152;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CCBA1E-5878-462C-A324-87D0E803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9D8C73-A6E1-4B01-9A2F-5864B4B0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0D038B0-32A2-491D-9D92-92604C85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85C0FD-2086-4B86-AB4C-DA73CA34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77AC26-A6BF-4022-A8DE-83634A0A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823E51-1CC5-4CBF-9F0B-493FEB31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CC0BE83-0734-466B-80CE-6C8650C5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F958985-FB18-439D-AC8B-2F2E38BE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B8CE2CC-09F9-485E-ABE5-B9147B97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5F23C9A-000B-4079-AFCB-6A6CB49F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92D57C9-F0B6-4FA8-921A-864CD319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05A87DE-9958-4BC5-A077-A1310BCD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2431E1C-DC11-42EF-A3F6-6443ED31A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0C5A592A-AED1-4365-BEAC-C6AD4ABD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B29B996-486E-4950-998E-643F421D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42F2563-A0B4-4A73-A404-A77396A7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604AB8F-0EAC-4BBB-A20F-9CD4B3A4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48431353-9284-4BA6-8F3A-B3016D4CE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D544160-AECF-40A8-AF9B-6654E71E8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927A3D8D-10DA-4834-8244-9738A8EA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8134287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6FA79CE-3363-4085-8FEF-E707BF92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B45C17F-0E5F-465F-9E04-19A8D482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94102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markkinamittaria + 36 Ruotsin FHM-lukua; menetelmäkontrolli 23 / 5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1A96F18-B1AB-4149-A476-77FF4F32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22C0F5E-59CE-4F42-AF86-8CAD2831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5A402E7-62B4-48A9-BAFD-F08CB094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World Bank; Statistics Canada; Health Canada; New Zealand Ministry of Health; Destatis; Vero;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9324961-9EDF-47D6-8E9C-21BB2F74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1,219160 mrd CAD (≈822,6 milj. EUR; ECB 2024) / 822,58 milj. EUR; kuukausireitti +1 000 CAD. Kanada 7/10; D5, D7 ja D10 avoimia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tunnistettu AIS/AVP-vaping-summa 274,180 milj. NZD (≈153,3 milj. EUR; ECB 2024); kulutustarvikkeet 189,402 + laitteet/hardware 84,709 + sekajärjestelmät 0,069 milj. NZD. NZ 7/10; D5 hylätty, D8/D10 avoinna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e-nestevirta 1 451 529 → 805 441 litraa; verosilta 4 382 500 laitteelle + 62 500 osasarjalle. Ei retail-arvoa tai donoria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ACC7C9-28AD-474D-9B76-37B68858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9047461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0ED50F9-FF81-4C1A-B482-8CD0A247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AC609DF-E70D-41EF-813A-085B519B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2024: vahva piste-estimaatti,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D0F45DD-17C6-4BD9-9A97-5DC5CD0E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252D43D-6DF6-4B57-AC9C-B0237831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314D29E-E36B-47DC-809F-D1C70A3F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B3835F1-54C5-42BD-87D4-E6AB4926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DD82378-3C8E-401D-AFF2-483DB6EC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B890017-B201-480E-98DB-A5D67B13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1,219160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D1D4222-EC56-476E-BC76-FF2414D9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6B83AD1-47AE-46F6-9462-E47539EF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E16C8DE-C88A-4834-8A1E-B818735B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1,160754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ABAA351-27C6-4D59-BA91-FF0FDA32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4727D42-0DE1-4486-B01B-72869613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B8BA85B-E0AB-425C-A7EE-6FCAC0CB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1 000 CAD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C742F19-4C4B-4145-90B6-18E86A55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kuukausi–kvartaali-ero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BABB2F4-99F8-4EDA-9C84-A8912C56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58,406 milj. CAD (+5,03 %), mutta jäännös ei ole kate tai markkinahaarukka. D8 on suljettu virallisella veroperustalla.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BAF0C0D-65B4-49D6-A341-0ACDEEBC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13F9F55-8713-4F95-BB98-BA1B152F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16629C4-F1A9-489F-A64D-45CCFFD0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läpäisee 7/10. D5: NAICS 459993/459999 -peitto. D7: tarkka vuositason virheraja puuttuu. D10: eri tapahtumatasojen silta on täsmäyttämättä.</a:t>
            </a:r>
          </a:p>
        </p:txBody>
      </p:sp>
    </p:spTree>
    <p:extLst>
      <p:ext uri="{BB962C8B-B14F-4D97-AF65-F5344CB8AC3E}">
        <p14:creationId xmlns:p14="http://schemas.microsoft.com/office/powerpoint/2010/main" val="33143712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EE91C4D-C771-4FD5-8628-F4C5D228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C19EC67-92B8-4974-8E73-1E7D1669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8218032-A37D-40CA-965D-C06AD9DF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9F86E82-3386-42C5-8111-B4AC6B9D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28060E3-A9C4-4F46-99F6-79CFC3950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A4822F4-0836-4BD1-8A5C-3890D3EF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9F055FE-4850-475A-9DB8-F3D8C47C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210318584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BFDB79-755A-4C20-94AB-0E4214A73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4DEA90C-73AC-4423-AEE7-A6ADC6A4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E2326B1-6DE5-4B3A-AB61-579AA708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D8BB3CD-AC5F-49AA-ACCA-105200762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094689-941A-49E7-856C-D41E3E21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477F9E6-13FA-476D-AC76-80A2050D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8165665-A943-4320-AE7A-9D46ECD2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3BCFD3-1198-4298-9F52-61464088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B5F7F65-F98F-4703-B261-6BD16357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3CEEE6D-D854-49ED-880E-8F0177C79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60D66B5-FDBD-45CC-99CF-6F52A72C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A82152A-E85B-42B2-87B7-25E83507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47C680A-27A7-4BF3-8A8A-1358AB0A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E89DFC2-E577-44FD-8D28-CF49B936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FFDABF0-F0E0-4ABD-8A5E-AAC3576D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853C5DE-C436-42A5-835B-6DA36DEA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05CD96F-9DF1-43EB-8359-F1CF0FB7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5EE16ED-86F6-4489-8FD6-98BCFA0B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9DE1A7B-25E7-42A6-A299-1563107D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75686387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3667FF-D428-4EB8-A161-0375A99F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70D600-D6AD-41EF-BFC3-3407B2FD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B4D416D-9648-4F98-A3DE-1B44153C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EECCB13-E640-497C-84B4-67E5E3BD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507DE9D-8B6F-4841-81C8-5D369411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8146368-722D-4B45-9CB0-C0804D8C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5382A73-EC9C-48F8-8837-3D23643E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67BCC6C-5893-4952-A7C1-48B1650B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7145DAD-DF6B-4CFF-B3BD-B01114D5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95F4ED6-7117-4C02-AD96-0ED45FBB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69D1F5E-073F-4393-8E2B-BD97D61EF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BDC6864-4DFB-4642-B910-F93C7B42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EDE4C27-BB92-4D86-8401-3889DC74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1A6A5BA-B0AC-4DB3-A98D-89E69A66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1217477-4777-4D5C-97EA-3C815BBC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D929F951-F869-449A-B933-36CED3BF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6729D23-9495-4DBE-9E9D-6E484E4A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0CB8D06-D6B7-4686-82F3-1E6922D1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442C30F-FC39-4C1C-852E-B8CE6BE8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D111CDD0-DDF7-4593-A712-55CDFE79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8B45606-F67A-444B-ABDD-435D9A19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CC0C460-AEB3-4F3C-9468-A7CC4E6A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42256526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3D69217-7B43-460A-A77D-264572D7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1BE9289-C207-4B47-8650-F59B92C5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6C8BB6-DE07-48D1-A60B-E13EF8E0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820D764-20BC-4B55-9D04-10B10442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1DAB2A7-2A28-4225-AD86-B8499165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Market-values model; Method-route control; Readiness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4F5E133-986C-44EE-9D28-173D7AE2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AD364D4-CB6A-49C0-8556-8CBB9241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Uusi-Seelanti 7/10: D5 hylätty, D8 ja D10 avoinna. Kaikki 5 ehdokasta ovat ulkona; donor-portti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229267-B4A5-41CD-8A7A-E8614952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tunnistettu AIS/AVP-summa 274,180 milj. NZD (≈153,3 milj. EUR; ECB 2024) jakautuu kulutustarvikkeisiin 189 402 451,96, laitteisiin/hardwareen 84 709 409,85 ja sekajärjestelmiin 68 548,40 NZD.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Viereiset 2 137 085,24 ja ratkaisemattomat 4 367 017,37 NZD rajataan pois. Maa läpäisee 7/10; D5 hylätään sekä D8 ja D10 ovat avoimia.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Erillinen 533,7–731,2 milj. NZD (≈298,5–408,9 milj. EUR; ECB 2024) RPS-herkkyys on tuettu malli, ei havaittu kansallinen arvo. Donor-portti pysyy 0/3:ssa.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5549E76-F8A4-4462-B2C5-8475622A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80DC27C-F196-481B-B26A-F7FD6FBC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EF0AE93-6751-40F7-A763-68C21F1A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211387048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97049C8-3C2C-4145-BAFF-1DF9AB6B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A476D01-9E7E-48FF-BB39-9CA56A23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6444A10-9092-4F52-8076-FB626189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498E8C-340B-44F0-A48A-B7FCCF41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D18A55-7933-4128-B6CD-C4CC3295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08C6BF8-AA3F-4934-BE40-0D6CE754C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9D7E2C4-CCAB-4E76-836C-25B78FD1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92150032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52B024B-5282-4807-AD73-5DF917EE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9A20A65-7898-467B-AFCA-BC5BD09A1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4D016AA-1CB1-4F91-808D-B9633EA1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F66768-1061-4952-86DD-7CF1DF1B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D2D7D7F-43DB-46BB-B328-E9A29721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5E22BEF-ED61-4122-8290-2075992C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6AE89D-B942-4344-A009-A71390E8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6E3CCBC-7135-4113-A7D9-A102C590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C777218-57DF-43E3-A955-87317891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B64C46E-C6C7-4D7B-8225-D5DA88DF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D677232-6244-43E6-8546-139E8E37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178546054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A6F754-AE2F-41E5-BC1D-AF0F8F1A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E90619A-A979-42B0-8753-FBA66B6A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A17F19D-3FA3-4B5B-9975-4BB9584C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D7962C-7AE0-4F3C-9E66-9AFE6C2B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7F5279E-55B0-470D-B701-C81F7DFA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70311FB-140D-4AF4-B42B-DCB1255C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F6BC491-3288-4BF5-85E0-42C749E8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38140507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0EA2DF-C259-435D-BA98-7C3888FE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F117253-D356-439C-8AD0-49B50431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02DA9D6-F9CB-4FD2-BCBF-7DED135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55A396-613E-4081-A9AE-A4FD90DA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500A85A-7649-4F87-8A63-497A2A9E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825B81D-3D31-44E9-B07D-7A61F614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A496EA9-21CF-40EF-89FD-C46B4C94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2D6DE6F-D826-4771-A33B-6143CF93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2BFC325-4720-4766-934E-DC9FC416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1BD500-FDDB-4418-A05C-A7650A3E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0E760B1-12C1-4C74-AD43-C0517BA1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50A3B6-C4C5-4C29-BBF3-FA34CE1F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AE19B91-4BCD-473D-81DD-94A9E981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7484254-E0CC-45EF-9878-1BE0E395D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AA4A43AF-35F8-4793-A52D-D88E5919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DF8FC71-5E5F-47EE-92A6-99CB804F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449BD86-9EA8-4D19-AE63-2421C207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D265E87-C442-4187-AAA0-C8E15D60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A35AA2F2-F51B-486A-BEBD-B875E550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E0A877C-7742-417D-9104-1E62B7D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3594E3F-AB53-498D-BD05-B2857DAF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E40D50A-D2B9-4A4D-826D-6823C7E8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DB10272-1306-4EAD-A5C9-1DAC7FA0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136512674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15F7098-68D0-431A-B0EB-D0B7ADA3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17F9D51-862C-41B3-8190-F3491B30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8CBA836-29B9-412D-9084-3D9DB945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5D24C8-F4F9-4640-8554-9ADB80AA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331324-887A-4AFC-8362-793A8934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B00048C-FE9A-47BA-94C4-E1AC4ACB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E98B841-7AEE-4378-94B0-67BE611E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648BF2C-482B-40F0-ABAC-D9CE433B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85F67CA-B07A-4DB8-8A39-78621EDE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BB1E4B-4076-450C-AE10-68853D5E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DEB0DFD2-888B-4E96-B802-B80207F4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E3059F5-CFB1-448D-AD33-0E2FB5D1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4BD3A1B-3EB7-4419-9D01-01FEAE85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FB7CB33-EABC-41A6-A661-CD467539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C217C5A3-40BE-42E9-91CB-424B6614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02CD0D3-0380-4E33-B9AF-BFABA384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995C18B-941B-4E62-A5A5-B90D8A8B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5DBC787-31EA-4CBD-A0CE-39BEB355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B7967EF4-41C8-4566-8591-251683A7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82DCAE2-44B3-4791-B6FE-7CD6A623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189FFF0-30B1-461B-9D1A-B9FA456D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92CE9A6-3F3F-4514-A098-83210340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CFBC9F5-8589-4AEA-9E8E-5F587228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177406805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739C03F-7A7E-43D6-84F6-013B4500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E41C486-6B8A-4713-B31D-054FA29F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147AAE-CC5A-487E-898D-328DF426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963B898-5FED-436E-9C29-502E8F81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46AB7D3-DC33-43C3-A79F-33AB5901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1BB587F-C6E0-4BDA-808C-BA5D1C34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D81DD08-33B8-4E68-8F68-919D37E4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1758906271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76BBF5-1B23-42DF-B002-1E63384A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EDE2A43-B946-4FAA-8C17-AF5F133B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8C84DA7-002B-40EB-9529-42EFA712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6227DF5-E0AB-463E-A73E-AFE3B50C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3559AA5-6DD1-4389-A5B9-04B93FBD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4D91F7E-94AC-4F7C-B435-010FEDAF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1A2D3B-8D85-45B5-B4A4-C397FDD5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15747537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2DFAAD3-D94F-4AD8-8A2D-D9D0F70B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AD9DC4E-419F-416C-A0EC-7CF88D04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827D711-6198-4A98-9F1B-A0CED8C4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58B6050-F0F0-415A-A3BA-071E5D62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4E7ADB7-0C43-4D76-B255-872BA806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FCDCA42-7341-487A-A626-C8A59FE1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3F0CB17-F92C-4113-9636-EA383FC2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1457149894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D4DA663-A587-4075-AC29-FCC7342D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950924E-C6CD-46D5-87A3-F04956753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F71A0E0-9ABA-406C-9311-E465B50F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88975C1-C093-436A-B3ED-9669BDE9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64D9B54-38FC-4D6F-A832-EF25D593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B5BC1BE-CBF2-4450-A5E2-47B6A053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41343B3-B4FA-4871-AC33-EF387532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146408133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C2A0063-D532-43C6-BB89-96D9F0D0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61842B-E517-49FB-8583-51D235C6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317B441-16D3-4B9D-91DA-425567E1D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A4D0F6B-CA80-4C3C-8E14-8F16982C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C75044D-5EC9-4039-A4ED-4E8DD67A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86D403-538F-441C-977E-B433F8C8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3AF0E99-D848-4EE8-806D-11D92CB5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1553098169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A697D4E-66DD-4000-8E70-F22D8568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7DF99E7-B58A-41F8-9FB9-18B00C02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Ensimmäisen donorin sulkemissprintti ohjaa seuraavat 90 päivää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11BF185-5198-47D2-B2B4-BB2437B0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FD18A0C-23DD-450E-B94D-C4DA7452D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F0BBB6D-E029-4BBC-9491-260AD625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2026.07.27-30 · 2026-07-27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080AEAE-E867-41E1-8BE3-8410BACF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FA911A0-259C-4C96-9C8A-A0299590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753F7A9-785A-4493-B675-2B7DF3FE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7810B59-35AD-4C25-83FD-DE648758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3A3D006-01B6-4024-9ED4-4FD09503A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Uusi-Seelanti: ministeriön D5/D8-vahvistus ja riippumaton D10-silta. Kanada: StatCanin D5/D7-vahvistus.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3DC78C9-0B67-4764-9EBF-77A897E9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3426BF1-3BDE-492A-AC2C-9841B824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A2A41F1-E890-455D-841F-E1E5EF5D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A4197B7-D96C-43B8-BDDF-78AC46AE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Puola: 2020–2023 virallinen e-nestevirta ja vuoden 2025 laite-/osasarjaverosilta; retail-arvo ja D1–D10-silta puuttuvat.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F1AC09CB-8740-4DCC-A9E5-C48EDCF1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3B595AD-1210-4AF5-AB5F-78A15327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410392F-A337-41A9-BA41-EB701784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8873FA1-2E11-4EE9-BCE3-521C7CB3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Euromonitor 0/6: 95 maantieteen skeema saatiin ilman maa–vuosi-arvoja; oikeudet ja kaikki kustannukset ovat yhä auki.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73168A11-BC0D-41B6-8757-FBA6E486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FEAA31FC-270A-4D68-B486-4E795A7A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B70CAB8-2AA9-4914-8C51-EFE3FE19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BDCFE16-4244-4EAC-8716-6A601165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 donor vain, jos kaikki kymmenen ehtoa läpäisevät. Muuten 0/3 ja not_computed säilyvät.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98511E2-60D2-403C-B5D6-AF10DE01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Paketti päivitetään samasta julkisesta lähdedatasta jokaisessa sivustojulkaisussa.</a:t>
            </a:r>
          </a:p>
        </p:txBody>
      </p:sp>
    </p:spTree>
    <p:extLst>
      <p:ext uri="{BB962C8B-B14F-4D97-AF65-F5344CB8AC3E}">
        <p14:creationId xmlns:p14="http://schemas.microsoft.com/office/powerpoint/2010/main" val="147727914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7160151-0FA3-44DE-B087-772FB3D1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BC7F32C-8899-4130-A9F3-D0B4AD7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3BC3BBC-C666-4A0C-B579-5781FFFC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109CB37-D936-4D90-8DDF-893517A8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2026.07.27-30 · 2026-07-27 · 30 / 30</a:t>
            </a:r>
          </a:p>
        </p:txBody>
      </p:sp>
    </p:spTree>
    <p:extLst>
      <p:ext uri="{BB962C8B-B14F-4D97-AF65-F5344CB8AC3E}">
        <p14:creationId xmlns:p14="http://schemas.microsoft.com/office/powerpoint/2010/main" val="153592108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2026-07-27T16:24:20.6580000Z</dcterms:created>
  <dcterms:modified xsi:type="dcterms:W3CDTF">2026-07-27T16:24:20.6580000Z</dcterms:modified>
</coreProperties>
</file>