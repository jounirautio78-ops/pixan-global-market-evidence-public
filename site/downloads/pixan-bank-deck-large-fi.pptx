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aa7452fd2c147c5" /><Relationship Type="http://schemas.openxmlformats.org/officeDocument/2006/relationships/extended-properties" Target="/docProps/app.xml" Id="R053061d90c7b4151" /><Relationship Type="http://schemas.openxmlformats.org/officeDocument/2006/relationships/officeDocument" Target="/ppt/presentation.xml" Id="Rd8559f42daa04e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812b00e4c645df"/>
  </p:sldMasterIdLst>
  <p:notesMasterIdLst>
    <p:notesMasterId xmlns:r="http://schemas.openxmlformats.org/officeDocument/2006/relationships" r:id="R4c6f3aeaf3f44672"/>
  </p:notesMasterIdLst>
  <p:sldIdLst>
    <p:sldId xmlns:r="http://schemas.openxmlformats.org/officeDocument/2006/relationships" id="256" r:id="Rb7c184c3a9444534"/>
    <p:sldId xmlns:r="http://schemas.openxmlformats.org/officeDocument/2006/relationships" id="257" r:id="Re7019f61ee9e4645"/>
    <p:sldId xmlns:r="http://schemas.openxmlformats.org/officeDocument/2006/relationships" id="258" r:id="Rdb292bbbc3094d77"/>
    <p:sldId xmlns:r="http://schemas.openxmlformats.org/officeDocument/2006/relationships" id="259" r:id="Rfb03c95ce6c74ca1"/>
    <p:sldId xmlns:r="http://schemas.openxmlformats.org/officeDocument/2006/relationships" id="260" r:id="Ra1b8223763174ede"/>
    <p:sldId xmlns:r="http://schemas.openxmlformats.org/officeDocument/2006/relationships" id="261" r:id="R3db2a523290a43eb"/>
    <p:sldId xmlns:r="http://schemas.openxmlformats.org/officeDocument/2006/relationships" id="262" r:id="Rcacf9eaded744517"/>
    <p:sldId xmlns:r="http://schemas.openxmlformats.org/officeDocument/2006/relationships" id="263" r:id="R4ad2843ddfa74c70"/>
    <p:sldId xmlns:r="http://schemas.openxmlformats.org/officeDocument/2006/relationships" id="264" r:id="Rb5c6dafbc6ad4359"/>
    <p:sldId xmlns:r="http://schemas.openxmlformats.org/officeDocument/2006/relationships" id="265" r:id="R986b9dbd4e6a470c"/>
    <p:sldId xmlns:r="http://schemas.openxmlformats.org/officeDocument/2006/relationships" id="266" r:id="R3037822520d743a4"/>
    <p:sldId xmlns:r="http://schemas.openxmlformats.org/officeDocument/2006/relationships" id="267" r:id="R0e326d4d670e424a"/>
    <p:sldId xmlns:r="http://schemas.openxmlformats.org/officeDocument/2006/relationships" id="268" r:id="R2640ea9bda334d77"/>
    <p:sldId xmlns:r="http://schemas.openxmlformats.org/officeDocument/2006/relationships" id="269" r:id="R96adae881b8c4ccb"/>
    <p:sldId xmlns:r="http://schemas.openxmlformats.org/officeDocument/2006/relationships" id="270" r:id="R11157cc0361f4930"/>
    <p:sldId xmlns:r="http://schemas.openxmlformats.org/officeDocument/2006/relationships" id="271" r:id="Re1e50f9630ea4955"/>
    <p:sldId xmlns:r="http://schemas.openxmlformats.org/officeDocument/2006/relationships" id="272" r:id="R90ba959ce83242f2"/>
    <p:sldId xmlns:r="http://schemas.openxmlformats.org/officeDocument/2006/relationships" id="273" r:id="R81c06044f0c04651"/>
    <p:sldId xmlns:r="http://schemas.openxmlformats.org/officeDocument/2006/relationships" id="274" r:id="R41e403f524324e1e"/>
    <p:sldId xmlns:r="http://schemas.openxmlformats.org/officeDocument/2006/relationships" id="275" r:id="Rc6ae354bbf9a41c5"/>
    <p:sldId xmlns:r="http://schemas.openxmlformats.org/officeDocument/2006/relationships" id="276" r:id="R7f1ba57fde7c4190"/>
    <p:sldId xmlns:r="http://schemas.openxmlformats.org/officeDocument/2006/relationships" id="277" r:id="Rbd11de0a32af4996"/>
    <p:sldId xmlns:r="http://schemas.openxmlformats.org/officeDocument/2006/relationships" id="278" r:id="R09c201df3e244e95"/>
    <p:sldId xmlns:r="http://schemas.openxmlformats.org/officeDocument/2006/relationships" id="279" r:id="R78c2c95dfced402f"/>
    <p:sldId xmlns:r="http://schemas.openxmlformats.org/officeDocument/2006/relationships" id="280" r:id="Rcd94378ea7254735"/>
    <p:sldId xmlns:r="http://schemas.openxmlformats.org/officeDocument/2006/relationships" id="281" r:id="Rc2b9d9a48d5d4e6a"/>
    <p:sldId xmlns:r="http://schemas.openxmlformats.org/officeDocument/2006/relationships" id="282" r:id="R7f979006640941b1"/>
    <p:sldId xmlns:r="http://schemas.openxmlformats.org/officeDocument/2006/relationships" id="283" r:id="R9e92547383f34d24"/>
    <p:sldId xmlns:r="http://schemas.openxmlformats.org/officeDocument/2006/relationships" id="284" r:id="Rb2e114ddd0724ed4"/>
    <p:sldId xmlns:r="http://schemas.openxmlformats.org/officeDocument/2006/relationships" id="285" r:id="R624343797d54418f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91476b0ca84613" /><Relationship Type="http://schemas.openxmlformats.org/officeDocument/2006/relationships/slideMaster" Target="/ppt/slideMasters/slideMaster1.xml" Id="R01812b00e4c645df" /><Relationship Type="http://schemas.openxmlformats.org/officeDocument/2006/relationships/notesMaster" Target="/ppt/notesMasters/notesMaster1.xml" Id="R4c6f3aeaf3f44672" /><Relationship Type="http://schemas.openxmlformats.org/officeDocument/2006/relationships/presProps" Target="/ppt/presProps.xml" Id="R4d612a7b21144eb0" /><Relationship Type="http://schemas.openxmlformats.org/officeDocument/2006/relationships/viewProps" Target="/ppt/viewProps.xml" Id="R49215ce4031d4968" /><Relationship Type="http://schemas.openxmlformats.org/officeDocument/2006/relationships/tableStyles" Target="/ppt/tableStyles.xml" Id="R22121daf3762414e" /><Relationship Type="http://schemas.openxmlformats.org/officeDocument/2006/relationships/slide" Target="/ppt/slides/slide1.xml" Id="Rb7c184c3a9444534" /><Relationship Type="http://schemas.openxmlformats.org/officeDocument/2006/relationships/slide" Target="/ppt/slides/slide2.xml" Id="Re7019f61ee9e4645" /><Relationship Type="http://schemas.openxmlformats.org/officeDocument/2006/relationships/slide" Target="/ppt/slides/slide3.xml" Id="Rdb292bbbc3094d77" /><Relationship Type="http://schemas.openxmlformats.org/officeDocument/2006/relationships/slide" Target="/ppt/slides/slide4.xml" Id="Rfb03c95ce6c74ca1" /><Relationship Type="http://schemas.openxmlformats.org/officeDocument/2006/relationships/slide" Target="/ppt/slides/slide5.xml" Id="Ra1b8223763174ede" /><Relationship Type="http://schemas.openxmlformats.org/officeDocument/2006/relationships/slide" Target="/ppt/slides/slide6.xml" Id="R3db2a523290a43eb" /><Relationship Type="http://schemas.openxmlformats.org/officeDocument/2006/relationships/slide" Target="/ppt/slides/slide7.xml" Id="Rcacf9eaded744517" /><Relationship Type="http://schemas.openxmlformats.org/officeDocument/2006/relationships/slide" Target="/ppt/slides/slide8.xml" Id="R4ad2843ddfa74c70" /><Relationship Type="http://schemas.openxmlformats.org/officeDocument/2006/relationships/slide" Target="/ppt/slides/slide9.xml" Id="Rb5c6dafbc6ad4359" /><Relationship Type="http://schemas.openxmlformats.org/officeDocument/2006/relationships/slide" Target="/ppt/slides/slide10.xml" Id="R986b9dbd4e6a470c" /><Relationship Type="http://schemas.openxmlformats.org/officeDocument/2006/relationships/slide" Target="/ppt/slides/slide11.xml" Id="R3037822520d743a4" /><Relationship Type="http://schemas.openxmlformats.org/officeDocument/2006/relationships/slide" Target="/ppt/slides/slide12.xml" Id="R0e326d4d670e424a" /><Relationship Type="http://schemas.openxmlformats.org/officeDocument/2006/relationships/slide" Target="/ppt/slides/slide13.xml" Id="R2640ea9bda334d77" /><Relationship Type="http://schemas.openxmlformats.org/officeDocument/2006/relationships/slide" Target="/ppt/slides/slide14.xml" Id="R96adae881b8c4ccb" /><Relationship Type="http://schemas.openxmlformats.org/officeDocument/2006/relationships/slide" Target="/ppt/slides/slide15.xml" Id="R11157cc0361f4930" /><Relationship Type="http://schemas.openxmlformats.org/officeDocument/2006/relationships/slide" Target="/ppt/slides/slide16.xml" Id="Re1e50f9630ea4955" /><Relationship Type="http://schemas.openxmlformats.org/officeDocument/2006/relationships/slide" Target="/ppt/slides/slide17.xml" Id="R90ba959ce83242f2" /><Relationship Type="http://schemas.openxmlformats.org/officeDocument/2006/relationships/slide" Target="/ppt/slides/slide18.xml" Id="R81c06044f0c04651" /><Relationship Type="http://schemas.openxmlformats.org/officeDocument/2006/relationships/slide" Target="/ppt/slides/slide19.xml" Id="R41e403f524324e1e" /><Relationship Type="http://schemas.openxmlformats.org/officeDocument/2006/relationships/slide" Target="/ppt/slides/slide20.xml" Id="Rc6ae354bbf9a41c5" /><Relationship Type="http://schemas.openxmlformats.org/officeDocument/2006/relationships/slide" Target="/ppt/slides/slide21.xml" Id="R7f1ba57fde7c4190" /><Relationship Type="http://schemas.openxmlformats.org/officeDocument/2006/relationships/slide" Target="/ppt/slides/slide22.xml" Id="Rbd11de0a32af4996" /><Relationship Type="http://schemas.openxmlformats.org/officeDocument/2006/relationships/slide" Target="/ppt/slides/slide23.xml" Id="R09c201df3e244e95" /><Relationship Type="http://schemas.openxmlformats.org/officeDocument/2006/relationships/slide" Target="/ppt/slides/slide24.xml" Id="R78c2c95dfced402f" /><Relationship Type="http://schemas.openxmlformats.org/officeDocument/2006/relationships/slide" Target="/ppt/slides/slide25.xml" Id="Rcd94378ea7254735" /><Relationship Type="http://schemas.openxmlformats.org/officeDocument/2006/relationships/slide" Target="/ppt/slides/slide26.xml" Id="Rc2b9d9a48d5d4e6a" /><Relationship Type="http://schemas.openxmlformats.org/officeDocument/2006/relationships/slide" Target="/ppt/slides/slide27.xml" Id="R7f979006640941b1" /><Relationship Type="http://schemas.openxmlformats.org/officeDocument/2006/relationships/slide" Target="/ppt/slides/slide28.xml" Id="R9e92547383f34d24" /><Relationship Type="http://schemas.openxmlformats.org/officeDocument/2006/relationships/slide" Target="/ppt/slides/slide29.xml" Id="Rb2e114ddd0724ed4" /><Relationship Type="http://schemas.openxmlformats.org/officeDocument/2006/relationships/slide" Target="/ppt/slides/slide30.xml" Id="R624343797d54418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35d7c10695481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48650e48d643a4" /><Relationship Type="http://schemas.openxmlformats.org/officeDocument/2006/relationships/notesMaster" Target="/ppt/notesMasters/notesMaster1.xml" Id="R1b0e7cc13ee245c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93f5af63e84072" /><Relationship Type="http://schemas.openxmlformats.org/officeDocument/2006/relationships/notesMaster" Target="/ppt/notesMasters/notesMaster1.xml" Id="R81c86b970976464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cf087a0c4346e6" /><Relationship Type="http://schemas.openxmlformats.org/officeDocument/2006/relationships/notesMaster" Target="/ppt/notesMasters/notesMaster1.xml" Id="R1d9dc67904f148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53f4958c824ced" /><Relationship Type="http://schemas.openxmlformats.org/officeDocument/2006/relationships/notesMaster" Target="/ppt/notesMasters/notesMaster1.xml" Id="R5ffdb83f44c24cc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5f0efb4e5db48ae" /><Relationship Type="http://schemas.openxmlformats.org/officeDocument/2006/relationships/notesMaster" Target="/ppt/notesMasters/notesMaster1.xml" Id="Ra4554367b80f4a7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a528dd28f44c5c" /><Relationship Type="http://schemas.openxmlformats.org/officeDocument/2006/relationships/notesMaster" Target="/ppt/notesMasters/notesMaster1.xml" Id="Rbd8a57d469a341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63886ff2184a84" /><Relationship Type="http://schemas.openxmlformats.org/officeDocument/2006/relationships/notesMaster" Target="/ppt/notesMasters/notesMaster1.xml" Id="Ra06fb6a6f621456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cef3f909c084fc6" /><Relationship Type="http://schemas.openxmlformats.org/officeDocument/2006/relationships/notesMaster" Target="/ppt/notesMasters/notesMaster1.xml" Id="Rcb3104040e0b48b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e993baa650d45b0" /><Relationship Type="http://schemas.openxmlformats.org/officeDocument/2006/relationships/notesMaster" Target="/ppt/notesMasters/notesMaster1.xml" Id="R0a0dcf471c0d40f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786861c76c347ab" /><Relationship Type="http://schemas.openxmlformats.org/officeDocument/2006/relationships/notesMaster" Target="/ppt/notesMasters/notesMaster1.xml" Id="Rb13a6c95830942f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b1e564e70af4ed7" /><Relationship Type="http://schemas.openxmlformats.org/officeDocument/2006/relationships/notesMaster" Target="/ppt/notesMasters/notesMaster1.xml" Id="R1dc26c3f67cb430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42651a561e945fb" /><Relationship Type="http://schemas.openxmlformats.org/officeDocument/2006/relationships/notesMaster" Target="/ppt/notesMasters/notesMaster1.xml" Id="Rdf6f57ef2008440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2208b46fa91491c" /><Relationship Type="http://schemas.openxmlformats.org/officeDocument/2006/relationships/notesMaster" Target="/ppt/notesMasters/notesMaster1.xml" Id="R14ade90f0829420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eec7661f5624735" /><Relationship Type="http://schemas.openxmlformats.org/officeDocument/2006/relationships/notesMaster" Target="/ppt/notesMasters/notesMaster1.xml" Id="R06216aee9b6143d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e9fbde4096f4660" /><Relationship Type="http://schemas.openxmlformats.org/officeDocument/2006/relationships/notesMaster" Target="/ppt/notesMasters/notesMaster1.xml" Id="R369339068437421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75759d528274d97" /><Relationship Type="http://schemas.openxmlformats.org/officeDocument/2006/relationships/notesMaster" Target="/ppt/notesMasters/notesMaster1.xml" Id="R01b87d339cc4435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ae75f4a0ec749e8" /><Relationship Type="http://schemas.openxmlformats.org/officeDocument/2006/relationships/notesMaster" Target="/ppt/notesMasters/notesMaster1.xml" Id="R2346b24fdd7549e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b8feb2c62df46da" /><Relationship Type="http://schemas.openxmlformats.org/officeDocument/2006/relationships/notesMaster" Target="/ppt/notesMasters/notesMaster1.xml" Id="R33014dc76286403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e5e07e7de41496a" /><Relationship Type="http://schemas.openxmlformats.org/officeDocument/2006/relationships/notesMaster" Target="/ppt/notesMasters/notesMaster1.xml" Id="Red1a9a5416034ce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bac89c8b1f9478b" /><Relationship Type="http://schemas.openxmlformats.org/officeDocument/2006/relationships/notesMaster" Target="/ppt/notesMasters/notesMaster1.xml" Id="R5d444ce7d56440d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5008c036de74a47" /><Relationship Type="http://schemas.openxmlformats.org/officeDocument/2006/relationships/notesMaster" Target="/ppt/notesMasters/notesMaster1.xml" Id="R235973f054974fc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0a40a7647124bcd" /><Relationship Type="http://schemas.openxmlformats.org/officeDocument/2006/relationships/notesMaster" Target="/ppt/notesMasters/notesMaster1.xml" Id="R6a27efc7fbcb4c2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50cc33163e94125" /><Relationship Type="http://schemas.openxmlformats.org/officeDocument/2006/relationships/notesMaster" Target="/ppt/notesMasters/notesMaster1.xml" Id="R5d8d2f3fd29546e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a0735268f544f92" /><Relationship Type="http://schemas.openxmlformats.org/officeDocument/2006/relationships/notesMaster" Target="/ppt/notesMasters/notesMaster1.xml" Id="R16c8f6764d4d4f5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36ccd3c71b742eb" /><Relationship Type="http://schemas.openxmlformats.org/officeDocument/2006/relationships/notesMaster" Target="/ppt/notesMasters/notesMaster1.xml" Id="Rc9e0a0a524c0470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53f6d5e9f6845d8" /><Relationship Type="http://schemas.openxmlformats.org/officeDocument/2006/relationships/notesMaster" Target="/ppt/notesMasters/notesMaster1.xml" Id="R136d2bf2ba0a499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52d58a2d9244878" /><Relationship Type="http://schemas.openxmlformats.org/officeDocument/2006/relationships/notesMaster" Target="/ppt/notesMasters/notesMaster1.xml" Id="Re96ffb172cd34fa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d716037043348b6" /><Relationship Type="http://schemas.openxmlformats.org/officeDocument/2006/relationships/notesMaster" Target="/ppt/notesMasters/notesMaster1.xml" Id="Rbb065d5742684c9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be6fb3ea83745f3" /><Relationship Type="http://schemas.openxmlformats.org/officeDocument/2006/relationships/notesMaster" Target="/ppt/notesMasters/notesMaster1.xml" Id="Rf9964be3a9a141c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32b50e5ca9f4f11" /><Relationship Type="http://schemas.openxmlformats.org/officeDocument/2006/relationships/notesMaster" Target="/ppt/notesMasters/notesMaster1.xml" Id="Rc6a0afdc345b4a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67f4a3e66942e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a2ddf0c7bb406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1306058f1b490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f2472614804af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c0b05cdacf452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52f7420102445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89701b18b9498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84cc21b63d485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f56a7b8f604d9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18486321b34e7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0a769a2e304f1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772D12-40F4-494E-AB5E-656AC3CC506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54F052B-7D0A-4315-884F-3342C2155B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FC619D2-8D4C-4057-9172-C899EF47A3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DA7FF17-2A44-457D-BEE2-62414C19674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DC7640D-A9A1-4178-8250-9736339645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DFF08DC-C40D-445C-86A5-74217A1CEC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E06930D-54F9-48B8-9912-24FE028CF54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F3EBDB3-4EA3-44B8-9099-6324F1058E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9EE7335-F351-43C9-8E07-369BA5E256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BF4148D-88D7-4865-A9F7-C119FDE33E6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7D694F-CB80-4F6F-B88C-6543EE5C1B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5B2844-D430-41DF-A2DD-244ADC69E65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E04FBDC-4EBA-433C-AFC4-493E5B3EB0F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9043039-C86A-4CFB-8205-12861E1213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BCD5B3-E9B9-400A-AF20-2EF18D5BBE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705BCB5-AE42-40C1-B4E6-89613C2FA4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B4EA721-2DB1-46DD-8617-B0A0D69B885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C9E6E1C-885B-4B50-A557-A6625C3AB76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FF5D9CC-44E3-4F6E-A81D-3C7DD3C98A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E2F4087-5282-4EEB-BA7E-1E33285B270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16DFCB0-E462-47C0-87D9-2B57C74E2D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2B2ACAF-C017-405A-A660-1BDCFE5159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2FD4DA3-7271-4DAB-A01A-C511D0F11D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D2A081A-9FE5-4D2F-887E-C577833963D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D31C57D-FE03-47CE-B535-134278EBCA6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328866-E5AE-41E7-9777-D40302660C5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2A8B634-1EDE-46DB-975A-52074CFB05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EDFE20A-D9CD-42F3-88C5-262B88970F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1FC86AE-B55E-4025-9CD8-A1394DD7A4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6886BC-2720-456B-AC03-AA4F7D6262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1CBF5F0-C9FE-4F84-A629-A1CDC51E3F8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8A0FA4F-F6B2-48EE-86BA-7FA4DC324F5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D165FD2-4BC3-4FC2-AB2B-ADD36E4BD0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41FCC5F-40F5-4859-AC21-FB3290FC85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61C55066-87A1-42DC-B04E-6A5FCEACF03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9ECEF50-0831-4CC5-B18F-458CFC4181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39CE9C-E36F-4E6B-93B1-79B052888D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105311C-2A2A-4617-8184-0545AF8EEE3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197DD9C-8CE1-48FF-A54F-6D3CE1F5C2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C7F8755-31D1-40A0-99BB-6470F237216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46EA525-C4C5-4AAD-AD0E-2CDD3F80F4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59A63C5-BB52-40EA-AAD2-B3CF0898EF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F5E41D-8603-4145-85E2-43A6AE6655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E67F1C1-FBED-4CE2-8173-D5AE89B07D6D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0D66E46-A57F-400E-A7A4-5A290FD93CF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AF1ED09-F652-42B5-8813-2C64D4D35BA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FFAE66F-5D27-42AC-8A01-861DC3AB1F2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5FEEC3D-E2B8-4FBA-B517-B5D6808993B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7A708A-D881-4825-9685-5DC97C06D3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A0864A8-2123-4F09-B6B0-4154D780EBF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AA2BF69-176B-4900-834B-80A7803FD9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3366A36-619D-458F-975C-3ABEAFEE82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1A5061B-4588-48F4-8E49-5788915B6A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61A7CFB-1D60-4786-8CA5-CF1EC1A7EB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62BFACA-5DD1-4580-8E5A-E9450625BD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4C7D9D6-1E45-4FA5-93F6-85EC4CB197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5144FB3-B67D-4F9A-8918-66771740AE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DA3EB38-3D85-4669-AE38-48CC5AF14B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a0a7bedbe374653" /><Relationship Type="http://schemas.openxmlformats.org/officeDocument/2006/relationships/slideLayout" Target="/ppt/slideLayouts/slideLayout1.xml" Id="R8d086b24667e417c" /><Relationship Type="http://schemas.openxmlformats.org/officeDocument/2006/relationships/slideLayout" Target="/ppt/slideLayouts/slideLayout2.xml" Id="Rc41dd680bac44506" /><Relationship Type="http://schemas.openxmlformats.org/officeDocument/2006/relationships/slideLayout" Target="/ppt/slideLayouts/slideLayout3.xml" Id="Rcbb3a957a6794bf7" /><Relationship Type="http://schemas.openxmlformats.org/officeDocument/2006/relationships/slideLayout" Target="/ppt/slideLayouts/slideLayout4.xml" Id="Ra1bb410de29f420e" /><Relationship Type="http://schemas.openxmlformats.org/officeDocument/2006/relationships/slideLayout" Target="/ppt/slideLayouts/slideLayout5.xml" Id="R389650995d3a40e5" /><Relationship Type="http://schemas.openxmlformats.org/officeDocument/2006/relationships/slideLayout" Target="/ppt/slideLayouts/slideLayout6.xml" Id="Re9427d9e24c64c0e" /><Relationship Type="http://schemas.openxmlformats.org/officeDocument/2006/relationships/slideLayout" Target="/ppt/slideLayouts/slideLayout7.xml" Id="R6715a9c94c6f4c4d" /><Relationship Type="http://schemas.openxmlformats.org/officeDocument/2006/relationships/slideLayout" Target="/ppt/slideLayouts/slideLayout8.xml" Id="R910a1b6770e64916" /><Relationship Type="http://schemas.openxmlformats.org/officeDocument/2006/relationships/slideLayout" Target="/ppt/slideLayouts/slideLayout9.xml" Id="R512421326ff14cd2" /><Relationship Type="http://schemas.openxmlformats.org/officeDocument/2006/relationships/slideLayout" Target="/ppt/slideLayouts/slideLayout10.xml" Id="R21740edb95e14338" /><Relationship Type="http://schemas.openxmlformats.org/officeDocument/2006/relationships/slideLayout" Target="/ppt/slideLayouts/slideLayout11.xml" Id="R59c38fec68674d6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000BA4-8161-48C1-9D68-BF601854AD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F7600C8-5156-42E3-93CC-39B032D657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77827D5-D6F0-48B0-8FA2-6C60B8B720D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A9477D-15EE-4CF7-937B-067E62563E3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015117E-0A68-4A7B-99C2-276845561C2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086b24667e417c"/>
    <p:sldLayoutId xmlns:r="http://schemas.openxmlformats.org/officeDocument/2006/relationships" id="2147483650" r:id="Rc41dd680bac44506"/>
    <p:sldLayoutId xmlns:r="http://schemas.openxmlformats.org/officeDocument/2006/relationships" id="2147483651" r:id="Rcbb3a957a6794bf7"/>
    <p:sldLayoutId xmlns:r="http://schemas.openxmlformats.org/officeDocument/2006/relationships" id="2147483652" r:id="Ra1bb410de29f420e"/>
    <p:sldLayoutId xmlns:r="http://schemas.openxmlformats.org/officeDocument/2006/relationships" id="2147483653" r:id="R389650995d3a40e5"/>
    <p:sldLayoutId xmlns:r="http://schemas.openxmlformats.org/officeDocument/2006/relationships" id="2147483654" r:id="Re9427d9e24c64c0e"/>
    <p:sldLayoutId xmlns:r="http://schemas.openxmlformats.org/officeDocument/2006/relationships" id="2147483655" r:id="R6715a9c94c6f4c4d"/>
    <p:sldLayoutId xmlns:r="http://schemas.openxmlformats.org/officeDocument/2006/relationships" id="2147483656" r:id="R910a1b6770e64916"/>
    <p:sldLayoutId xmlns:r="http://schemas.openxmlformats.org/officeDocument/2006/relationships" id="2147483657" r:id="R512421326ff14cd2"/>
    <p:sldLayoutId xmlns:r="http://schemas.openxmlformats.org/officeDocument/2006/relationships" id="2147483658" r:id="R21740edb95e14338"/>
    <p:sldLayoutId xmlns:r="http://schemas.openxmlformats.org/officeDocument/2006/relationships" id="2147483659" r:id="R59c38fec68674d6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bf806c717f44c2c" /><Relationship Type="http://schemas.openxmlformats.org/officeDocument/2006/relationships/notesSlide" Target="/ppt/notesSlides/notesSlide1.xml" Id="Re6e61ab4215a4a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a0f076049043e9" /><Relationship Type="http://schemas.openxmlformats.org/officeDocument/2006/relationships/notesSlide" Target="/ppt/notesSlides/notesSlide2.xml" Id="R48cc32bfc4e64b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4cf22400434ff2" /><Relationship Type="http://schemas.openxmlformats.org/officeDocument/2006/relationships/notesSlide" Target="/ppt/notesSlides/notesSlide3.xml" Id="R64a489c3018442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b332289a284aad" /><Relationship Type="http://schemas.openxmlformats.org/officeDocument/2006/relationships/notesSlide" Target="/ppt/notesSlides/notesSlide4.xml" Id="Rb97e629bb68445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84e12691f74fde" /><Relationship Type="http://schemas.openxmlformats.org/officeDocument/2006/relationships/notesSlide" Target="/ppt/notesSlides/notesSlide5.xml" Id="Rfb585faf98374e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100bc8a1e2341d4" /><Relationship Type="http://schemas.openxmlformats.org/officeDocument/2006/relationships/notesSlide" Target="/ppt/notesSlides/notesSlide6.xml" Id="R65725733c13c4f7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29658c2cad4f20" /><Relationship Type="http://schemas.openxmlformats.org/officeDocument/2006/relationships/notesSlide" Target="/ppt/notesSlides/notesSlide7.xml" Id="R8f76ddd2b62b466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4bce871cf84c84" /><Relationship Type="http://schemas.openxmlformats.org/officeDocument/2006/relationships/notesSlide" Target="/ppt/notesSlides/notesSlide8.xml" Id="R666876da09384c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03dc031f004cb8" /><Relationship Type="http://schemas.openxmlformats.org/officeDocument/2006/relationships/notesSlide" Target="/ppt/notesSlides/notesSlide9.xml" Id="R8f3d3fb473c04c2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c163a69bc546b3" /><Relationship Type="http://schemas.openxmlformats.org/officeDocument/2006/relationships/notesSlide" Target="/ppt/notesSlides/notesSlide10.xml" Id="Rf79ba6da27f4420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d52bbdcad3a481e" /><Relationship Type="http://schemas.openxmlformats.org/officeDocument/2006/relationships/notesSlide" Target="/ppt/notesSlides/notesSlide11.xml" Id="R420442ee702a4e9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8a3acb47c2491f" /><Relationship Type="http://schemas.openxmlformats.org/officeDocument/2006/relationships/notesSlide" Target="/ppt/notesSlides/notesSlide12.xml" Id="R02981976e3174cd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67a905c43d4a50" /><Relationship Type="http://schemas.openxmlformats.org/officeDocument/2006/relationships/notesSlide" Target="/ppt/notesSlides/notesSlide13.xml" Id="R2522514f8694400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1753a60c0764e32" /><Relationship Type="http://schemas.openxmlformats.org/officeDocument/2006/relationships/notesSlide" Target="/ppt/notesSlides/notesSlide14.xml" Id="Rdaa312d93754486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472c5e7721d4dad" /><Relationship Type="http://schemas.openxmlformats.org/officeDocument/2006/relationships/notesSlide" Target="/ppt/notesSlides/notesSlide15.xml" Id="Rb405c86fe9514cc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017cffb5d72465d" /><Relationship Type="http://schemas.openxmlformats.org/officeDocument/2006/relationships/notesSlide" Target="/ppt/notesSlides/notesSlide16.xml" Id="R548bec937fd74d4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bf342dc67d486b" /><Relationship Type="http://schemas.openxmlformats.org/officeDocument/2006/relationships/notesSlide" Target="/ppt/notesSlides/notesSlide17.xml" Id="Rd8a85430adb1489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9a30611df942c8" /><Relationship Type="http://schemas.openxmlformats.org/officeDocument/2006/relationships/notesSlide" Target="/ppt/notesSlides/notesSlide18.xml" Id="Rbf5d7cab78604ea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9f447ed8a4e4a7d" /><Relationship Type="http://schemas.openxmlformats.org/officeDocument/2006/relationships/notesSlide" Target="/ppt/notesSlides/notesSlide19.xml" Id="Re3693211fbcc4a5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f9be37e4b14770" /><Relationship Type="http://schemas.openxmlformats.org/officeDocument/2006/relationships/notesSlide" Target="/ppt/notesSlides/notesSlide20.xml" Id="R83238349f3fc419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4a11accb525435f" /><Relationship Type="http://schemas.openxmlformats.org/officeDocument/2006/relationships/notesSlide" Target="/ppt/notesSlides/notesSlide21.xml" Id="R80843062d17e4e7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23f152a2a044f0f" /><Relationship Type="http://schemas.openxmlformats.org/officeDocument/2006/relationships/notesSlide" Target="/ppt/notesSlides/notesSlide22.xml" Id="R3d3a447d476e43f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7b44ace7aaf4ae5" /><Relationship Type="http://schemas.openxmlformats.org/officeDocument/2006/relationships/notesSlide" Target="/ppt/notesSlides/notesSlide23.xml" Id="R75c40a131da643c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78c613afbd740e2" /><Relationship Type="http://schemas.openxmlformats.org/officeDocument/2006/relationships/notesSlide" Target="/ppt/notesSlides/notesSlide24.xml" Id="R31ae1b0642ff465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44d59ef32824db3" /><Relationship Type="http://schemas.openxmlformats.org/officeDocument/2006/relationships/notesSlide" Target="/ppt/notesSlides/notesSlide25.xml" Id="R91b3a0930af44d7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39eaf5e7a824a77" /><Relationship Type="http://schemas.openxmlformats.org/officeDocument/2006/relationships/notesSlide" Target="/ppt/notesSlides/notesSlide26.xml" Id="R8f8135c23d034f3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65f6d94546243a1" /><Relationship Type="http://schemas.openxmlformats.org/officeDocument/2006/relationships/notesSlide" Target="/ppt/notesSlides/notesSlide27.xml" Id="Ra072ae2eb7f94b3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ac565ea8fce4d31" /><Relationship Type="http://schemas.openxmlformats.org/officeDocument/2006/relationships/notesSlide" Target="/ppt/notesSlides/notesSlide28.xml" Id="R7b08282ff88648f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a6cd096cb6d45d0" /><Relationship Type="http://schemas.openxmlformats.org/officeDocument/2006/relationships/notesSlide" Target="/ppt/notesSlides/notesSlide29.xml" Id="R1aa598f0d970415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b725dfe31a4529" /><Relationship Type="http://schemas.openxmlformats.org/officeDocument/2006/relationships/notesSlide" Target="/ppt/notesSlides/notesSlide30.xml" Id="R66719f6c692a477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0FF479F-62D8-4DE0-A673-13FB937A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4E06605-80EE-49B5-8036-E640AF4D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3BDA26B-63BE-4166-8091-0E43712E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1C9A33E-4EE5-42E5-908C-9905FA62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442B67E-D22A-4880-A0A3-F581506D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18430E4-7CA8-44E9-832B-861EEA97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3C0CE32-F82A-4380-AF6B-20FAFD6D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2026.07.27-27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3B79A67-6077-4572-B123-F59D696F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2026-07-27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980718-065E-4AEA-B278-88522533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46600C-FECB-4696-8072-57AC0B986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211D81F-4708-4ED2-B8BC-35A64A9C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34219441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4D6283-C7F1-40FA-9B33-B8795413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43192A3-26F7-4471-A13B-855E8BE6B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D822173-AABD-48A0-8C26-8EC92D7A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1615462-B17B-4232-8EF8-B07F3E75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4B79DA-6D41-4A6C-B172-61F03709A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B390775-C089-4BEE-842F-E3FD199A1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43ADE18-DADD-4E03-A3B9-3D0936F8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6ECE744-5E09-4EED-B530-AB8AA7AA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195 maan pohjassa on 578 WB-havaintoa; Puolan 2020–2023 virta ja 2025 verosilta vahvistavat tutkimuspohjaa, mutta eivät avaa 0/3 donor-porttia.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0A81DAA-0A54-4DF9-9C24-0925E99C3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252B03F-289B-4B01-912A-12D0E7B1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107D561-5331-417F-8AE1-6AD34D99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140093262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21B5393-008D-427A-95FD-BF1A9554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FE4DF39-18DA-40CD-B652-15AE6FE2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83B31BA-E052-4AAC-99EF-1E037716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6F730C8-2573-4F05-A7A4-19FF4C9F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1980696-15D2-4E10-B94D-0F206930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464F95-6EDF-4559-8A32-B5B40D00D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1AB889F-E97E-4322-99C2-1CF55B65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49682168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A5C45A-C01C-4A33-B3B8-BAD9AB85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C2D2B2B-147E-449B-8993-6A0F327A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E658852-3873-430E-BEEE-64FAEABF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F3A4B44-FD0B-42B9-B136-299F8C9A9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D53297-AF52-4528-A78A-C6A819043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26A23AD-92F1-4C61-8233-274D2BC0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274F506-54E8-4BC8-9960-C052F964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D0ED5C0-0A8F-4370-BAA0-67F1C3E1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D6EDBF3-344F-475D-8F16-F7E2D8CD8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C8C1D12-145D-46B6-A2DB-B4B50F5CC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478BAB1-DEC4-4A98-9179-0DDA823F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207314954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853BFCA-9D95-4B65-990B-E62A3163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617C579-20E3-4E1D-8CE1-CEF27E07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98D474A-628A-41B1-A203-26F9A9F4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11EBCA6-4434-4DC2-AA01-C4E86350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5162342-EC13-4258-B8A5-F0B667C6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67396E9-6B1F-4329-AF45-F9CE37E2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A385DB-C6EC-49E4-BF3C-EBA17D30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E3887CC-0E48-49FC-9571-7D1DD984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FAA0356-460C-4241-933E-9BA8A2C96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46F4170-125E-453E-9C4C-C513572A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68DECFE-FEDD-4F49-9131-38B773D2B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123643580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16C4EF2-0011-4EBE-B604-89B2CCBFE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EA46367-624B-4EDB-87D6-70AA3ACD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26E3C14-1125-431C-9F11-9D2BBE1F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4204804-9110-43A6-BFCD-C47094410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CA202BE-3D14-4D71-B4F7-4D855E98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A6D168C-2DA2-48F7-A254-501187CD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2047E3-2A40-486C-8945-42BFA573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12027314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07D9DA-410E-4BAA-8D10-D14F31BB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5D31072-5A6F-4A69-9A47-60F09E93B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69D3AE8-4703-4734-BCF0-A4CB8BF9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B9DF8CB-1AF1-4196-90E0-094F451BC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24FAFAE-AA38-47AD-8063-323F68FE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D94EE19-2C53-41B3-A2A9-91B73F39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0BEF9C0-D1FA-4396-95F8-4776E6B8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3B96143-BCF6-4473-868B-E53D32EC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00FD085-4210-437D-A336-FFD2EA847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93AAD6A-E5F1-43FD-B321-33C99C5D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62C4FDA-FD7C-4463-8D03-F1F123B66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F02BA27-8706-420A-AB02-94196FBA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053E856-7D28-4255-A861-AFA13B856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507F08C-F744-48D8-8FE9-E970DAEDF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F354C69-812B-413C-B586-723AEB2D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3C828B2-CF6E-4C80-999F-43086ED8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3A9F25A-0354-4A0E-B310-8489A8E6C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7A24870-6720-470F-903E-B4BB3663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1D92C47-08EB-484E-B90F-F729931B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210752458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E80AA-7DCF-4DDA-9012-87845078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BB4645-B6E5-4C80-938A-4DB92E7F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Patenttiperhe: 22 julkaisua,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FBED5B8-1A93-47E3-8827-0C0CDA77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1144604-EC1A-47EE-A546-C81937B0C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69B672-E39C-4FAC-9064-DC4D73A70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174CAF5-FEB6-4A3A-97AD-274023FD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0CFE87B-F918-4B52-85A1-8770E83F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CF80B2-FD2B-4EA8-8AC8-54DAAE94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75E2CA1-4DF3-468D-9A0A-231E911A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BE0392C-D8A4-4DFE-B525-25261D0C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84EDEE1-E19A-4FC7-8BBD-6E4519A1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7FDFC3B-C680-4162-8797-78116FAA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CA8D2F4-2588-4929-961B-D6B93551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E1186C0-3E72-4D65-A36C-9C76C49EB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6F8C97B-8969-4E7B-839A-FB4965C2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85011502-8388-42B8-8086-7DAFF7F65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9D71962-75D7-443F-950B-14BF6D63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1D0FC9-1815-42EB-A14A-789962934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50549B2-6DEE-4C1E-88EA-00383DDC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D3AA5E80-02EC-493F-9D60-12E3478B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231496E-0C96-40A9-A03B-0199D26A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D9D5EC1-8900-455F-8217-FF34FAF1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55087595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1FF6401-F736-49AD-9734-717428F85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B28E5C-3F7E-4113-B782-CB01D2DC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492DFB-ABF4-4C59-936E-D8B6E1B1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9CE733F-449F-4160-BA13-EA0C95D3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7760E98-D8E3-4265-9F1A-C319DC20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9B364FE-37BD-49E6-9B36-B2C51AC6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7084AA8-5A77-430A-81F8-D7A09C69E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17258794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36769D-44A1-4AD9-B41C-BBAE96F6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39B3DAB-BA05-4D9D-90E8-2617A3F0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B9A3F95-F5E5-43C7-8A0B-65978CF0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AD5730D-2625-4589-A6C5-D7B219A4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7015B10-EECA-4665-911C-553B03D7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41119D9-EA43-410C-8B47-14DBBFA6F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32FA3BE-85FA-490E-92BC-0B65D8FB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7B742BB-8E1D-429C-A82B-E78694DB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FED03B5-5AC4-42B3-85EF-87A687A5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936432A-AB61-4EB8-A8F5-E49A12D84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03F7B9B-5EAE-4004-8ACD-246216EB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62024842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50899C3-DE29-47BA-B96F-7EF16604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A91E9E0-23B8-4186-8653-B1DFC9A8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5F1669E-73D0-436C-AC70-FAA730E5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36DE22D-F9B3-49B4-BDBF-9DA0B70E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8343E50-0042-4C17-80EC-B4325069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1F0C6ED-ECB9-4BA8-B650-D19E2E376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431C0D4-EE32-4AB8-B75F-BCDD99F72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176315217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28ACF04-80E9-4802-A8FF-1B520623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5C2A344-AB3E-4B7F-BA23-15CA7474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 maan avoin pohja: 578 WB-havaintoa;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BEDC39D-E60E-4BA7-9D6F-2F5BEF77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F397BC2-3E80-455A-AE0A-09510FF34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8D3340B-7505-4CF5-BE9D-9816E9B7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F929D9-29A2-4372-83CC-4FDA8910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7BB3B0-1AB6-40AD-A3BC-87EDA0F6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EA77577-D446-430D-9EDE-F2ED994C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C589DDB-91CD-422C-936E-C67F53DC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20D2A4B-73B5-42CF-A934-25BA8DD17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23F3744-E09E-470C-8198-C670F480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F0A4BCE-49FE-4127-B84F-D3E57ED5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EA0E6D0-7261-4F2B-A207-C85AC1CE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70CB183-7792-43FC-A54D-CC9C7965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66F982C-2DC3-4F59-9731-3905E2AA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4489D21B-2FF2-4BFA-A9E7-824AB1E6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4D0A106-8982-4FF2-8860-0026F523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5B33251-6A6F-4673-A7B8-293500A15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8E01F60-F1F0-4A51-A63E-6A36C84D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95F6A8E-E459-443E-B67B-C8D7AF0C0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0A88F02-BCC8-43D1-AA89-2763A6AC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24DA910-B6A4-418F-86A6-4287F3F0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158204240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933A316-C287-410E-BC42-9C65F08E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B96EDDB-BD20-46DF-BCB9-2E01D6B3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79983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39 markkinamittaria + 36 Ruotsin FHM-rekisterilukua; lisäksi 195 maan proxy-pohja (ei myyntiä)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DF14D3D-08E9-45DC-A30B-153E3875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9503BD3-BDE0-4D31-B056-17627DAE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62A378-BADD-4997-9C9A-81768130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World Bank; Statistics Canada; Health Canada; New Zealand Ministry of Health; Destatis; Vero; Sejm; Puolan valtiovarainministeriö;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BED0E29-B725-4A07-8A06-5F09D127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1,219160 mrd CAD (≈822,6 milj. EUR; ECB 2024) / 822,58 milj. EUR; kuukausireitti +1 000 CAD. Kanada 7/10; D5, D7 ja D10 avoimia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tunnistettu AIS/AVP-vaping-summa 274,180 milj. NZD (≈153,3 milj. EUR; ECB 2024); kulutustarvikkeet 189,402 + laitteet/hardware 84,709 + sekajärjestelmät 0,069 milj. NZD. NZ 7/10; D5 hylätty, D8/D10 avoinna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e-nestevirta 1 451 529 → 805 441 litraa; verosilta 4 382 500 laitteelle + 62 500 osasarjalle. Ei retail-arvoa tai donoria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1B2E963-544F-469B-B00E-1F87C895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139583508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9376999-E776-40F2-8AF4-2E7E94C83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A625CAD-64A9-4F4D-B48B-593A8DE8F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2024: vahva piste-estimaatti,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28B751-A25A-4DEF-B767-953B6AC0C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8E8D068-B9EE-4CAB-9202-075FF17A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D0A30AD-54D4-46AC-B0AB-B7120A97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A94FF8A-E125-4D47-8A28-28B8A8C9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B57D4B9-C2F9-4909-B3E5-D6403733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BFFCC24-8F74-429A-B4A2-D688A8B4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1,219160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656CC89-651C-4D16-80A6-50F32C8F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710791D-BB07-4003-A571-4629A2A4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AC1E8A2-E4D3-41FD-8D91-A4643EDF1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1,160754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076613B-8C68-4FC8-BB1F-D8E60A74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A4027BB-D512-427A-AF54-B38546E6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4882F58-A4B9-48B4-B30E-BA4F0466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1 000 CAD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E473DE6-EA38-4948-A87F-0843B458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kuukausi–kvartaali-ero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C44CA78-102A-43FE-B726-C89C03E2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ylittää toimitukset 58,406 milj. CAD (+5,03 %), mutta jäännös ei ole kate tai markkinahaarukka. D8 on suljettu virallisella veroperustalla.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0A54369-5429-461D-B9F2-C4206428E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48DFF0F-593C-48C9-A5DA-56D6E78B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7BA6844-17C8-4411-BFDF-EDD14C16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läpäisee 7/10. D5: NAICS 459993/459999 -peitto. D7: tarkka vuositason virheraja puuttuu. D10: eri tapahtumatasojen silta on täsmäyttämättä.</a:t>
            </a:r>
          </a:p>
        </p:txBody>
      </p:sp>
    </p:spTree>
    <p:extLst>
      <p:ext uri="{BB962C8B-B14F-4D97-AF65-F5344CB8AC3E}">
        <p14:creationId xmlns:p14="http://schemas.microsoft.com/office/powerpoint/2010/main" val="156072412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124B69F-59F5-40F8-A3AA-8D457586C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9CEBC6D-64BD-4419-9A99-F292EE6D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B5C4505-01CD-40EC-9FA8-A2D0ADD2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8389994-1811-4651-B8E3-CE08ED44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41EDBFA-017D-4B37-A117-D36F0D64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007F50E-FEF9-4BD9-B964-9357463D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FCB3AD5-A9CA-4196-B20D-E94675AD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20073786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5061215-930C-453D-8DCD-3EADC6B98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39E7556-FDB2-4F34-B3C5-FA749126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malli näyttää herkkyyden,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548D08-2B63-44E7-9644-6A6F49F6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1728148-CBC0-4A7F-8AC2-1823F6CA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AD2FE1C-015B-438C-92D3-4832CD70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E7A5FCD-2919-4E7B-857E-BF820F95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38CC489-AE6D-4140-A56C-F5828BAD8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C9FC017-F478-4417-8170-21C7E3D61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65C81D0-BFA4-4B15-A1FF-44944694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D49C13E-7417-4591-A7DF-26CDCE48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CB2D35D-7663-4826-8617-B11B52B2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6196A23-9667-427E-BFEF-0EF617125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6FFB887-B348-4C62-B11E-12F52108F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BE0C1F6-62CF-40C9-BDDE-F946EB9B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5CF4AB7-A52F-456A-AEE4-7B098B80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12E69E0-E0E0-43FF-A60C-3B7BF56F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BE665E3-82D3-498E-844D-669A7C1C1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20531A8-72DB-48F9-9572-4A86247E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EB5285D-D2A6-4028-B64C-0B7C6981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havaittua myyntiä. Laskelma käyttää vuoden 2025 alustavaa verotettua nestemäärää ja kolmea verkkokaupan vuoden 2026 hintaa. Rajattu tuotejakauma ja poikkeava ajankohta pitävät luottamustason matalana.</a:t>
            </a:r>
          </a:p>
        </p:txBody>
      </p:sp>
    </p:spTree>
    <p:extLst>
      <p:ext uri="{BB962C8B-B14F-4D97-AF65-F5344CB8AC3E}">
        <p14:creationId xmlns:p14="http://schemas.microsoft.com/office/powerpoint/2010/main" val="207399158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4245AA6-6429-4BC7-90D7-A01BB11B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E692E94-42A9-40D8-A5A2-5924BA7E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E53BEB7-15CF-4881-B35A-E54B25C5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B78FA51-D060-4D72-B217-A1E1D307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814F520-88DF-46A3-99F0-EB72BC30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6D40A12-B5C1-4FA4-85AE-820C77FFD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375E1BE-7718-478E-B984-95B79373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FF17FAF-7178-4F84-A378-8506A80D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715BD24-EA21-46F5-8603-98434B66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B41649B-8384-404A-B5BE-3634F8D3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C25C239-2903-4A17-98DC-6EEA11504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BF7D210-DCA9-4CD3-9432-41DC601B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1E55270-44BC-4348-85DE-9DFCC383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FC04821-E16C-4C57-B49E-BFC263B18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9FA6B55-81ED-4DF9-A9FB-FC424C2F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8903C7D7-6061-4097-9216-92B22482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F652590-4528-4630-9EEF-99E7B113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01B44BC-EDE3-492B-883E-937348E4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99BF21B-4C3D-47B0-A94A-D066ED0C9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1E29046B-CA59-4D89-A320-EFE59D16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7156E2B-F1A9-46CC-AA41-FE1CB9DA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C205756-2FD5-4E9D-8FC1-7063526DD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144937618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13A6F3E-04B2-4EA5-98B6-459A55C69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A708803-0225-4C4C-A19D-0702B00A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Maailmanestimaatti vaatii vähintään 3 donoria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EFF8EAB-212D-453C-A1DA-E4AECC48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D294ED1-C4DD-4349-99BE-DAC96B50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0349D3-560B-4C16-85C0-A7F391DF2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Market-values model; Readiness, donorProtocol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C853E27-F0AE-4BA4-BA02-C943CAFD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B7E7B93-FBE4-4744-B839-EA61F365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Uusi-Seelanti 7/10: D5 hylätty, D8 ja D10 avoinna. Kaikki 5 ehdokasta ovat ulkona; donor-portti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5606B87-DF50-4D98-965D-D38288931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tunnistettu AIS/AVP-summa 274,180 milj. NZD (≈153,3 milj. EUR; ECB 2024) jakautuu kulutustarvikkeisiin 189 402 451,96, laitteisiin/hardwareen 84 709 409,85 ja sekajärjestelmiin 68 548,40 NZD.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Viereiset 2 137 085,24 ja ratkaisemattomat 4 367 017,37 NZD rajataan pois. Maa läpäisee 7/10; D5 hylätään sekä D8 ja D10 ovat avoimia.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Erillinen 533,7–731,2 milj. NZD (≈298,5–408,9 milj. EUR; ECB 2024) RPS-herkkyys on tuettu malli, ei havaittu kansallinen arvo. Donor-portti pysyy 0/3:ssa.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F3BD67A-0A82-4D21-ACA8-08576E6F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35AF784-20C3-47EB-9DED-01C80A3F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AF1E7CC-F339-4C65-834A-8A9AFA5E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155693641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CF44E38-0634-4BB1-96A6-E7B04CF2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11A7DC-AC93-410B-AF0D-03248271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586C53-5323-43D5-B2B9-C5A398A3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5ED7845-6109-4A63-B584-16074E2A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232D54A-7E29-41F9-9E7B-8CC1D499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BEDC397-75F8-4075-8A38-392E2607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D51DBB1-4774-4C71-A995-3FE19565F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153734288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E045FCC-D987-4806-BC58-8B852C83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E8E54B2-B22E-4E3A-9535-FF2E5DD5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07BC47F-2346-43AD-812B-9E12A79B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EDF034B-2BF9-4FAC-A09A-F59B9058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7B9D79-4E79-41DA-854B-5BBD461B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41A4AC2-7D05-4C6E-ABE2-B04FC039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4176000-025A-48B0-BBBC-CD809DBA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725D5B7-1ACB-4A87-841F-487A46E2A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23F9479-A872-46CC-8DBD-E1D52997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3A12D40-01BF-489E-A5D2-67A11A998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743C920-8E72-441B-ACB1-F39AFC7C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2061744378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3A597E7-7E1E-4A2A-B3EF-B190EC21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31DBE02-A481-4D3E-BF09-C83B0771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A4EEC66-B227-4E63-B765-B9376905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245293E-CD76-48F4-A765-B7D36767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1BCE18-8BC4-40E5-9113-FB9D4D6F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9912DEB-36E8-439F-A1C5-1D148FE3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058DF2C-63E7-4CEF-9B03-72F1FF39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148166987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EA3EE87-4E28-400A-83EB-FDC4243B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732F95-5442-4173-9EB5-2BDAEDE5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44DE8AD-3A75-4597-A0EA-B3C725A1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7F36501-0BC9-47F2-9906-3FE05F56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C8E00DA-91E6-4712-BC37-0DEAABC0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CBF3EAE-1A01-4F4F-AB46-DDA0DEB8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70882EE-FAA5-46C3-898C-A666A17A5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C1FDD0-A853-4005-8EE7-9F94AD78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85B0AE3-D3F9-4C80-9DCA-457E8E39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1242922-F6E0-44E2-ADBB-7AB4DC40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E6B607ED-D8C5-45FC-9DC9-06BD0BF78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F7848EF-C275-406E-86A0-9C6CAE7E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1A075F6-C8F2-4DBB-B583-724F45FA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CA37575-AC9A-400B-BA0E-74671868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18774CE-76FF-4828-843B-487523EF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0B2E928-A9FE-4B36-A308-18CF09AE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35B4AF5-D993-4050-ADA9-6E056129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5A0B591-0A86-4027-9632-90A5E525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FAD3F162-6523-4FF8-85DC-DEF8ECD4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5892667-6BF5-4C5D-ACE3-33B6DFDA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3612CC01-26D6-428C-801F-18C4ED6E8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C85D111-64E8-42C0-83B5-78929315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11AD060A-B0FF-47E4-BF75-F790F86E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29985648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406B5DF-00AE-4B4E-803B-420DD488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B301FAD-43F6-4227-A44D-357D9E64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A4CA364-78A7-46B9-8EFB-CFD697A6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21AA320-03CB-40D3-8918-B9994545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97ED75F-BF22-4DC0-91DA-7D12C344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E8AD0A6-12E8-4F3F-9EA9-2586DF43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EC80880-79FD-4CB1-8A17-1EA122959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86CF93D-38FB-4693-91D1-A43DDD56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59CED34-1B5A-41DD-95EC-15360DC5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7B5DEDA-39BF-44FB-862E-769BD4D5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87B2B19D-4D30-484D-84A5-AF389B95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AAA290D-A4B8-4FE2-BD4A-510B98515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8482DFF-F376-4B4C-9BBD-0AE4974F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75945E8-26A7-4F68-999E-BCAFCD143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D4BECA69-C4C0-44C3-93C7-1BC55B89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FAFE78B-5C2F-4666-921D-9B22C0F8E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6CE6F2C-44A4-47E3-BCD8-B90F10D1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6E16405-9CCC-4697-ABD8-DBAA6188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9CCE7BC-C553-4540-9602-17C050C8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A0F1E14-A574-4416-A111-5CD252449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B74B3E7-2095-463D-981E-E1C36533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65DA252-7D4E-444B-9512-3A9411F6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F08594EF-A8EF-4AB4-AA55-7C7B58DB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1036287976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0AD3D56-C9C8-4936-A44B-DE3FE8D7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D66C3DA-1DDE-460B-AAA1-583BDA69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E8C1D15-B4F2-498B-96FE-F22455F3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D7FC5CF-3C6E-46B3-928A-FF56FECE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E594ED-4EB4-42CF-857C-37AF0B2AE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DE60A1F-9715-49A0-99EA-A07F245F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DE757CB-CA98-4A6C-A51A-5B81665D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1298638274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D49A056-6552-4978-A44A-0E1E03AA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8C3E0A0-2021-4A4F-8ADE-3023FED0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B9D78CE-643A-42B7-A630-6FEDCBB7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873FDB4-7BF5-491A-B1D1-B96FC8BA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12179CA-63D9-4A98-BDFA-AF1F8067D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703337E-EF42-4E2C-A4E5-8A99AF78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4F3BEF-8414-438D-A888-6A478F73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202893902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D6E5CBA-1675-4E44-82E1-FFB60EFB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1A33D86-B2CA-457D-BFEE-2F354976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60D3D55-DF9C-4581-AB6C-835F83E9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67D0F1-D9ED-4423-8B42-357C1863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C090D21-2632-4802-BBB4-A96499C5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D5E2E06-14EB-440F-B830-27D8F44B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7BA696A-4D7C-4313-B6A8-930639BF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1499956697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0E52F21-F545-4D91-BAC5-88366F44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9213AD8-FDB2-4E02-8CD0-8F4EA3AB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34A2151-9CAD-43EC-AD79-82200AB2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AB6F3D7-D742-4CAE-B683-3944EC6F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A6C1132-F0AC-424B-9C92-1F124F12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93B4B78-5193-4CA9-A882-9BE64ABD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F35608-B41A-4A21-91F5-51E16F559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130171618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4D6D67F-784B-498B-8F17-C8427A73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A30DB0-332D-4605-AB58-E6B665EB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D338143-995C-4FE7-92F8-E2B7A82A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F4568A7-FD41-4F91-AD1F-D2C9A2AD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7BB65DC-DDB6-49FC-8E5B-EF38C631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73AE15C-5416-4ECE-B755-77C5B702D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11728B-DE8C-4328-B471-11E6CE61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618817887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5FC43A-73B8-4FB2-8D06-2BE8E241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B08B0FA-2B60-4E27-A64D-EB9814B0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Ensimmäisen donorin sulkemissprintti ohjaa seuraavat 90 päivää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3861730-DE64-408E-ABC4-4C41DD4A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D43A871-54C2-4181-A42D-25BE3A49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DC11E8E-3AA0-4827-A6B2-744428E1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ED3EE49-BBAB-4BD3-96E3-757E3C8D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5285C7D-A438-4164-B8D8-D32CEFD2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142A188-32EE-4FCE-BC14-83222592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E66F90D-66A9-4507-B475-A6BF3813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BA6343B-EA21-483F-A053-1EEA081C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Uusi-Seelanti: ministeriön D5/D8-vahvistus ja riippumaton D10-silta. Kanada: StatCanin D5/D7-vahvistus.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A5A49E28-1A4B-40DD-A2DE-6AFC43F2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97CA02A-D92E-4E8B-915D-2704EEC5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92760F1-3A0A-405E-855C-DAEBEC4EA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9607707-CDC0-4CD1-965C-A9E4E0CD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Puola: 2020–2023 virallinen e-nestevirta ja vuoden 2025 laite-/osasarjaverosilta; retail-arvo ja D1–D10-silta puuttuvat.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1673DAAF-816B-4934-816F-D56D8339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F0C6F07-17B9-4AE9-841C-785C706F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89F2B4A-21A9-4B41-9B2E-B6447F5D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AD6006D-4484-4D7E-BE88-2414EB51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Euromonitor 0/6 pakollista porttia; oikeuksiltaan selvä retail-data vain hyväksytyn näytteen jälkeen.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D1E003C8-DDE9-45C5-83B9-05E494A3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04FB7C0-443D-4496-BDB1-AEF4C302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7F3AA6C-AAAE-4B95-856C-156836043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990AF26-134D-4AE8-B843-ACB7B62A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 donor vain, jos kaikki kymmenen ehtoa läpäisevät. Muuten 0/3 ja not_computed säilyvät.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14E5DAF-22F7-498F-BA42-DAD1D6F7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Paketti päivitetään samasta julkisesta lähdedatasta jokaisessa sivustojulkaisussa.</a:t>
            </a:r>
          </a:p>
        </p:txBody>
      </p:sp>
    </p:spTree>
    <p:extLst>
      <p:ext uri="{BB962C8B-B14F-4D97-AF65-F5344CB8AC3E}">
        <p14:creationId xmlns:p14="http://schemas.microsoft.com/office/powerpoint/2010/main" val="198239698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BADD67C-1F49-4EEC-A369-846339E5C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9C30607-E122-47F1-8F7E-3747BB50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1D315F7-EE9A-4F2A-BE43-4995F030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BD48610-109C-4D52-8121-2B99C757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2026.07.27-27 · 2026-07-27 · 30 / 30</a:t>
            </a:r>
          </a:p>
        </p:txBody>
      </p:sp>
    </p:spTree>
    <p:extLst>
      <p:ext uri="{BB962C8B-B14F-4D97-AF65-F5344CB8AC3E}">
        <p14:creationId xmlns:p14="http://schemas.microsoft.com/office/powerpoint/2010/main" val="88664826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2026-07-27T13:15:00.7580000Z</dcterms:created>
  <dcterms:modified xsi:type="dcterms:W3CDTF">2026-07-27T13:15:00.7580000Z</dcterms:modified>
</coreProperties>
</file>