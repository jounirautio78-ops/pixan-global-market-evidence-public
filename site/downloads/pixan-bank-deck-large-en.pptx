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26612ed2304cfc" /><Relationship Type="http://schemas.openxmlformats.org/officeDocument/2006/relationships/extended-properties" Target="/docProps/app.xml" Id="R8a2c4708297745d3" /><Relationship Type="http://schemas.openxmlformats.org/officeDocument/2006/relationships/officeDocument" Target="/ppt/presentation.xml" Id="Rbda4721352084f4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f1b852257364b10"/>
  </p:sldMasterIdLst>
  <p:notesMasterIdLst>
    <p:notesMasterId xmlns:r="http://schemas.openxmlformats.org/officeDocument/2006/relationships" r:id="Ra61fdd2580c248e3"/>
  </p:notesMasterIdLst>
  <p:sldIdLst>
    <p:sldId xmlns:r="http://schemas.openxmlformats.org/officeDocument/2006/relationships" id="256" r:id="Rd49b9e7ae58d41da"/>
    <p:sldId xmlns:r="http://schemas.openxmlformats.org/officeDocument/2006/relationships" id="257" r:id="R9caa52f11c904008"/>
    <p:sldId xmlns:r="http://schemas.openxmlformats.org/officeDocument/2006/relationships" id="258" r:id="R72bd5441179f47e9"/>
    <p:sldId xmlns:r="http://schemas.openxmlformats.org/officeDocument/2006/relationships" id="259" r:id="R3effb3209c8346d9"/>
    <p:sldId xmlns:r="http://schemas.openxmlformats.org/officeDocument/2006/relationships" id="260" r:id="R8b4150d8f08e44ad"/>
    <p:sldId xmlns:r="http://schemas.openxmlformats.org/officeDocument/2006/relationships" id="261" r:id="R1fb525f0f85c44ae"/>
    <p:sldId xmlns:r="http://schemas.openxmlformats.org/officeDocument/2006/relationships" id="262" r:id="Rdcd6cf25807d422a"/>
    <p:sldId xmlns:r="http://schemas.openxmlformats.org/officeDocument/2006/relationships" id="263" r:id="R645097a62d7445fa"/>
    <p:sldId xmlns:r="http://schemas.openxmlformats.org/officeDocument/2006/relationships" id="264" r:id="Rbde25b2f4d784647"/>
    <p:sldId xmlns:r="http://schemas.openxmlformats.org/officeDocument/2006/relationships" id="265" r:id="R0d401cfa23a34a35"/>
    <p:sldId xmlns:r="http://schemas.openxmlformats.org/officeDocument/2006/relationships" id="266" r:id="R51b79b86c6c84dd6"/>
    <p:sldId xmlns:r="http://schemas.openxmlformats.org/officeDocument/2006/relationships" id="267" r:id="R7e62809e914b4969"/>
    <p:sldId xmlns:r="http://schemas.openxmlformats.org/officeDocument/2006/relationships" id="268" r:id="R1972380f5bce4477"/>
    <p:sldId xmlns:r="http://schemas.openxmlformats.org/officeDocument/2006/relationships" id="269" r:id="R9e5eb33262274784"/>
    <p:sldId xmlns:r="http://schemas.openxmlformats.org/officeDocument/2006/relationships" id="270" r:id="R5542bf5ba6a046c6"/>
    <p:sldId xmlns:r="http://schemas.openxmlformats.org/officeDocument/2006/relationships" id="271" r:id="Rb3cf4813ff7a4073"/>
    <p:sldId xmlns:r="http://schemas.openxmlformats.org/officeDocument/2006/relationships" id="272" r:id="Rd1e36399a59b4775"/>
    <p:sldId xmlns:r="http://schemas.openxmlformats.org/officeDocument/2006/relationships" id="273" r:id="Rd926598fb9c54215"/>
    <p:sldId xmlns:r="http://schemas.openxmlformats.org/officeDocument/2006/relationships" id="274" r:id="Re48144e49f0e4e54"/>
    <p:sldId xmlns:r="http://schemas.openxmlformats.org/officeDocument/2006/relationships" id="275" r:id="Rc316a6907e024938"/>
    <p:sldId xmlns:r="http://schemas.openxmlformats.org/officeDocument/2006/relationships" id="276" r:id="Rbc1db6e4c63d4237"/>
    <p:sldId xmlns:r="http://schemas.openxmlformats.org/officeDocument/2006/relationships" id="277" r:id="R44162cfa9eb54538"/>
    <p:sldId xmlns:r="http://schemas.openxmlformats.org/officeDocument/2006/relationships" id="278" r:id="R96247d9518f046e6"/>
    <p:sldId xmlns:r="http://schemas.openxmlformats.org/officeDocument/2006/relationships" id="279" r:id="Rb8ef280b9a774439"/>
    <p:sldId xmlns:r="http://schemas.openxmlformats.org/officeDocument/2006/relationships" id="280" r:id="R54f4e6da33a44a9a"/>
    <p:sldId xmlns:r="http://schemas.openxmlformats.org/officeDocument/2006/relationships" id="281" r:id="R71a6db7f6571474f"/>
    <p:sldId xmlns:r="http://schemas.openxmlformats.org/officeDocument/2006/relationships" id="282" r:id="R0fbdb57a3c324921"/>
    <p:sldId xmlns:r="http://schemas.openxmlformats.org/officeDocument/2006/relationships" id="283" r:id="Rc1239ba580dc42b2"/>
    <p:sldId xmlns:r="http://schemas.openxmlformats.org/officeDocument/2006/relationships" id="284" r:id="Rf3fc7eb952bf4562"/>
    <p:sldId xmlns:r="http://schemas.openxmlformats.org/officeDocument/2006/relationships" id="285" r:id="R8a111e3342e94f5d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df08a9b656498f" /><Relationship Type="http://schemas.openxmlformats.org/officeDocument/2006/relationships/slideMaster" Target="/ppt/slideMasters/slideMaster1.xml" Id="R9f1b852257364b10" /><Relationship Type="http://schemas.openxmlformats.org/officeDocument/2006/relationships/notesMaster" Target="/ppt/notesMasters/notesMaster1.xml" Id="Ra61fdd2580c248e3" /><Relationship Type="http://schemas.openxmlformats.org/officeDocument/2006/relationships/presProps" Target="/ppt/presProps.xml" Id="R266b62467d824240" /><Relationship Type="http://schemas.openxmlformats.org/officeDocument/2006/relationships/viewProps" Target="/ppt/viewProps.xml" Id="R1fab260afde34650" /><Relationship Type="http://schemas.openxmlformats.org/officeDocument/2006/relationships/tableStyles" Target="/ppt/tableStyles.xml" Id="R6e6e66bf9753470a" /><Relationship Type="http://schemas.openxmlformats.org/officeDocument/2006/relationships/slide" Target="/ppt/slides/slide1.xml" Id="Rd49b9e7ae58d41da" /><Relationship Type="http://schemas.openxmlformats.org/officeDocument/2006/relationships/slide" Target="/ppt/slides/slide2.xml" Id="R9caa52f11c904008" /><Relationship Type="http://schemas.openxmlformats.org/officeDocument/2006/relationships/slide" Target="/ppt/slides/slide3.xml" Id="R72bd5441179f47e9" /><Relationship Type="http://schemas.openxmlformats.org/officeDocument/2006/relationships/slide" Target="/ppt/slides/slide4.xml" Id="R3effb3209c8346d9" /><Relationship Type="http://schemas.openxmlformats.org/officeDocument/2006/relationships/slide" Target="/ppt/slides/slide5.xml" Id="R8b4150d8f08e44ad" /><Relationship Type="http://schemas.openxmlformats.org/officeDocument/2006/relationships/slide" Target="/ppt/slides/slide6.xml" Id="R1fb525f0f85c44ae" /><Relationship Type="http://schemas.openxmlformats.org/officeDocument/2006/relationships/slide" Target="/ppt/slides/slide7.xml" Id="Rdcd6cf25807d422a" /><Relationship Type="http://schemas.openxmlformats.org/officeDocument/2006/relationships/slide" Target="/ppt/slides/slide8.xml" Id="R645097a62d7445fa" /><Relationship Type="http://schemas.openxmlformats.org/officeDocument/2006/relationships/slide" Target="/ppt/slides/slide9.xml" Id="Rbde25b2f4d784647" /><Relationship Type="http://schemas.openxmlformats.org/officeDocument/2006/relationships/slide" Target="/ppt/slides/slide10.xml" Id="R0d401cfa23a34a35" /><Relationship Type="http://schemas.openxmlformats.org/officeDocument/2006/relationships/slide" Target="/ppt/slides/slide11.xml" Id="R51b79b86c6c84dd6" /><Relationship Type="http://schemas.openxmlformats.org/officeDocument/2006/relationships/slide" Target="/ppt/slides/slide12.xml" Id="R7e62809e914b4969" /><Relationship Type="http://schemas.openxmlformats.org/officeDocument/2006/relationships/slide" Target="/ppt/slides/slide13.xml" Id="R1972380f5bce4477" /><Relationship Type="http://schemas.openxmlformats.org/officeDocument/2006/relationships/slide" Target="/ppt/slides/slide14.xml" Id="R9e5eb33262274784" /><Relationship Type="http://schemas.openxmlformats.org/officeDocument/2006/relationships/slide" Target="/ppt/slides/slide15.xml" Id="R5542bf5ba6a046c6" /><Relationship Type="http://schemas.openxmlformats.org/officeDocument/2006/relationships/slide" Target="/ppt/slides/slide16.xml" Id="Rb3cf4813ff7a4073" /><Relationship Type="http://schemas.openxmlformats.org/officeDocument/2006/relationships/slide" Target="/ppt/slides/slide17.xml" Id="Rd1e36399a59b4775" /><Relationship Type="http://schemas.openxmlformats.org/officeDocument/2006/relationships/slide" Target="/ppt/slides/slide18.xml" Id="Rd926598fb9c54215" /><Relationship Type="http://schemas.openxmlformats.org/officeDocument/2006/relationships/slide" Target="/ppt/slides/slide19.xml" Id="Re48144e49f0e4e54" /><Relationship Type="http://schemas.openxmlformats.org/officeDocument/2006/relationships/slide" Target="/ppt/slides/slide20.xml" Id="Rc316a6907e024938" /><Relationship Type="http://schemas.openxmlformats.org/officeDocument/2006/relationships/slide" Target="/ppt/slides/slide21.xml" Id="Rbc1db6e4c63d4237" /><Relationship Type="http://schemas.openxmlformats.org/officeDocument/2006/relationships/slide" Target="/ppt/slides/slide22.xml" Id="R44162cfa9eb54538" /><Relationship Type="http://schemas.openxmlformats.org/officeDocument/2006/relationships/slide" Target="/ppt/slides/slide23.xml" Id="R96247d9518f046e6" /><Relationship Type="http://schemas.openxmlformats.org/officeDocument/2006/relationships/slide" Target="/ppt/slides/slide24.xml" Id="Rb8ef280b9a774439" /><Relationship Type="http://schemas.openxmlformats.org/officeDocument/2006/relationships/slide" Target="/ppt/slides/slide25.xml" Id="R54f4e6da33a44a9a" /><Relationship Type="http://schemas.openxmlformats.org/officeDocument/2006/relationships/slide" Target="/ppt/slides/slide26.xml" Id="R71a6db7f6571474f" /><Relationship Type="http://schemas.openxmlformats.org/officeDocument/2006/relationships/slide" Target="/ppt/slides/slide27.xml" Id="R0fbdb57a3c324921" /><Relationship Type="http://schemas.openxmlformats.org/officeDocument/2006/relationships/slide" Target="/ppt/slides/slide28.xml" Id="Rc1239ba580dc42b2" /><Relationship Type="http://schemas.openxmlformats.org/officeDocument/2006/relationships/slide" Target="/ppt/slides/slide29.xml" Id="Rf3fc7eb952bf4562" /><Relationship Type="http://schemas.openxmlformats.org/officeDocument/2006/relationships/slide" Target="/ppt/slides/slide30.xml" Id="R8a111e3342e94f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fb3d8330254aa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0694bbeb47f45ca" /><Relationship Type="http://schemas.openxmlformats.org/officeDocument/2006/relationships/notesMaster" Target="/ppt/notesMasters/notesMaster1.xml" Id="R6f653c3fb3034d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bcf9e906104585" /><Relationship Type="http://schemas.openxmlformats.org/officeDocument/2006/relationships/notesMaster" Target="/ppt/notesMasters/notesMaster1.xml" Id="R0740ff8bac144a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769f18a635742b2" /><Relationship Type="http://schemas.openxmlformats.org/officeDocument/2006/relationships/notesMaster" Target="/ppt/notesMasters/notesMaster1.xml" Id="R0b044648a3d0434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b2930de2e243c9" /><Relationship Type="http://schemas.openxmlformats.org/officeDocument/2006/relationships/notesMaster" Target="/ppt/notesMasters/notesMaster1.xml" Id="Reb1fc05da1994c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32938ebd394f5c" /><Relationship Type="http://schemas.openxmlformats.org/officeDocument/2006/relationships/notesMaster" Target="/ppt/notesMasters/notesMaster1.xml" Id="Rf0d59ad001b54b3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112ede32ca487d" /><Relationship Type="http://schemas.openxmlformats.org/officeDocument/2006/relationships/notesMaster" Target="/ppt/notesMasters/notesMaster1.xml" Id="R15a37033fee041f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ef1e7b98d384efa" /><Relationship Type="http://schemas.openxmlformats.org/officeDocument/2006/relationships/notesMaster" Target="/ppt/notesMasters/notesMaster1.xml" Id="Ra283f49a8df948b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8a79321e394081" /><Relationship Type="http://schemas.openxmlformats.org/officeDocument/2006/relationships/notesMaster" Target="/ppt/notesMasters/notesMaster1.xml" Id="R3bc3d28e02dc43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a02e4b3508486f" /><Relationship Type="http://schemas.openxmlformats.org/officeDocument/2006/relationships/notesMaster" Target="/ppt/notesMasters/notesMaster1.xml" Id="Rcf70905299a0464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fa6f60640cc4c0d" /><Relationship Type="http://schemas.openxmlformats.org/officeDocument/2006/relationships/notesMaster" Target="/ppt/notesMasters/notesMaster1.xml" Id="Re55c0367c867476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cfdb1fac1f34176" /><Relationship Type="http://schemas.openxmlformats.org/officeDocument/2006/relationships/notesMaster" Target="/ppt/notesMasters/notesMaster1.xml" Id="R3c11317f92d44ad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4b3b51344d24c14" /><Relationship Type="http://schemas.openxmlformats.org/officeDocument/2006/relationships/notesMaster" Target="/ppt/notesMasters/notesMaster1.xml" Id="R91f75176d93c456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66c81b67a944b86" /><Relationship Type="http://schemas.openxmlformats.org/officeDocument/2006/relationships/notesMaster" Target="/ppt/notesMasters/notesMaster1.xml" Id="R2f37793b1c8d451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f0432827d6e4a80" /><Relationship Type="http://schemas.openxmlformats.org/officeDocument/2006/relationships/notesMaster" Target="/ppt/notesMasters/notesMaster1.xml" Id="Rd2b5817b2fef475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e7dce44ce6504fb4" /><Relationship Type="http://schemas.openxmlformats.org/officeDocument/2006/relationships/notesMaster" Target="/ppt/notesMasters/notesMaster1.xml" Id="Rc535ef2cf89b4a2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d48822f007944da" /><Relationship Type="http://schemas.openxmlformats.org/officeDocument/2006/relationships/notesMaster" Target="/ppt/notesMasters/notesMaster1.xml" Id="Rbb47244f3d8a4ba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10d1f90486346c1" /><Relationship Type="http://schemas.openxmlformats.org/officeDocument/2006/relationships/notesMaster" Target="/ppt/notesMasters/notesMaster1.xml" Id="R76150482955e48c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40f810b46f416e" /><Relationship Type="http://schemas.openxmlformats.org/officeDocument/2006/relationships/notesMaster" Target="/ppt/notesMasters/notesMaster1.xml" Id="R894c733a393647e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39822e627fa4370" /><Relationship Type="http://schemas.openxmlformats.org/officeDocument/2006/relationships/notesMaster" Target="/ppt/notesMasters/notesMaster1.xml" Id="Rba0058fddaa0468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ff7ad3944f14386" /><Relationship Type="http://schemas.openxmlformats.org/officeDocument/2006/relationships/notesMaster" Target="/ppt/notesMasters/notesMaster1.xml" Id="R331a147f3ae24e6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eca430612b34727" /><Relationship Type="http://schemas.openxmlformats.org/officeDocument/2006/relationships/notesMaster" Target="/ppt/notesMasters/notesMaster1.xml" Id="Rd26ecefad00043f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b0ab3f02eaa461b" /><Relationship Type="http://schemas.openxmlformats.org/officeDocument/2006/relationships/notesMaster" Target="/ppt/notesMasters/notesMaster1.xml" Id="Rda7f82c12b50466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4e9baee5bd14cd0" /><Relationship Type="http://schemas.openxmlformats.org/officeDocument/2006/relationships/notesMaster" Target="/ppt/notesMasters/notesMaster1.xml" Id="R65c13c789d474ee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6d3497f8d33436e" /><Relationship Type="http://schemas.openxmlformats.org/officeDocument/2006/relationships/notesMaster" Target="/ppt/notesMasters/notesMaster1.xml" Id="Re5269d7046d044f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15db41c6f0248a7" /><Relationship Type="http://schemas.openxmlformats.org/officeDocument/2006/relationships/notesMaster" Target="/ppt/notesMasters/notesMaster1.xml" Id="R2f20739f0a3f4de6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a0019373ff2a475f" /><Relationship Type="http://schemas.openxmlformats.org/officeDocument/2006/relationships/notesMaster" Target="/ppt/notesMasters/notesMaster1.xml" Id="Ra51d54570dfd423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6e36ee2be694f78" /><Relationship Type="http://schemas.openxmlformats.org/officeDocument/2006/relationships/notesMaster" Target="/ppt/notesMasters/notesMaster1.xml" Id="R77d6acfd05144b3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64f2d0047b44a1c" /><Relationship Type="http://schemas.openxmlformats.org/officeDocument/2006/relationships/notesMaster" Target="/ppt/notesMasters/notesMaster1.xml" Id="Rf15b1a9c6fe0449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38d0b59ca85e48bd" /><Relationship Type="http://schemas.openxmlformats.org/officeDocument/2006/relationships/notesMaster" Target="/ppt/notesMasters/notesMaster1.xml" Id="R14041852174a479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9d77c578f3e4846" /><Relationship Type="http://schemas.openxmlformats.org/officeDocument/2006/relationships/notesMaster" Target="/ppt/notesMasters/notesMaster1.xml" Id="R90b2d07eb1124b4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82249479c240e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d4d37f36f34e8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56102f64db42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287ef1446a476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7d026e1be8449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65cac7b498486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ce06dbb2aa4e1f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dca04ab7db419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570e6b3d694c0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b5c50190dc472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ef7cd6ba524b79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d0516a839ef4a6a" /><Relationship Type="http://schemas.openxmlformats.org/officeDocument/2006/relationships/slideLayout" Target="/ppt/slideLayouts/slideLayout1.xml" Id="R67516203978848c8" /><Relationship Type="http://schemas.openxmlformats.org/officeDocument/2006/relationships/slideLayout" Target="/ppt/slideLayouts/slideLayout2.xml" Id="Rfab786b1c0404a8b" /><Relationship Type="http://schemas.openxmlformats.org/officeDocument/2006/relationships/slideLayout" Target="/ppt/slideLayouts/slideLayout3.xml" Id="R65fd4c37748c4330" /><Relationship Type="http://schemas.openxmlformats.org/officeDocument/2006/relationships/slideLayout" Target="/ppt/slideLayouts/slideLayout4.xml" Id="Ra796d9b8cbea4c84" /><Relationship Type="http://schemas.openxmlformats.org/officeDocument/2006/relationships/slideLayout" Target="/ppt/slideLayouts/slideLayout5.xml" Id="R211932d9adfc4d8c" /><Relationship Type="http://schemas.openxmlformats.org/officeDocument/2006/relationships/slideLayout" Target="/ppt/slideLayouts/slideLayout6.xml" Id="R69c7b3a792964af8" /><Relationship Type="http://schemas.openxmlformats.org/officeDocument/2006/relationships/slideLayout" Target="/ppt/slideLayouts/slideLayout7.xml" Id="R18059144ba0140f8" /><Relationship Type="http://schemas.openxmlformats.org/officeDocument/2006/relationships/slideLayout" Target="/ppt/slideLayouts/slideLayout8.xml" Id="Rf7f344ddc68649c6" /><Relationship Type="http://schemas.openxmlformats.org/officeDocument/2006/relationships/slideLayout" Target="/ppt/slideLayouts/slideLayout9.xml" Id="Rd81fafef0be94f11" /><Relationship Type="http://schemas.openxmlformats.org/officeDocument/2006/relationships/slideLayout" Target="/ppt/slideLayouts/slideLayout10.xml" Id="Rad581a268848444b" /><Relationship Type="http://schemas.openxmlformats.org/officeDocument/2006/relationships/slideLayout" Target="/ppt/slideLayouts/slideLayout11.xml" Id="Rbbdbaff1664e412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7516203978848c8"/>
    <p:sldLayoutId xmlns:r="http://schemas.openxmlformats.org/officeDocument/2006/relationships" id="2147483650" r:id="Rfab786b1c0404a8b"/>
    <p:sldLayoutId xmlns:r="http://schemas.openxmlformats.org/officeDocument/2006/relationships" id="2147483651" r:id="R65fd4c37748c4330"/>
    <p:sldLayoutId xmlns:r="http://schemas.openxmlformats.org/officeDocument/2006/relationships" id="2147483652" r:id="Ra796d9b8cbea4c84"/>
    <p:sldLayoutId xmlns:r="http://schemas.openxmlformats.org/officeDocument/2006/relationships" id="2147483653" r:id="R211932d9adfc4d8c"/>
    <p:sldLayoutId xmlns:r="http://schemas.openxmlformats.org/officeDocument/2006/relationships" id="2147483654" r:id="R69c7b3a792964af8"/>
    <p:sldLayoutId xmlns:r="http://schemas.openxmlformats.org/officeDocument/2006/relationships" id="2147483655" r:id="R18059144ba0140f8"/>
    <p:sldLayoutId xmlns:r="http://schemas.openxmlformats.org/officeDocument/2006/relationships" id="2147483656" r:id="Rf7f344ddc68649c6"/>
    <p:sldLayoutId xmlns:r="http://schemas.openxmlformats.org/officeDocument/2006/relationships" id="2147483657" r:id="Rd81fafef0be94f11"/>
    <p:sldLayoutId xmlns:r="http://schemas.openxmlformats.org/officeDocument/2006/relationships" id="2147483658" r:id="Rad581a268848444b"/>
    <p:sldLayoutId xmlns:r="http://schemas.openxmlformats.org/officeDocument/2006/relationships" id="2147483659" r:id="Rbbdbaff1664e4129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a0222759d042c2" /><Relationship Type="http://schemas.openxmlformats.org/officeDocument/2006/relationships/notesSlide" Target="/ppt/notesSlides/notesSlide1.xml" Id="Rc6ec56b1a518476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0c2040a8af94402" /><Relationship Type="http://schemas.openxmlformats.org/officeDocument/2006/relationships/notesSlide" Target="/ppt/notesSlides/notesSlide2.xml" Id="Rb356555d9bd0426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0d10a11ec24a90" /><Relationship Type="http://schemas.openxmlformats.org/officeDocument/2006/relationships/notesSlide" Target="/ppt/notesSlides/notesSlide3.xml" Id="R3cc1ff755c414e1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48c25c44174b62" /><Relationship Type="http://schemas.openxmlformats.org/officeDocument/2006/relationships/notesSlide" Target="/ppt/notesSlides/notesSlide4.xml" Id="R6d43186818cd44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4b0da30fad4916" /><Relationship Type="http://schemas.openxmlformats.org/officeDocument/2006/relationships/notesSlide" Target="/ppt/notesSlides/notesSlide5.xml" Id="R9eb208125b0f4ce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206e691b994316" /><Relationship Type="http://schemas.openxmlformats.org/officeDocument/2006/relationships/notesSlide" Target="/ppt/notesSlides/notesSlide6.xml" Id="Rd1e474bfac4a46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fd774b15c340c4" /><Relationship Type="http://schemas.openxmlformats.org/officeDocument/2006/relationships/notesSlide" Target="/ppt/notesSlides/notesSlide7.xml" Id="Rc074fd2feb7745f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2a90d86639a4fe4" /><Relationship Type="http://schemas.openxmlformats.org/officeDocument/2006/relationships/notesSlide" Target="/ppt/notesSlides/notesSlide8.xml" Id="Rb8bed2c9821d463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d555275c3a408d" /><Relationship Type="http://schemas.openxmlformats.org/officeDocument/2006/relationships/notesSlide" Target="/ppt/notesSlides/notesSlide9.xml" Id="R5c7cf3c57cea46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5b11efa2ea04fca" /><Relationship Type="http://schemas.openxmlformats.org/officeDocument/2006/relationships/notesSlide" Target="/ppt/notesSlides/notesSlide10.xml" Id="R6ebffac6a0d54e0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4c967260274ed3" /><Relationship Type="http://schemas.openxmlformats.org/officeDocument/2006/relationships/notesSlide" Target="/ppt/notesSlides/notesSlide11.xml" Id="R20c6c6e37b4e44f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013a0729ed8480b" /><Relationship Type="http://schemas.openxmlformats.org/officeDocument/2006/relationships/notesSlide" Target="/ppt/notesSlides/notesSlide12.xml" Id="R5930b81338184d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c83a2a26a6348e2" /><Relationship Type="http://schemas.openxmlformats.org/officeDocument/2006/relationships/notesSlide" Target="/ppt/notesSlides/notesSlide13.xml" Id="Rd983c322f6e9407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0aae4a42d84cbc" /><Relationship Type="http://schemas.openxmlformats.org/officeDocument/2006/relationships/notesSlide" Target="/ppt/notesSlides/notesSlide14.xml" Id="Ra2376efed4e549f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a0b85b030184628" /><Relationship Type="http://schemas.openxmlformats.org/officeDocument/2006/relationships/notesSlide" Target="/ppt/notesSlides/notesSlide15.xml" Id="Re211ba0ff0ff43c9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9739f2de314967" /><Relationship Type="http://schemas.openxmlformats.org/officeDocument/2006/relationships/notesSlide" Target="/ppt/notesSlides/notesSlide16.xml" Id="R6af58a36eecd445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d9310056bfe4d03" /><Relationship Type="http://schemas.openxmlformats.org/officeDocument/2006/relationships/notesSlide" Target="/ppt/notesSlides/notesSlide17.xml" Id="R101bb28c77d14b1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6dbc93cb78427d" /><Relationship Type="http://schemas.openxmlformats.org/officeDocument/2006/relationships/notesSlide" Target="/ppt/notesSlides/notesSlide18.xml" Id="Rc3dee3180301400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adfbac20fa4680" /><Relationship Type="http://schemas.openxmlformats.org/officeDocument/2006/relationships/notesSlide" Target="/ppt/notesSlides/notesSlide19.xml" Id="R9de348309b1f418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7ebaa0f1aef4789" /><Relationship Type="http://schemas.openxmlformats.org/officeDocument/2006/relationships/notesSlide" Target="/ppt/notesSlides/notesSlide20.xml" Id="R8549d34319a54f2f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c2a52f5ae74ba2" /><Relationship Type="http://schemas.openxmlformats.org/officeDocument/2006/relationships/notesSlide" Target="/ppt/notesSlides/notesSlide21.xml" Id="Rcd6c50ae2139428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12e7486f15d406b" /><Relationship Type="http://schemas.openxmlformats.org/officeDocument/2006/relationships/notesSlide" Target="/ppt/notesSlides/notesSlide22.xml" Id="Rc9bf18c4981c46e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d36c5e8fc54ea6" /><Relationship Type="http://schemas.openxmlformats.org/officeDocument/2006/relationships/notesSlide" Target="/ppt/notesSlides/notesSlide23.xml" Id="R9a1e7f64df6847a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e2e11fc46e4fc7" /><Relationship Type="http://schemas.openxmlformats.org/officeDocument/2006/relationships/notesSlide" Target="/ppt/notesSlides/notesSlide24.xml" Id="Rf7791f040b76494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4c46c86af34736" /><Relationship Type="http://schemas.openxmlformats.org/officeDocument/2006/relationships/notesSlide" Target="/ppt/notesSlides/notesSlide25.xml" Id="R4273d6bdb56c4dd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0285fe962941f5" /><Relationship Type="http://schemas.openxmlformats.org/officeDocument/2006/relationships/notesSlide" Target="/ppt/notesSlides/notesSlide26.xml" Id="Rd5d710dd47e2499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b25d4489ce849c8" /><Relationship Type="http://schemas.openxmlformats.org/officeDocument/2006/relationships/notesSlide" Target="/ppt/notesSlides/notesSlide27.xml" Id="R810235c06a7e4736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07820f878854257" /><Relationship Type="http://schemas.openxmlformats.org/officeDocument/2006/relationships/notesSlide" Target="/ppt/notesSlides/notesSlide28.xml" Id="Rb000f5f6595548a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58f47e90f804b5f" /><Relationship Type="http://schemas.openxmlformats.org/officeDocument/2006/relationships/notesSlide" Target="/ppt/notesSlides/notesSlide29.xml" Id="Rf1007c93fde847c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a2a7b72d55244c2" /><Relationship Type="http://schemas.openxmlformats.org/officeDocument/2006/relationships/notesSlide" Target="/ppt/notesSlides/notesSlide30.xml" Id="R6c1dc4dcd64145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2026.07.30-36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2026-07-30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method control separates 28 reviewed plans, 0 source leads, 15 EU TPD patterns and 152 unscoped proxy routes; none unlocks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method control 28 / 0 / 15 / 152;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478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market measures and 36 Swedish FHM register counts; method control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D5, D7 and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devices + 62,500 component sets. Not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58.406m, or 5.03%,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D5: NAICS 459993/459999 coverage. D7: exact annual error boundary missing. D10: different transaction stages remain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range is modelled—not observed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Not observed sales. The provisional 2025 taxed-liquid volume is multiplied by three 2026 prices from one German online shop. The year mismatch, single-shop basket, product mix and excluded categories make confidence low.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Market-values model; Method-route control; Readiness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Manufacturer: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Technology provider: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Financier or buyer: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2026.07.30-36 · 2026-07-30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Ministry D5/D8 confirmation and an independent D10 bridge. Canada: Statistics Canada D5/D7 confirmation.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device/component tax bridge; retail value and a D1–D10 bridge remain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2023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Official-response delta on 30 July: Canada's table-specific clarification corrects the tax basis but changes no values; D5/D7/D10 remain open. Germany's narrowed reply asks the authority to handle only existing aggregates and standard extracts available without charge; paid processing is withheld absent separate written approval. France remains a customs proxy; Denmark and Luxembourg supplied no sales data. Euromonitor remains paused; 0/6, NOT SCORED. Belgium ≈83,333 litres (9 months) and Italy EUR 84.31m PLI tax remain not-retail anchors.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daily package is generated at most once per Asia/Nicosia calendar day; the dashboard may update intraday.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2026.07.30-36 · 2026-07-30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2026-07-30T09:50:54.3690000Z</dcterms:created>
  <dcterms:modified xsi:type="dcterms:W3CDTF">2026-07-30T09:50:54.3690000Z</dcterms:modified>
</coreProperties>
</file>