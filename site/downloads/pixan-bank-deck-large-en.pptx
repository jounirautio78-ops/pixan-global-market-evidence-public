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d03863636a4f42" /><Relationship Type="http://schemas.openxmlformats.org/officeDocument/2006/relationships/extended-properties" Target="/docProps/app.xml" Id="R607632c9163b43b0" /><Relationship Type="http://schemas.openxmlformats.org/officeDocument/2006/relationships/officeDocument" Target="/ppt/presentation.xml" Id="R1f5546ada3d64d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199ffd26654c90"/>
  </p:sldMasterIdLst>
  <p:notesMasterIdLst>
    <p:notesMasterId xmlns:r="http://schemas.openxmlformats.org/officeDocument/2006/relationships" r:id="Rd4a8a40e849f4cb9"/>
  </p:notesMasterIdLst>
  <p:sldIdLst>
    <p:sldId xmlns:r="http://schemas.openxmlformats.org/officeDocument/2006/relationships" id="256" r:id="R2db90512e5e040c5"/>
    <p:sldId xmlns:r="http://schemas.openxmlformats.org/officeDocument/2006/relationships" id="257" r:id="R07d882cde0794cd3"/>
    <p:sldId xmlns:r="http://schemas.openxmlformats.org/officeDocument/2006/relationships" id="258" r:id="Rd22ae5737f3e47bc"/>
    <p:sldId xmlns:r="http://schemas.openxmlformats.org/officeDocument/2006/relationships" id="259" r:id="Rd7da737a67ed4053"/>
    <p:sldId xmlns:r="http://schemas.openxmlformats.org/officeDocument/2006/relationships" id="260" r:id="Rb4db032807fb4c8c"/>
    <p:sldId xmlns:r="http://schemas.openxmlformats.org/officeDocument/2006/relationships" id="261" r:id="R2c2c6a5655df40ae"/>
    <p:sldId xmlns:r="http://schemas.openxmlformats.org/officeDocument/2006/relationships" id="262" r:id="R215ba2527e9c42b6"/>
    <p:sldId xmlns:r="http://schemas.openxmlformats.org/officeDocument/2006/relationships" id="263" r:id="R2b5ad97a900e45d5"/>
    <p:sldId xmlns:r="http://schemas.openxmlformats.org/officeDocument/2006/relationships" id="264" r:id="Rbd4ed99a18fe4827"/>
    <p:sldId xmlns:r="http://schemas.openxmlformats.org/officeDocument/2006/relationships" id="265" r:id="R9f2adcb10d5641d6"/>
    <p:sldId xmlns:r="http://schemas.openxmlformats.org/officeDocument/2006/relationships" id="266" r:id="Rb38b010f78af4b79"/>
    <p:sldId xmlns:r="http://schemas.openxmlformats.org/officeDocument/2006/relationships" id="267" r:id="R80d662c2fcde437a"/>
    <p:sldId xmlns:r="http://schemas.openxmlformats.org/officeDocument/2006/relationships" id="268" r:id="Ra1d986582d8642b0"/>
    <p:sldId xmlns:r="http://schemas.openxmlformats.org/officeDocument/2006/relationships" id="269" r:id="R1eeeafabcc6246a5"/>
    <p:sldId xmlns:r="http://schemas.openxmlformats.org/officeDocument/2006/relationships" id="270" r:id="Rd2859c0990cd44c4"/>
    <p:sldId xmlns:r="http://schemas.openxmlformats.org/officeDocument/2006/relationships" id="271" r:id="Raef738a3594f4683"/>
    <p:sldId xmlns:r="http://schemas.openxmlformats.org/officeDocument/2006/relationships" id="272" r:id="R4523277eaba54a32"/>
    <p:sldId xmlns:r="http://schemas.openxmlformats.org/officeDocument/2006/relationships" id="273" r:id="R47470ece7a1048df"/>
    <p:sldId xmlns:r="http://schemas.openxmlformats.org/officeDocument/2006/relationships" id="274" r:id="R48fa6beecd094b27"/>
    <p:sldId xmlns:r="http://schemas.openxmlformats.org/officeDocument/2006/relationships" id="275" r:id="Rc6a87d3e87544afa"/>
    <p:sldId xmlns:r="http://schemas.openxmlformats.org/officeDocument/2006/relationships" id="276" r:id="R615c636ed29948fb"/>
    <p:sldId xmlns:r="http://schemas.openxmlformats.org/officeDocument/2006/relationships" id="277" r:id="Rb63884eed1ca44af"/>
    <p:sldId xmlns:r="http://schemas.openxmlformats.org/officeDocument/2006/relationships" id="278" r:id="R643ec3bccc7a45b2"/>
    <p:sldId xmlns:r="http://schemas.openxmlformats.org/officeDocument/2006/relationships" id="279" r:id="R887fb991e1f84f2b"/>
    <p:sldId xmlns:r="http://schemas.openxmlformats.org/officeDocument/2006/relationships" id="280" r:id="R5e2b10024ce04f4f"/>
    <p:sldId xmlns:r="http://schemas.openxmlformats.org/officeDocument/2006/relationships" id="281" r:id="R04f62931748b4e9a"/>
    <p:sldId xmlns:r="http://schemas.openxmlformats.org/officeDocument/2006/relationships" id="282" r:id="Rca442bddd4f54b1d"/>
    <p:sldId xmlns:r="http://schemas.openxmlformats.org/officeDocument/2006/relationships" id="283" r:id="Rd36b45561b384b9d"/>
    <p:sldId xmlns:r="http://schemas.openxmlformats.org/officeDocument/2006/relationships" id="284" r:id="R8bc3002fd36e4d87"/>
    <p:sldId xmlns:r="http://schemas.openxmlformats.org/officeDocument/2006/relationships" id="285" r:id="R0d53f29ef7204b7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c6fe1e758f4c9d" /><Relationship Type="http://schemas.openxmlformats.org/officeDocument/2006/relationships/slideMaster" Target="/ppt/slideMasters/slideMaster1.xml" Id="Rf7199ffd26654c90" /><Relationship Type="http://schemas.openxmlformats.org/officeDocument/2006/relationships/notesMaster" Target="/ppt/notesMasters/notesMaster1.xml" Id="Rd4a8a40e849f4cb9" /><Relationship Type="http://schemas.openxmlformats.org/officeDocument/2006/relationships/presProps" Target="/ppt/presProps.xml" Id="R73788bdd626b4683" /><Relationship Type="http://schemas.openxmlformats.org/officeDocument/2006/relationships/viewProps" Target="/ppt/viewProps.xml" Id="R4fdbd802feb84b2e" /><Relationship Type="http://schemas.openxmlformats.org/officeDocument/2006/relationships/tableStyles" Target="/ppt/tableStyles.xml" Id="R42d48378805f4cd4" /><Relationship Type="http://schemas.openxmlformats.org/officeDocument/2006/relationships/slide" Target="/ppt/slides/slide1.xml" Id="R2db90512e5e040c5" /><Relationship Type="http://schemas.openxmlformats.org/officeDocument/2006/relationships/slide" Target="/ppt/slides/slide2.xml" Id="R07d882cde0794cd3" /><Relationship Type="http://schemas.openxmlformats.org/officeDocument/2006/relationships/slide" Target="/ppt/slides/slide3.xml" Id="Rd22ae5737f3e47bc" /><Relationship Type="http://schemas.openxmlformats.org/officeDocument/2006/relationships/slide" Target="/ppt/slides/slide4.xml" Id="Rd7da737a67ed4053" /><Relationship Type="http://schemas.openxmlformats.org/officeDocument/2006/relationships/slide" Target="/ppt/slides/slide5.xml" Id="Rb4db032807fb4c8c" /><Relationship Type="http://schemas.openxmlformats.org/officeDocument/2006/relationships/slide" Target="/ppt/slides/slide6.xml" Id="R2c2c6a5655df40ae" /><Relationship Type="http://schemas.openxmlformats.org/officeDocument/2006/relationships/slide" Target="/ppt/slides/slide7.xml" Id="R215ba2527e9c42b6" /><Relationship Type="http://schemas.openxmlformats.org/officeDocument/2006/relationships/slide" Target="/ppt/slides/slide8.xml" Id="R2b5ad97a900e45d5" /><Relationship Type="http://schemas.openxmlformats.org/officeDocument/2006/relationships/slide" Target="/ppt/slides/slide9.xml" Id="Rbd4ed99a18fe4827" /><Relationship Type="http://schemas.openxmlformats.org/officeDocument/2006/relationships/slide" Target="/ppt/slides/slide10.xml" Id="R9f2adcb10d5641d6" /><Relationship Type="http://schemas.openxmlformats.org/officeDocument/2006/relationships/slide" Target="/ppt/slides/slide11.xml" Id="Rb38b010f78af4b79" /><Relationship Type="http://schemas.openxmlformats.org/officeDocument/2006/relationships/slide" Target="/ppt/slides/slide12.xml" Id="R80d662c2fcde437a" /><Relationship Type="http://schemas.openxmlformats.org/officeDocument/2006/relationships/slide" Target="/ppt/slides/slide13.xml" Id="Ra1d986582d8642b0" /><Relationship Type="http://schemas.openxmlformats.org/officeDocument/2006/relationships/slide" Target="/ppt/slides/slide14.xml" Id="R1eeeafabcc6246a5" /><Relationship Type="http://schemas.openxmlformats.org/officeDocument/2006/relationships/slide" Target="/ppt/slides/slide15.xml" Id="Rd2859c0990cd44c4" /><Relationship Type="http://schemas.openxmlformats.org/officeDocument/2006/relationships/slide" Target="/ppt/slides/slide16.xml" Id="Raef738a3594f4683" /><Relationship Type="http://schemas.openxmlformats.org/officeDocument/2006/relationships/slide" Target="/ppt/slides/slide17.xml" Id="R4523277eaba54a32" /><Relationship Type="http://schemas.openxmlformats.org/officeDocument/2006/relationships/slide" Target="/ppt/slides/slide18.xml" Id="R47470ece7a1048df" /><Relationship Type="http://schemas.openxmlformats.org/officeDocument/2006/relationships/slide" Target="/ppt/slides/slide19.xml" Id="R48fa6beecd094b27" /><Relationship Type="http://schemas.openxmlformats.org/officeDocument/2006/relationships/slide" Target="/ppt/slides/slide20.xml" Id="Rc6a87d3e87544afa" /><Relationship Type="http://schemas.openxmlformats.org/officeDocument/2006/relationships/slide" Target="/ppt/slides/slide21.xml" Id="R615c636ed29948fb" /><Relationship Type="http://schemas.openxmlformats.org/officeDocument/2006/relationships/slide" Target="/ppt/slides/slide22.xml" Id="Rb63884eed1ca44af" /><Relationship Type="http://schemas.openxmlformats.org/officeDocument/2006/relationships/slide" Target="/ppt/slides/slide23.xml" Id="R643ec3bccc7a45b2" /><Relationship Type="http://schemas.openxmlformats.org/officeDocument/2006/relationships/slide" Target="/ppt/slides/slide24.xml" Id="R887fb991e1f84f2b" /><Relationship Type="http://schemas.openxmlformats.org/officeDocument/2006/relationships/slide" Target="/ppt/slides/slide25.xml" Id="R5e2b10024ce04f4f" /><Relationship Type="http://schemas.openxmlformats.org/officeDocument/2006/relationships/slide" Target="/ppt/slides/slide26.xml" Id="R04f62931748b4e9a" /><Relationship Type="http://schemas.openxmlformats.org/officeDocument/2006/relationships/slide" Target="/ppt/slides/slide27.xml" Id="Rca442bddd4f54b1d" /><Relationship Type="http://schemas.openxmlformats.org/officeDocument/2006/relationships/slide" Target="/ppt/slides/slide28.xml" Id="Rd36b45561b384b9d" /><Relationship Type="http://schemas.openxmlformats.org/officeDocument/2006/relationships/slide" Target="/ppt/slides/slide29.xml" Id="R8bc3002fd36e4d87" /><Relationship Type="http://schemas.openxmlformats.org/officeDocument/2006/relationships/slide" Target="/ppt/slides/slide30.xml" Id="R0d53f29ef7204b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f5f74f1c1b44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1b342f72184422" /><Relationship Type="http://schemas.openxmlformats.org/officeDocument/2006/relationships/notesMaster" Target="/ppt/notesMasters/notesMaster1.xml" Id="R164d228069484b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1d6444bbed4a5c" /><Relationship Type="http://schemas.openxmlformats.org/officeDocument/2006/relationships/notesMaster" Target="/ppt/notesMasters/notesMaster1.xml" Id="R851f81929ffe42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ca28066c1245c2" /><Relationship Type="http://schemas.openxmlformats.org/officeDocument/2006/relationships/notesMaster" Target="/ppt/notesMasters/notesMaster1.xml" Id="R5183bb68ea5f49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9ac9ecb80f4f08" /><Relationship Type="http://schemas.openxmlformats.org/officeDocument/2006/relationships/notesMaster" Target="/ppt/notesMasters/notesMaster1.xml" Id="R4233fb63b27843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ae085fc8864ab2" /><Relationship Type="http://schemas.openxmlformats.org/officeDocument/2006/relationships/notesMaster" Target="/ppt/notesMasters/notesMaster1.xml" Id="Rdf9fdaa4769e41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c8656f86b7447d" /><Relationship Type="http://schemas.openxmlformats.org/officeDocument/2006/relationships/notesMaster" Target="/ppt/notesMasters/notesMaster1.xml" Id="R8973f41d781e44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5b1a00f9024734" /><Relationship Type="http://schemas.openxmlformats.org/officeDocument/2006/relationships/notesMaster" Target="/ppt/notesMasters/notesMaster1.xml" Id="Raeb54da296fa48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196f149d834d58" /><Relationship Type="http://schemas.openxmlformats.org/officeDocument/2006/relationships/notesMaster" Target="/ppt/notesMasters/notesMaster1.xml" Id="R00c4d820eff84e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dc4f2c73594605" /><Relationship Type="http://schemas.openxmlformats.org/officeDocument/2006/relationships/notesMaster" Target="/ppt/notesMasters/notesMaster1.xml" Id="Rac69476b3a8147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c2cf81a3bf421b" /><Relationship Type="http://schemas.openxmlformats.org/officeDocument/2006/relationships/notesMaster" Target="/ppt/notesMasters/notesMaster1.xml" Id="R52c4f4a4174246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27dfca9123444f" /><Relationship Type="http://schemas.openxmlformats.org/officeDocument/2006/relationships/notesMaster" Target="/ppt/notesMasters/notesMaster1.xml" Id="R2b63c404558e48f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9f1e86aa964364" /><Relationship Type="http://schemas.openxmlformats.org/officeDocument/2006/relationships/notesMaster" Target="/ppt/notesMasters/notesMaster1.xml" Id="Rb1311921004243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4026301b0f94a79" /><Relationship Type="http://schemas.openxmlformats.org/officeDocument/2006/relationships/notesMaster" Target="/ppt/notesMasters/notesMaster1.xml" Id="R201e506f08f5433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8fc1285e13747cb" /><Relationship Type="http://schemas.openxmlformats.org/officeDocument/2006/relationships/notesMaster" Target="/ppt/notesMasters/notesMaster1.xml" Id="R973d2102dea94d2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34e9c73a18d4f13" /><Relationship Type="http://schemas.openxmlformats.org/officeDocument/2006/relationships/notesMaster" Target="/ppt/notesMasters/notesMaster1.xml" Id="R4e48e94b3816435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d6be7ea9ca4a6f" /><Relationship Type="http://schemas.openxmlformats.org/officeDocument/2006/relationships/notesMaster" Target="/ppt/notesMasters/notesMaster1.xml" Id="R3e912cb2c3c54ff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fc74444230143bc" /><Relationship Type="http://schemas.openxmlformats.org/officeDocument/2006/relationships/notesMaster" Target="/ppt/notesMasters/notesMaster1.xml" Id="R38b14fd303b7457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7ccb933700c40dc" /><Relationship Type="http://schemas.openxmlformats.org/officeDocument/2006/relationships/notesMaster" Target="/ppt/notesMasters/notesMaster1.xml" Id="Rea941b413d8e4c4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4cf9810635e4fbe" /><Relationship Type="http://schemas.openxmlformats.org/officeDocument/2006/relationships/notesMaster" Target="/ppt/notesMasters/notesMaster1.xml" Id="Rba1995922e124c0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32bcd0f8ad14c3a" /><Relationship Type="http://schemas.openxmlformats.org/officeDocument/2006/relationships/notesMaster" Target="/ppt/notesMasters/notesMaster1.xml" Id="R90c73f6abcf447b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26f0cc9cef49e8" /><Relationship Type="http://schemas.openxmlformats.org/officeDocument/2006/relationships/notesMaster" Target="/ppt/notesMasters/notesMaster1.xml" Id="Ra63fa723f79246c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560669fab8446e0" /><Relationship Type="http://schemas.openxmlformats.org/officeDocument/2006/relationships/notesMaster" Target="/ppt/notesMasters/notesMaster1.xml" Id="Rf4f72f2d7364429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68bd0cf775548a7" /><Relationship Type="http://schemas.openxmlformats.org/officeDocument/2006/relationships/notesMaster" Target="/ppt/notesMasters/notesMaster1.xml" Id="Ra5fcf127ce724b1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3ffe4b7ce0c45b6" /><Relationship Type="http://schemas.openxmlformats.org/officeDocument/2006/relationships/notesMaster" Target="/ppt/notesMasters/notesMaster1.xml" Id="Rba96636ff69c43a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2c791d49b4a4d55" /><Relationship Type="http://schemas.openxmlformats.org/officeDocument/2006/relationships/notesMaster" Target="/ppt/notesMasters/notesMaster1.xml" Id="R5c8ea77160f24e7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7367fe37d4c41b6" /><Relationship Type="http://schemas.openxmlformats.org/officeDocument/2006/relationships/notesMaster" Target="/ppt/notesMasters/notesMaster1.xml" Id="R81a06646a90d484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bbe555806544b61" /><Relationship Type="http://schemas.openxmlformats.org/officeDocument/2006/relationships/notesMaster" Target="/ppt/notesMasters/notesMaster1.xml" Id="R1883defa446a486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9d16a197d484ffe" /><Relationship Type="http://schemas.openxmlformats.org/officeDocument/2006/relationships/notesMaster" Target="/ppt/notesMasters/notesMaster1.xml" Id="R7f7387908a954de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7f6faf42ab04cf9" /><Relationship Type="http://schemas.openxmlformats.org/officeDocument/2006/relationships/notesMaster" Target="/ppt/notesMasters/notesMaster1.xml" Id="Rc97bc33bf8294bc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f1651d49ab040fa" /><Relationship Type="http://schemas.openxmlformats.org/officeDocument/2006/relationships/notesMaster" Target="/ppt/notesMasters/notesMaster1.xml" Id="Re1d7369cb68c47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6be562656492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54ef861dc42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77e3670ec643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107c581ff3484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2d6e369804d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ecfdc0148a4b2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71632cf1f94f0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d5f399e134ae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b7c341052d42b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6cd274b6b44e5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ad5db7d3f547b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b41aae50184a67" /><Relationship Type="http://schemas.openxmlformats.org/officeDocument/2006/relationships/slideLayout" Target="/ppt/slideLayouts/slideLayout1.xml" Id="R76fe3ddaa1264931" /><Relationship Type="http://schemas.openxmlformats.org/officeDocument/2006/relationships/slideLayout" Target="/ppt/slideLayouts/slideLayout2.xml" Id="Rc332b28b0178456d" /><Relationship Type="http://schemas.openxmlformats.org/officeDocument/2006/relationships/slideLayout" Target="/ppt/slideLayouts/slideLayout3.xml" Id="R1d902f122f894f7c" /><Relationship Type="http://schemas.openxmlformats.org/officeDocument/2006/relationships/slideLayout" Target="/ppt/slideLayouts/slideLayout4.xml" Id="Rc18d64559ab04c25" /><Relationship Type="http://schemas.openxmlformats.org/officeDocument/2006/relationships/slideLayout" Target="/ppt/slideLayouts/slideLayout5.xml" Id="R00677972a3b84549" /><Relationship Type="http://schemas.openxmlformats.org/officeDocument/2006/relationships/slideLayout" Target="/ppt/slideLayouts/slideLayout6.xml" Id="Rafad7be819914ba6" /><Relationship Type="http://schemas.openxmlformats.org/officeDocument/2006/relationships/slideLayout" Target="/ppt/slideLayouts/slideLayout7.xml" Id="R8480fcdce7174d7c" /><Relationship Type="http://schemas.openxmlformats.org/officeDocument/2006/relationships/slideLayout" Target="/ppt/slideLayouts/slideLayout8.xml" Id="R9211953dc6904949" /><Relationship Type="http://schemas.openxmlformats.org/officeDocument/2006/relationships/slideLayout" Target="/ppt/slideLayouts/slideLayout9.xml" Id="R8a2e7972e4084f94" /><Relationship Type="http://schemas.openxmlformats.org/officeDocument/2006/relationships/slideLayout" Target="/ppt/slideLayouts/slideLayout10.xml" Id="R525c07736d7c4a6f" /><Relationship Type="http://schemas.openxmlformats.org/officeDocument/2006/relationships/slideLayout" Target="/ppt/slideLayouts/slideLayout11.xml" Id="R123902193eb84dc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fe3ddaa1264931"/>
    <p:sldLayoutId xmlns:r="http://schemas.openxmlformats.org/officeDocument/2006/relationships" id="2147483650" r:id="Rc332b28b0178456d"/>
    <p:sldLayoutId xmlns:r="http://schemas.openxmlformats.org/officeDocument/2006/relationships" id="2147483651" r:id="R1d902f122f894f7c"/>
    <p:sldLayoutId xmlns:r="http://schemas.openxmlformats.org/officeDocument/2006/relationships" id="2147483652" r:id="Rc18d64559ab04c25"/>
    <p:sldLayoutId xmlns:r="http://schemas.openxmlformats.org/officeDocument/2006/relationships" id="2147483653" r:id="R00677972a3b84549"/>
    <p:sldLayoutId xmlns:r="http://schemas.openxmlformats.org/officeDocument/2006/relationships" id="2147483654" r:id="Rafad7be819914ba6"/>
    <p:sldLayoutId xmlns:r="http://schemas.openxmlformats.org/officeDocument/2006/relationships" id="2147483655" r:id="R8480fcdce7174d7c"/>
    <p:sldLayoutId xmlns:r="http://schemas.openxmlformats.org/officeDocument/2006/relationships" id="2147483656" r:id="R9211953dc6904949"/>
    <p:sldLayoutId xmlns:r="http://schemas.openxmlformats.org/officeDocument/2006/relationships" id="2147483657" r:id="R8a2e7972e4084f94"/>
    <p:sldLayoutId xmlns:r="http://schemas.openxmlformats.org/officeDocument/2006/relationships" id="2147483658" r:id="R525c07736d7c4a6f"/>
    <p:sldLayoutId xmlns:r="http://schemas.openxmlformats.org/officeDocument/2006/relationships" id="2147483659" r:id="R123902193eb84dc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98f5115caf430d" /><Relationship Type="http://schemas.openxmlformats.org/officeDocument/2006/relationships/notesSlide" Target="/ppt/notesSlides/notesSlide1.xml" Id="R3783a6e41e254e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59347682434167" /><Relationship Type="http://schemas.openxmlformats.org/officeDocument/2006/relationships/notesSlide" Target="/ppt/notesSlides/notesSlide2.xml" Id="Rd880d12d8d014d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79b89926c44f8c" /><Relationship Type="http://schemas.openxmlformats.org/officeDocument/2006/relationships/notesSlide" Target="/ppt/notesSlides/notesSlide3.xml" Id="Rea295f1eee5a4b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0f7ae4bd644671" /><Relationship Type="http://schemas.openxmlformats.org/officeDocument/2006/relationships/notesSlide" Target="/ppt/notesSlides/notesSlide4.xml" Id="R4c7968b9c45047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06ef0538be4f8e" /><Relationship Type="http://schemas.openxmlformats.org/officeDocument/2006/relationships/notesSlide" Target="/ppt/notesSlides/notesSlide5.xml" Id="R854548df539f46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8669386e714e08" /><Relationship Type="http://schemas.openxmlformats.org/officeDocument/2006/relationships/notesSlide" Target="/ppt/notesSlides/notesSlide6.xml" Id="Rfe2f03a431f24a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2682f5b9b94315" /><Relationship Type="http://schemas.openxmlformats.org/officeDocument/2006/relationships/notesSlide" Target="/ppt/notesSlides/notesSlide7.xml" Id="R6119470b26774c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5f765cd2c34345" /><Relationship Type="http://schemas.openxmlformats.org/officeDocument/2006/relationships/notesSlide" Target="/ppt/notesSlides/notesSlide8.xml" Id="Rc6f8421fbdd348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f4d8918c9f4ae6" /><Relationship Type="http://schemas.openxmlformats.org/officeDocument/2006/relationships/notesSlide" Target="/ppt/notesSlides/notesSlide9.xml" Id="R2646d24a36794b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673c19302a4be0" /><Relationship Type="http://schemas.openxmlformats.org/officeDocument/2006/relationships/notesSlide" Target="/ppt/notesSlides/notesSlide10.xml" Id="Ra62b302ab84341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373239ded0405d" /><Relationship Type="http://schemas.openxmlformats.org/officeDocument/2006/relationships/notesSlide" Target="/ppt/notesSlides/notesSlide11.xml" Id="R153e8030cc8d48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c83308e6d34f90" /><Relationship Type="http://schemas.openxmlformats.org/officeDocument/2006/relationships/notesSlide" Target="/ppt/notesSlides/notesSlide12.xml" Id="Raf826290fa264e4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8d3110bba44de0" /><Relationship Type="http://schemas.openxmlformats.org/officeDocument/2006/relationships/notesSlide" Target="/ppt/notesSlides/notesSlide13.xml" Id="Ree68d9831bfe454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6a63575e5048fe" /><Relationship Type="http://schemas.openxmlformats.org/officeDocument/2006/relationships/notesSlide" Target="/ppt/notesSlides/notesSlide14.xml" Id="Rcdf09d7c39ab4d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8612e420ae418d" /><Relationship Type="http://schemas.openxmlformats.org/officeDocument/2006/relationships/notesSlide" Target="/ppt/notesSlides/notesSlide15.xml" Id="R07463913ce4449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c233ac95344433" /><Relationship Type="http://schemas.openxmlformats.org/officeDocument/2006/relationships/notesSlide" Target="/ppt/notesSlides/notesSlide16.xml" Id="R2b1d5b3919024d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49c47eb9a04ad2" /><Relationship Type="http://schemas.openxmlformats.org/officeDocument/2006/relationships/notesSlide" Target="/ppt/notesSlides/notesSlide17.xml" Id="R1c4a679109f1412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6a6c9101b348dd" /><Relationship Type="http://schemas.openxmlformats.org/officeDocument/2006/relationships/notesSlide" Target="/ppt/notesSlides/notesSlide18.xml" Id="R51ce82fd672b45c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c5690b041b44f1" /><Relationship Type="http://schemas.openxmlformats.org/officeDocument/2006/relationships/notesSlide" Target="/ppt/notesSlides/notesSlide19.xml" Id="R4624f87974bc4f5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d796e5a08944cf" /><Relationship Type="http://schemas.openxmlformats.org/officeDocument/2006/relationships/notesSlide" Target="/ppt/notesSlides/notesSlide20.xml" Id="R753714337a5c42c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0a4907b9294702" /><Relationship Type="http://schemas.openxmlformats.org/officeDocument/2006/relationships/notesSlide" Target="/ppt/notesSlides/notesSlide21.xml" Id="R1f1ca94347fb476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b1eb9f1a6343d1" /><Relationship Type="http://schemas.openxmlformats.org/officeDocument/2006/relationships/notesSlide" Target="/ppt/notesSlides/notesSlide22.xml" Id="R26283e942e034bf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1849b3d99f4a3c" /><Relationship Type="http://schemas.openxmlformats.org/officeDocument/2006/relationships/notesSlide" Target="/ppt/notesSlides/notesSlide23.xml" Id="Rbb91b9c129de4c7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cfd531ef03459c" /><Relationship Type="http://schemas.openxmlformats.org/officeDocument/2006/relationships/notesSlide" Target="/ppt/notesSlides/notesSlide24.xml" Id="R49bb4c75e0bf490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a2d675db3c4d36" /><Relationship Type="http://schemas.openxmlformats.org/officeDocument/2006/relationships/notesSlide" Target="/ppt/notesSlides/notesSlide25.xml" Id="Rc17a1303e87749e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59c015e3714041" /><Relationship Type="http://schemas.openxmlformats.org/officeDocument/2006/relationships/notesSlide" Target="/ppt/notesSlides/notesSlide26.xml" Id="Re174158003db404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e74cdb7ec64080" /><Relationship Type="http://schemas.openxmlformats.org/officeDocument/2006/relationships/notesSlide" Target="/ppt/notesSlides/notesSlide27.xml" Id="R6e36e5577ef94b9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ad9032027c4ea8" /><Relationship Type="http://schemas.openxmlformats.org/officeDocument/2006/relationships/notesSlide" Target="/ppt/notesSlides/notesSlide28.xml" Id="R43e287e50e8f4f7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da7492ee284f1f" /><Relationship Type="http://schemas.openxmlformats.org/officeDocument/2006/relationships/notesSlide" Target="/ppt/notesSlides/notesSlide29.xml" Id="R3bcaa68156bc4ff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29ed3a320f4c3e" /><Relationship Type="http://schemas.openxmlformats.org/officeDocument/2006/relationships/notesSlide" Target="/ppt/notesSlides/notesSlide30.xml" Id="Rf93f33b8654144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base contains 578 WB records; Poland's 2020–2023 flow and 2025 tax bridge strengthen the research base but do not unlock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78036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+ 36 Swedish FHM register counts; plus a 195-country proxy base (not sales)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World Bank; Statistics Canada; Health Canada; New Zealand Ministry of Health; Destatis; Vero; Sejm; Polish Ministry of Finance;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devices + 62,500 component sets. Not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 (+5.03%)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Market-values model; Readiness, donorProtocol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device/component tax bridge; retail value and a D1–D10 bridge remain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is 0/6 mandatory gates; use rights-cleared retail data only after an accepted sample.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2026.07.27-29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2026-07-27T14:33:01.4680000Z</dcterms:created>
  <dcterms:modified xsi:type="dcterms:W3CDTF">2026-07-27T14:33:01.4680000Z</dcterms:modified>
</coreProperties>
</file>