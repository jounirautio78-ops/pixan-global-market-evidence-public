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c5b1d6f1d3842fb" /><Relationship Type="http://schemas.openxmlformats.org/officeDocument/2006/relationships/extended-properties" Target="/docProps/app.xml" Id="R938e71d66a1c42aa" /><Relationship Type="http://schemas.openxmlformats.org/officeDocument/2006/relationships/officeDocument" Target="/ppt/presentation.xml" Id="R82aec5346e3b46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82d90ea234782"/>
  </p:sldMasterIdLst>
  <p:notesMasterIdLst>
    <p:notesMasterId xmlns:r="http://schemas.openxmlformats.org/officeDocument/2006/relationships" r:id="Rd0ed510290ab4ca2"/>
  </p:notesMasterIdLst>
  <p:sldIdLst>
    <p:sldId xmlns:r="http://schemas.openxmlformats.org/officeDocument/2006/relationships" id="256" r:id="R2adb8cc69dfb486f"/>
    <p:sldId xmlns:r="http://schemas.openxmlformats.org/officeDocument/2006/relationships" id="257" r:id="Rad49689ed6d448d7"/>
    <p:sldId xmlns:r="http://schemas.openxmlformats.org/officeDocument/2006/relationships" id="258" r:id="R325f1530fe0a49a8"/>
    <p:sldId xmlns:r="http://schemas.openxmlformats.org/officeDocument/2006/relationships" id="259" r:id="R647ca50a689741b5"/>
    <p:sldId xmlns:r="http://schemas.openxmlformats.org/officeDocument/2006/relationships" id="260" r:id="Rd049b715bfb04577"/>
    <p:sldId xmlns:r="http://schemas.openxmlformats.org/officeDocument/2006/relationships" id="261" r:id="Rbfc8741c0b874946"/>
    <p:sldId xmlns:r="http://schemas.openxmlformats.org/officeDocument/2006/relationships" id="262" r:id="Rce766484836b48bf"/>
    <p:sldId xmlns:r="http://schemas.openxmlformats.org/officeDocument/2006/relationships" id="263" r:id="R5f30d8a16ea44f1c"/>
    <p:sldId xmlns:r="http://schemas.openxmlformats.org/officeDocument/2006/relationships" id="264" r:id="Raa5f814e75484f64"/>
    <p:sldId xmlns:r="http://schemas.openxmlformats.org/officeDocument/2006/relationships" id="265" r:id="R29fd660a0f064a36"/>
    <p:sldId xmlns:r="http://schemas.openxmlformats.org/officeDocument/2006/relationships" id="266" r:id="R34c8f3563ddf4ba4"/>
    <p:sldId xmlns:r="http://schemas.openxmlformats.org/officeDocument/2006/relationships" id="267" r:id="R95b17e67514e4c4b"/>
    <p:sldId xmlns:r="http://schemas.openxmlformats.org/officeDocument/2006/relationships" id="268" r:id="Ra46503b4eb8f435c"/>
    <p:sldId xmlns:r="http://schemas.openxmlformats.org/officeDocument/2006/relationships" id="269" r:id="R01ae39b6c11843c0"/>
    <p:sldId xmlns:r="http://schemas.openxmlformats.org/officeDocument/2006/relationships" id="270" r:id="R411c562763694248"/>
    <p:sldId xmlns:r="http://schemas.openxmlformats.org/officeDocument/2006/relationships" id="271" r:id="R16f9cc0a64134b6b"/>
    <p:sldId xmlns:r="http://schemas.openxmlformats.org/officeDocument/2006/relationships" id="272" r:id="R7818d2dc01c64eba"/>
    <p:sldId xmlns:r="http://schemas.openxmlformats.org/officeDocument/2006/relationships" id="273" r:id="R6158cafa9b654806"/>
    <p:sldId xmlns:r="http://schemas.openxmlformats.org/officeDocument/2006/relationships" id="274" r:id="R8d07f18df40149c9"/>
    <p:sldId xmlns:r="http://schemas.openxmlformats.org/officeDocument/2006/relationships" id="275" r:id="R47c4b1a0033d42fe"/>
    <p:sldId xmlns:r="http://schemas.openxmlformats.org/officeDocument/2006/relationships" id="276" r:id="Rb4e02a8b6e3d4779"/>
    <p:sldId xmlns:r="http://schemas.openxmlformats.org/officeDocument/2006/relationships" id="277" r:id="R12880627ed3742d4"/>
    <p:sldId xmlns:r="http://schemas.openxmlformats.org/officeDocument/2006/relationships" id="278" r:id="R736db507ddd4450e"/>
    <p:sldId xmlns:r="http://schemas.openxmlformats.org/officeDocument/2006/relationships" id="279" r:id="R21d1336485fe4a53"/>
    <p:sldId xmlns:r="http://schemas.openxmlformats.org/officeDocument/2006/relationships" id="280" r:id="R19588d9e0a3846c8"/>
    <p:sldId xmlns:r="http://schemas.openxmlformats.org/officeDocument/2006/relationships" id="281" r:id="R339170b86e0a4fb8"/>
    <p:sldId xmlns:r="http://schemas.openxmlformats.org/officeDocument/2006/relationships" id="282" r:id="Rac59f84e6ece44ba"/>
    <p:sldId xmlns:r="http://schemas.openxmlformats.org/officeDocument/2006/relationships" id="283" r:id="R9db173d1fee94dbe"/>
    <p:sldId xmlns:r="http://schemas.openxmlformats.org/officeDocument/2006/relationships" id="284" r:id="Re84d88b5cfeb44af"/>
    <p:sldId xmlns:r="http://schemas.openxmlformats.org/officeDocument/2006/relationships" id="285" r:id="R28ffd0cac22b45af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ace324ebf2405b" /><Relationship Type="http://schemas.openxmlformats.org/officeDocument/2006/relationships/slideMaster" Target="/ppt/slideMasters/slideMaster1.xml" Id="Re6e82d90ea234782" /><Relationship Type="http://schemas.openxmlformats.org/officeDocument/2006/relationships/notesMaster" Target="/ppt/notesMasters/notesMaster1.xml" Id="Rd0ed510290ab4ca2" /><Relationship Type="http://schemas.openxmlformats.org/officeDocument/2006/relationships/presProps" Target="/ppt/presProps.xml" Id="Rad1dd8c04df24a98" /><Relationship Type="http://schemas.openxmlformats.org/officeDocument/2006/relationships/viewProps" Target="/ppt/viewProps.xml" Id="Ref0754b5d81a40a4" /><Relationship Type="http://schemas.openxmlformats.org/officeDocument/2006/relationships/tableStyles" Target="/ppt/tableStyles.xml" Id="R3bdc5263a02a43c6" /><Relationship Type="http://schemas.openxmlformats.org/officeDocument/2006/relationships/slide" Target="/ppt/slides/slide1.xml" Id="R2adb8cc69dfb486f" /><Relationship Type="http://schemas.openxmlformats.org/officeDocument/2006/relationships/slide" Target="/ppt/slides/slide2.xml" Id="Rad49689ed6d448d7" /><Relationship Type="http://schemas.openxmlformats.org/officeDocument/2006/relationships/slide" Target="/ppt/slides/slide3.xml" Id="R325f1530fe0a49a8" /><Relationship Type="http://schemas.openxmlformats.org/officeDocument/2006/relationships/slide" Target="/ppt/slides/slide4.xml" Id="R647ca50a689741b5" /><Relationship Type="http://schemas.openxmlformats.org/officeDocument/2006/relationships/slide" Target="/ppt/slides/slide5.xml" Id="Rd049b715bfb04577" /><Relationship Type="http://schemas.openxmlformats.org/officeDocument/2006/relationships/slide" Target="/ppt/slides/slide6.xml" Id="Rbfc8741c0b874946" /><Relationship Type="http://schemas.openxmlformats.org/officeDocument/2006/relationships/slide" Target="/ppt/slides/slide7.xml" Id="Rce766484836b48bf" /><Relationship Type="http://schemas.openxmlformats.org/officeDocument/2006/relationships/slide" Target="/ppt/slides/slide8.xml" Id="R5f30d8a16ea44f1c" /><Relationship Type="http://schemas.openxmlformats.org/officeDocument/2006/relationships/slide" Target="/ppt/slides/slide9.xml" Id="Raa5f814e75484f64" /><Relationship Type="http://schemas.openxmlformats.org/officeDocument/2006/relationships/slide" Target="/ppt/slides/slide10.xml" Id="R29fd660a0f064a36" /><Relationship Type="http://schemas.openxmlformats.org/officeDocument/2006/relationships/slide" Target="/ppt/slides/slide11.xml" Id="R34c8f3563ddf4ba4" /><Relationship Type="http://schemas.openxmlformats.org/officeDocument/2006/relationships/slide" Target="/ppt/slides/slide12.xml" Id="R95b17e67514e4c4b" /><Relationship Type="http://schemas.openxmlformats.org/officeDocument/2006/relationships/slide" Target="/ppt/slides/slide13.xml" Id="Ra46503b4eb8f435c" /><Relationship Type="http://schemas.openxmlformats.org/officeDocument/2006/relationships/slide" Target="/ppt/slides/slide14.xml" Id="R01ae39b6c11843c0" /><Relationship Type="http://schemas.openxmlformats.org/officeDocument/2006/relationships/slide" Target="/ppt/slides/slide15.xml" Id="R411c562763694248" /><Relationship Type="http://schemas.openxmlformats.org/officeDocument/2006/relationships/slide" Target="/ppt/slides/slide16.xml" Id="R16f9cc0a64134b6b" /><Relationship Type="http://schemas.openxmlformats.org/officeDocument/2006/relationships/slide" Target="/ppt/slides/slide17.xml" Id="R7818d2dc01c64eba" /><Relationship Type="http://schemas.openxmlformats.org/officeDocument/2006/relationships/slide" Target="/ppt/slides/slide18.xml" Id="R6158cafa9b654806" /><Relationship Type="http://schemas.openxmlformats.org/officeDocument/2006/relationships/slide" Target="/ppt/slides/slide19.xml" Id="R8d07f18df40149c9" /><Relationship Type="http://schemas.openxmlformats.org/officeDocument/2006/relationships/slide" Target="/ppt/slides/slide20.xml" Id="R47c4b1a0033d42fe" /><Relationship Type="http://schemas.openxmlformats.org/officeDocument/2006/relationships/slide" Target="/ppt/slides/slide21.xml" Id="Rb4e02a8b6e3d4779" /><Relationship Type="http://schemas.openxmlformats.org/officeDocument/2006/relationships/slide" Target="/ppt/slides/slide22.xml" Id="R12880627ed3742d4" /><Relationship Type="http://schemas.openxmlformats.org/officeDocument/2006/relationships/slide" Target="/ppt/slides/slide23.xml" Id="R736db507ddd4450e" /><Relationship Type="http://schemas.openxmlformats.org/officeDocument/2006/relationships/slide" Target="/ppt/slides/slide24.xml" Id="R21d1336485fe4a53" /><Relationship Type="http://schemas.openxmlformats.org/officeDocument/2006/relationships/slide" Target="/ppt/slides/slide25.xml" Id="R19588d9e0a3846c8" /><Relationship Type="http://schemas.openxmlformats.org/officeDocument/2006/relationships/slide" Target="/ppt/slides/slide26.xml" Id="R339170b86e0a4fb8" /><Relationship Type="http://schemas.openxmlformats.org/officeDocument/2006/relationships/slide" Target="/ppt/slides/slide27.xml" Id="Rac59f84e6ece44ba" /><Relationship Type="http://schemas.openxmlformats.org/officeDocument/2006/relationships/slide" Target="/ppt/slides/slide28.xml" Id="R9db173d1fee94dbe" /><Relationship Type="http://schemas.openxmlformats.org/officeDocument/2006/relationships/slide" Target="/ppt/slides/slide29.xml" Id="Re84d88b5cfeb44af" /><Relationship Type="http://schemas.openxmlformats.org/officeDocument/2006/relationships/slide" Target="/ppt/slides/slide30.xml" Id="R28ffd0cac22b45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ab1f6ed19e43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f33d18563344a5" /><Relationship Type="http://schemas.openxmlformats.org/officeDocument/2006/relationships/notesMaster" Target="/ppt/notesMasters/notesMaster1.xml" Id="R2738ef71afc947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8b94747ccd47ed" /><Relationship Type="http://schemas.openxmlformats.org/officeDocument/2006/relationships/notesMaster" Target="/ppt/notesMasters/notesMaster1.xml" Id="R20d031c087534d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44f84a3c5c48e7" /><Relationship Type="http://schemas.openxmlformats.org/officeDocument/2006/relationships/notesMaster" Target="/ppt/notesMasters/notesMaster1.xml" Id="Rd5813bf9dcf84b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2a462c90574582" /><Relationship Type="http://schemas.openxmlformats.org/officeDocument/2006/relationships/notesMaster" Target="/ppt/notesMasters/notesMaster1.xml" Id="R527d4367538149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bf925fbfd3f4a65" /><Relationship Type="http://schemas.openxmlformats.org/officeDocument/2006/relationships/notesMaster" Target="/ppt/notesMasters/notesMaster1.xml" Id="R8f645a55b9414e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6efa624484463c" /><Relationship Type="http://schemas.openxmlformats.org/officeDocument/2006/relationships/notesMaster" Target="/ppt/notesMasters/notesMaster1.xml" Id="R1fb86310e7dd4a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413a531c844f33" /><Relationship Type="http://schemas.openxmlformats.org/officeDocument/2006/relationships/notesMaster" Target="/ppt/notesMasters/notesMaster1.xml" Id="R623d2b20fc11425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4a8a20bc42456e" /><Relationship Type="http://schemas.openxmlformats.org/officeDocument/2006/relationships/notesMaster" Target="/ppt/notesMasters/notesMaster1.xml" Id="R2a1615c0c07049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bd89b379abf4f4a" /><Relationship Type="http://schemas.openxmlformats.org/officeDocument/2006/relationships/notesMaster" Target="/ppt/notesMasters/notesMaster1.xml" Id="R44ccfbc7a40a43f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5f381e6e2464f0a" /><Relationship Type="http://schemas.openxmlformats.org/officeDocument/2006/relationships/notesMaster" Target="/ppt/notesMasters/notesMaster1.xml" Id="R67c011ee44b540f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13282ba85849b6" /><Relationship Type="http://schemas.openxmlformats.org/officeDocument/2006/relationships/notesMaster" Target="/ppt/notesMasters/notesMaster1.xml" Id="Rd54d80b6156641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01ff1899d714e1a" /><Relationship Type="http://schemas.openxmlformats.org/officeDocument/2006/relationships/notesMaster" Target="/ppt/notesMasters/notesMaster1.xml" Id="Rc2d243ac93434e6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9b099642e274229" /><Relationship Type="http://schemas.openxmlformats.org/officeDocument/2006/relationships/notesMaster" Target="/ppt/notesMasters/notesMaster1.xml" Id="R91fc11c3e08d488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416c778b1f94deb" /><Relationship Type="http://schemas.openxmlformats.org/officeDocument/2006/relationships/notesMaster" Target="/ppt/notesMasters/notesMaster1.xml" Id="R909302ded3554a8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5db387965ba42bf" /><Relationship Type="http://schemas.openxmlformats.org/officeDocument/2006/relationships/notesMaster" Target="/ppt/notesMasters/notesMaster1.xml" Id="Rd9dbfe5c9e004f4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4d84d34aa0d44c3" /><Relationship Type="http://schemas.openxmlformats.org/officeDocument/2006/relationships/notesMaster" Target="/ppt/notesMasters/notesMaster1.xml" Id="R542eb8d29d404bd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8300465dfc24b7d" /><Relationship Type="http://schemas.openxmlformats.org/officeDocument/2006/relationships/notesMaster" Target="/ppt/notesMasters/notesMaster1.xml" Id="R59cac0e7696d4e6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2417d2d92814355" /><Relationship Type="http://schemas.openxmlformats.org/officeDocument/2006/relationships/notesMaster" Target="/ppt/notesMasters/notesMaster1.xml" Id="Rd4cb851536e8444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281cfcbfcc44cad" /><Relationship Type="http://schemas.openxmlformats.org/officeDocument/2006/relationships/notesMaster" Target="/ppt/notesMasters/notesMaster1.xml" Id="R579e323c673b49e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fa7399c054b435a" /><Relationship Type="http://schemas.openxmlformats.org/officeDocument/2006/relationships/notesMaster" Target="/ppt/notesMasters/notesMaster1.xml" Id="R41f9564d793a48d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5de682a6f2f496d" /><Relationship Type="http://schemas.openxmlformats.org/officeDocument/2006/relationships/notesMaster" Target="/ppt/notesMasters/notesMaster1.xml" Id="R2655649d9d974dc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3004d58a5d14d34" /><Relationship Type="http://schemas.openxmlformats.org/officeDocument/2006/relationships/notesMaster" Target="/ppt/notesMasters/notesMaster1.xml" Id="R3ef5ecbf48684bc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ae8237fdb4b4fcb" /><Relationship Type="http://schemas.openxmlformats.org/officeDocument/2006/relationships/notesMaster" Target="/ppt/notesMasters/notesMaster1.xml" Id="R21054bf8c6db417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ef61213d6044770" /><Relationship Type="http://schemas.openxmlformats.org/officeDocument/2006/relationships/notesMaster" Target="/ppt/notesMasters/notesMaster1.xml" Id="R84e4b870ede4451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9633ff4cfe2422f" /><Relationship Type="http://schemas.openxmlformats.org/officeDocument/2006/relationships/notesMaster" Target="/ppt/notesMasters/notesMaster1.xml" Id="R079e70c3a9bb4a2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0eaae9362014bbf" /><Relationship Type="http://schemas.openxmlformats.org/officeDocument/2006/relationships/notesMaster" Target="/ppt/notesMasters/notesMaster1.xml" Id="R74a809d1564646a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81f3db1148b4600" /><Relationship Type="http://schemas.openxmlformats.org/officeDocument/2006/relationships/notesMaster" Target="/ppt/notesMasters/notesMaster1.xml" Id="Rcf6357e13d8742d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b650da0b4f84546" /><Relationship Type="http://schemas.openxmlformats.org/officeDocument/2006/relationships/notesMaster" Target="/ppt/notesMasters/notesMaster1.xml" Id="R1a7f69ba6af84fb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643b06b05444fe1" /><Relationship Type="http://schemas.openxmlformats.org/officeDocument/2006/relationships/notesMaster" Target="/ppt/notesMasters/notesMaster1.xml" Id="R90b09ab521be457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7edde017532438a" /><Relationship Type="http://schemas.openxmlformats.org/officeDocument/2006/relationships/notesMaster" Target="/ppt/notesMasters/notesMaster1.xml" Id="Ref16c345e62f46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79e63aed5a49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6cdab120dc45b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346acfb15940b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76c82bf3cf446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91bb1f44984e7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11583cdcb8443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e827959407467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5371e458424ef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c5b0c688a54fb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e817d8968e4bf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6ac8e80ac04cb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e82cf1fff84918" /><Relationship Type="http://schemas.openxmlformats.org/officeDocument/2006/relationships/slideLayout" Target="/ppt/slideLayouts/slideLayout1.xml" Id="R89cfcd7ac8764c80" /><Relationship Type="http://schemas.openxmlformats.org/officeDocument/2006/relationships/slideLayout" Target="/ppt/slideLayouts/slideLayout2.xml" Id="R69e0ca9e6d0c476a" /><Relationship Type="http://schemas.openxmlformats.org/officeDocument/2006/relationships/slideLayout" Target="/ppt/slideLayouts/slideLayout3.xml" Id="R725ac59900184b16" /><Relationship Type="http://schemas.openxmlformats.org/officeDocument/2006/relationships/slideLayout" Target="/ppt/slideLayouts/slideLayout4.xml" Id="R25cfe0ae322b4e08" /><Relationship Type="http://schemas.openxmlformats.org/officeDocument/2006/relationships/slideLayout" Target="/ppt/slideLayouts/slideLayout5.xml" Id="Re2226c6a7bac40f6" /><Relationship Type="http://schemas.openxmlformats.org/officeDocument/2006/relationships/slideLayout" Target="/ppt/slideLayouts/slideLayout6.xml" Id="R3203b4de9d6c4f40" /><Relationship Type="http://schemas.openxmlformats.org/officeDocument/2006/relationships/slideLayout" Target="/ppt/slideLayouts/slideLayout7.xml" Id="Rb8807078d11f4f82" /><Relationship Type="http://schemas.openxmlformats.org/officeDocument/2006/relationships/slideLayout" Target="/ppt/slideLayouts/slideLayout8.xml" Id="Rd5cdc75f321340f1" /><Relationship Type="http://schemas.openxmlformats.org/officeDocument/2006/relationships/slideLayout" Target="/ppt/slideLayouts/slideLayout9.xml" Id="R3180ea9f124e4653" /><Relationship Type="http://schemas.openxmlformats.org/officeDocument/2006/relationships/slideLayout" Target="/ppt/slideLayouts/slideLayout10.xml" Id="Raa23053d3fcb4eae" /><Relationship Type="http://schemas.openxmlformats.org/officeDocument/2006/relationships/slideLayout" Target="/ppt/slideLayouts/slideLayout11.xml" Id="R0830631c9ce34af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cfcd7ac8764c80"/>
    <p:sldLayoutId xmlns:r="http://schemas.openxmlformats.org/officeDocument/2006/relationships" id="2147483650" r:id="R69e0ca9e6d0c476a"/>
    <p:sldLayoutId xmlns:r="http://schemas.openxmlformats.org/officeDocument/2006/relationships" id="2147483651" r:id="R725ac59900184b16"/>
    <p:sldLayoutId xmlns:r="http://schemas.openxmlformats.org/officeDocument/2006/relationships" id="2147483652" r:id="R25cfe0ae322b4e08"/>
    <p:sldLayoutId xmlns:r="http://schemas.openxmlformats.org/officeDocument/2006/relationships" id="2147483653" r:id="Re2226c6a7bac40f6"/>
    <p:sldLayoutId xmlns:r="http://schemas.openxmlformats.org/officeDocument/2006/relationships" id="2147483654" r:id="R3203b4de9d6c4f40"/>
    <p:sldLayoutId xmlns:r="http://schemas.openxmlformats.org/officeDocument/2006/relationships" id="2147483655" r:id="Rb8807078d11f4f82"/>
    <p:sldLayoutId xmlns:r="http://schemas.openxmlformats.org/officeDocument/2006/relationships" id="2147483656" r:id="Rd5cdc75f321340f1"/>
    <p:sldLayoutId xmlns:r="http://schemas.openxmlformats.org/officeDocument/2006/relationships" id="2147483657" r:id="R3180ea9f124e4653"/>
    <p:sldLayoutId xmlns:r="http://schemas.openxmlformats.org/officeDocument/2006/relationships" id="2147483658" r:id="Raa23053d3fcb4eae"/>
    <p:sldLayoutId xmlns:r="http://schemas.openxmlformats.org/officeDocument/2006/relationships" id="2147483659" r:id="R0830631c9ce34af5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a49577842843e2" /><Relationship Type="http://schemas.openxmlformats.org/officeDocument/2006/relationships/notesSlide" Target="/ppt/notesSlides/notesSlide1.xml" Id="R6a75fad455ba4f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a5a8a2e7644236" /><Relationship Type="http://schemas.openxmlformats.org/officeDocument/2006/relationships/notesSlide" Target="/ppt/notesSlides/notesSlide2.xml" Id="R67e1b01eb3264f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e6484b1b964e34" /><Relationship Type="http://schemas.openxmlformats.org/officeDocument/2006/relationships/notesSlide" Target="/ppt/notesSlides/notesSlide3.xml" Id="R855387b3052a41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7619bccf914c82" /><Relationship Type="http://schemas.openxmlformats.org/officeDocument/2006/relationships/notesSlide" Target="/ppt/notesSlides/notesSlide4.xml" Id="Rf4dc1c9e8c5a43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4afa384f7f4a48" /><Relationship Type="http://schemas.openxmlformats.org/officeDocument/2006/relationships/notesSlide" Target="/ppt/notesSlides/notesSlide5.xml" Id="R180fe5418a5541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59d349b1694dca" /><Relationship Type="http://schemas.openxmlformats.org/officeDocument/2006/relationships/notesSlide" Target="/ppt/notesSlides/notesSlide6.xml" Id="R7987e3abdb5945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51da9778224036" /><Relationship Type="http://schemas.openxmlformats.org/officeDocument/2006/relationships/notesSlide" Target="/ppt/notesSlides/notesSlide7.xml" Id="R9c952ba0f3c744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e145051f9641a1" /><Relationship Type="http://schemas.openxmlformats.org/officeDocument/2006/relationships/notesSlide" Target="/ppt/notesSlides/notesSlide8.xml" Id="R67ee077666e1492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c43869144544a0" /><Relationship Type="http://schemas.openxmlformats.org/officeDocument/2006/relationships/notesSlide" Target="/ppt/notesSlides/notesSlide9.xml" Id="R41954a0aee724a3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e412615c544ead" /><Relationship Type="http://schemas.openxmlformats.org/officeDocument/2006/relationships/notesSlide" Target="/ppt/notesSlides/notesSlide10.xml" Id="R078e341ea17f414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c2f5cdd9df44f1" /><Relationship Type="http://schemas.openxmlformats.org/officeDocument/2006/relationships/notesSlide" Target="/ppt/notesSlides/notesSlide11.xml" Id="R0d62d4a347bd41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e19c4a7ce9455c" /><Relationship Type="http://schemas.openxmlformats.org/officeDocument/2006/relationships/notesSlide" Target="/ppt/notesSlides/notesSlide12.xml" Id="Rfe6845463806478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8239e77d334b92" /><Relationship Type="http://schemas.openxmlformats.org/officeDocument/2006/relationships/notesSlide" Target="/ppt/notesSlides/notesSlide13.xml" Id="R9210bdf129ac463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7ad9a2e9fe49c3" /><Relationship Type="http://schemas.openxmlformats.org/officeDocument/2006/relationships/notesSlide" Target="/ppt/notesSlides/notesSlide14.xml" Id="R82196cff02b44ac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5bc4cb7a504982" /><Relationship Type="http://schemas.openxmlformats.org/officeDocument/2006/relationships/notesSlide" Target="/ppt/notesSlides/notesSlide15.xml" Id="R4cf74638ff44412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ac787ef8dd486c" /><Relationship Type="http://schemas.openxmlformats.org/officeDocument/2006/relationships/notesSlide" Target="/ppt/notesSlides/notesSlide16.xml" Id="R894de0faaeb844b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9474266387465b" /><Relationship Type="http://schemas.openxmlformats.org/officeDocument/2006/relationships/notesSlide" Target="/ppt/notesSlides/notesSlide17.xml" Id="R91aaf9a89bf9447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8485e99a0f4c18" /><Relationship Type="http://schemas.openxmlformats.org/officeDocument/2006/relationships/notesSlide" Target="/ppt/notesSlides/notesSlide18.xml" Id="Rec569017083346f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b4c518ecf644888" /><Relationship Type="http://schemas.openxmlformats.org/officeDocument/2006/relationships/notesSlide" Target="/ppt/notesSlides/notesSlide19.xml" Id="R818064fbf2ff461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c4fb614aeb4e02" /><Relationship Type="http://schemas.openxmlformats.org/officeDocument/2006/relationships/notesSlide" Target="/ppt/notesSlides/notesSlide20.xml" Id="R1d2b62d50d5d48b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2505c19e26345c4" /><Relationship Type="http://schemas.openxmlformats.org/officeDocument/2006/relationships/notesSlide" Target="/ppt/notesSlides/notesSlide21.xml" Id="R576489d33538457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59a6151b4c4be5" /><Relationship Type="http://schemas.openxmlformats.org/officeDocument/2006/relationships/notesSlide" Target="/ppt/notesSlides/notesSlide22.xml" Id="R9a22d896986d49e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b6018158c6a4e1a" /><Relationship Type="http://schemas.openxmlformats.org/officeDocument/2006/relationships/notesSlide" Target="/ppt/notesSlides/notesSlide23.xml" Id="Rf059170846d74e9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d410b1a8954356" /><Relationship Type="http://schemas.openxmlformats.org/officeDocument/2006/relationships/notesSlide" Target="/ppt/notesSlides/notesSlide24.xml" Id="Reabaa26dbb714b6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cbf631af1347d3" /><Relationship Type="http://schemas.openxmlformats.org/officeDocument/2006/relationships/notesSlide" Target="/ppt/notesSlides/notesSlide25.xml" Id="R65edfe1073804c2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4bb38378b042c5" /><Relationship Type="http://schemas.openxmlformats.org/officeDocument/2006/relationships/notesSlide" Target="/ppt/notesSlides/notesSlide26.xml" Id="R04f97f76a90c4e3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74a39c1e8b4f50" /><Relationship Type="http://schemas.openxmlformats.org/officeDocument/2006/relationships/notesSlide" Target="/ppt/notesSlides/notesSlide27.xml" Id="R2fda0deb0f65462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14dddae26543e3" /><Relationship Type="http://schemas.openxmlformats.org/officeDocument/2006/relationships/notesSlide" Target="/ppt/notesSlides/notesSlide28.xml" Id="R5f707c5a22274ae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0792ebfc674c0b" /><Relationship Type="http://schemas.openxmlformats.org/officeDocument/2006/relationships/notesSlide" Target="/ppt/notesSlides/notesSlide29.xml" Id="R4aff80231ac542e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04829cb9a445fc" /><Relationship Type="http://schemas.openxmlformats.org/officeDocument/2006/relationships/notesSlide" Target="/ppt/notesSlides/notesSlide30.xml" Id="R0a12fb3206c748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2026.07.29-35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2026-07-29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195-country method control separates 28 reviewed plans, 0 source leads, 15 EU TPD patterns and 152 unscoped proxy routes; none unlocks the 0/3 donor gate.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195-country open base: 578 WB records; method control 28 / 0 / 15 / 152; not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8478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market measures and 36 Swedish FHM register counts; method control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D5, D7 and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e-liquid flow 1,451,529 → 805,441 litres; tax bridge for 4,382,500 devices + 62,500 component sets. Not retail value or a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58.406m, or 5.03%,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D5: NAICS 459993/459999 coverage. D7: exact annual error boundary missing. D10: different transaction stages remain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Market-values model; Method-route control; Readiness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New Zealand is 7/10: D5 failed; D8 and D10 open. All 5 candidates remain outside; the donor gate is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identified AIS/AVP subtotal of NZD 274.180m (≈EUR 153.3m; ECB 2024) comprises NZD 189,402,451.96 consumables, NZD 84,709,409.85 devices/hardware and NZD 68,548.40 mixed systems.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NZD 2,137,085.24 adjacent and NZD 4,367,017.37 unresolved rows are excluded. New Zealand passes 7/10; D5 fails and D8/D10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separate NZD 533.7–731.2m (≈EUR 298.5–408.9m; ECB 2024) RPS sensitivity remains a supported model, not observed national value. The donor gate remains 0/3.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Manufacturer: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Technology provider: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Financier or buyer: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First-donor conversion sprint · next 90 days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New Zealand: Ministry D5/D8 confirmation and an independent D10 bridge. Canada: Statistics Canada D5/D7 confirmation.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Poland: official 2020–2023 e-liquid flow and a 2025 device/component tax bridge; retail value and a D1–D10 bridge remain missing.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2023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Official-response delta on 29 July: Germany requested clarification; the possible-fee deadline is 2026-08-11 and no fee has been accepted. France added customs classification, border-value and kg metadata only; the route remains a customs proxy. Denmark and Luxembourg confirmed that the requested sales data are unavailable; Luxembourg's price list is only a price reference. Euromonitor offered a conditional paid Germany extract that is not accepted or activated; 0/6, NOT SCORED. Belgium ≈83,333 litres (9 months) and Italy EUR 84.31m PLI tax remain not-retail anchors.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Accept a donor only if all ten criteria pass. Otherwise retain 0/3 and not_computed.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daily package is generated at most once per Asia/Nicosia calendar day; the dashboard may update intraday.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2026.07.29-35 · 2026-07-29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2026-07-29T15:36:04.3620000Z</dcterms:created>
  <dcterms:modified xsi:type="dcterms:W3CDTF">2026-07-29T15:36:04.3620000Z</dcterms:modified>
</coreProperties>
</file>