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2994be403146ec" /><Relationship Type="http://schemas.openxmlformats.org/officeDocument/2006/relationships/extended-properties" Target="/docProps/app.xml" Id="R163e8b97acdd448d" /><Relationship Type="http://schemas.openxmlformats.org/officeDocument/2006/relationships/officeDocument" Target="/ppt/presentation.xml" Id="R696b5d9849e141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3ec9624fc743c0"/>
  </p:sldMasterIdLst>
  <p:notesMasterIdLst>
    <p:notesMasterId xmlns:r="http://schemas.openxmlformats.org/officeDocument/2006/relationships" r:id="Ra59ede54cbba4547"/>
  </p:notesMasterIdLst>
  <p:sldIdLst>
    <p:sldId xmlns:r="http://schemas.openxmlformats.org/officeDocument/2006/relationships" id="256" r:id="R7601983503444ff5"/>
    <p:sldId xmlns:r="http://schemas.openxmlformats.org/officeDocument/2006/relationships" id="257" r:id="R2870364b390d4c5d"/>
    <p:sldId xmlns:r="http://schemas.openxmlformats.org/officeDocument/2006/relationships" id="258" r:id="R7ce420f967e64980"/>
    <p:sldId xmlns:r="http://schemas.openxmlformats.org/officeDocument/2006/relationships" id="259" r:id="Rcfa4dca4fb354676"/>
    <p:sldId xmlns:r="http://schemas.openxmlformats.org/officeDocument/2006/relationships" id="260" r:id="R2710d0f61c1b4eb4"/>
    <p:sldId xmlns:r="http://schemas.openxmlformats.org/officeDocument/2006/relationships" id="261" r:id="Rf0029d1165014c6e"/>
    <p:sldId xmlns:r="http://schemas.openxmlformats.org/officeDocument/2006/relationships" id="262" r:id="R30fabd750cb247b1"/>
    <p:sldId xmlns:r="http://schemas.openxmlformats.org/officeDocument/2006/relationships" id="263" r:id="Rc33b745685cc4952"/>
    <p:sldId xmlns:r="http://schemas.openxmlformats.org/officeDocument/2006/relationships" id="264" r:id="R8d5b970a53b148e5"/>
    <p:sldId xmlns:r="http://schemas.openxmlformats.org/officeDocument/2006/relationships" id="265" r:id="Ra0c25eb048584f6d"/>
    <p:sldId xmlns:r="http://schemas.openxmlformats.org/officeDocument/2006/relationships" id="266" r:id="R17288f825cc14266"/>
    <p:sldId xmlns:r="http://schemas.openxmlformats.org/officeDocument/2006/relationships" id="267" r:id="R3d40324c398a455d"/>
    <p:sldId xmlns:r="http://schemas.openxmlformats.org/officeDocument/2006/relationships" id="268" r:id="Rf4e766ebbdc44238"/>
    <p:sldId xmlns:r="http://schemas.openxmlformats.org/officeDocument/2006/relationships" id="269" r:id="R82bdb007ff2b40ed"/>
    <p:sldId xmlns:r="http://schemas.openxmlformats.org/officeDocument/2006/relationships" id="270" r:id="R0c0d2fc78c134594"/>
    <p:sldId xmlns:r="http://schemas.openxmlformats.org/officeDocument/2006/relationships" id="271" r:id="R0f0fee6d24db4a19"/>
    <p:sldId xmlns:r="http://schemas.openxmlformats.org/officeDocument/2006/relationships" id="272" r:id="Rfb76437f5b7e4781"/>
    <p:sldId xmlns:r="http://schemas.openxmlformats.org/officeDocument/2006/relationships" id="273" r:id="R61710a8255ab405f"/>
    <p:sldId xmlns:r="http://schemas.openxmlformats.org/officeDocument/2006/relationships" id="274" r:id="Rea0a656416204ec4"/>
    <p:sldId xmlns:r="http://schemas.openxmlformats.org/officeDocument/2006/relationships" id="275" r:id="Ra2a85ad81be742c8"/>
    <p:sldId xmlns:r="http://schemas.openxmlformats.org/officeDocument/2006/relationships" id="276" r:id="R0b0c66acfc094513"/>
    <p:sldId xmlns:r="http://schemas.openxmlformats.org/officeDocument/2006/relationships" id="277" r:id="Ra1a580f665894b47"/>
    <p:sldId xmlns:r="http://schemas.openxmlformats.org/officeDocument/2006/relationships" id="278" r:id="Ra5a1356deea34cf1"/>
    <p:sldId xmlns:r="http://schemas.openxmlformats.org/officeDocument/2006/relationships" id="279" r:id="Rc6ac881d9a8e4573"/>
    <p:sldId xmlns:r="http://schemas.openxmlformats.org/officeDocument/2006/relationships" id="280" r:id="R4afa11ba19bd4ad2"/>
    <p:sldId xmlns:r="http://schemas.openxmlformats.org/officeDocument/2006/relationships" id="281" r:id="R9d8bf595599448f1"/>
    <p:sldId xmlns:r="http://schemas.openxmlformats.org/officeDocument/2006/relationships" id="282" r:id="R1dfd836076664a05"/>
    <p:sldId xmlns:r="http://schemas.openxmlformats.org/officeDocument/2006/relationships" id="283" r:id="R4bac55ec6a9c40b1"/>
    <p:sldId xmlns:r="http://schemas.openxmlformats.org/officeDocument/2006/relationships" id="284" r:id="Rdb52f22231164c01"/>
    <p:sldId xmlns:r="http://schemas.openxmlformats.org/officeDocument/2006/relationships" id="285" r:id="Rc2ddc3c875b54b6d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c68c55c0794158" /><Relationship Type="http://schemas.openxmlformats.org/officeDocument/2006/relationships/slideMaster" Target="/ppt/slideMasters/slideMaster1.xml" Id="R5d3ec9624fc743c0" /><Relationship Type="http://schemas.openxmlformats.org/officeDocument/2006/relationships/notesMaster" Target="/ppt/notesMasters/notesMaster1.xml" Id="Ra59ede54cbba4547" /><Relationship Type="http://schemas.openxmlformats.org/officeDocument/2006/relationships/presProps" Target="/ppt/presProps.xml" Id="Rd2ddee1319c3497d" /><Relationship Type="http://schemas.openxmlformats.org/officeDocument/2006/relationships/viewProps" Target="/ppt/viewProps.xml" Id="R6124c285193c4b2d" /><Relationship Type="http://schemas.openxmlformats.org/officeDocument/2006/relationships/tableStyles" Target="/ppt/tableStyles.xml" Id="R270ea92996e1497b" /><Relationship Type="http://schemas.openxmlformats.org/officeDocument/2006/relationships/slide" Target="/ppt/slides/slide1.xml" Id="R7601983503444ff5" /><Relationship Type="http://schemas.openxmlformats.org/officeDocument/2006/relationships/slide" Target="/ppt/slides/slide2.xml" Id="R2870364b390d4c5d" /><Relationship Type="http://schemas.openxmlformats.org/officeDocument/2006/relationships/slide" Target="/ppt/slides/slide3.xml" Id="R7ce420f967e64980" /><Relationship Type="http://schemas.openxmlformats.org/officeDocument/2006/relationships/slide" Target="/ppt/slides/slide4.xml" Id="Rcfa4dca4fb354676" /><Relationship Type="http://schemas.openxmlformats.org/officeDocument/2006/relationships/slide" Target="/ppt/slides/slide5.xml" Id="R2710d0f61c1b4eb4" /><Relationship Type="http://schemas.openxmlformats.org/officeDocument/2006/relationships/slide" Target="/ppt/slides/slide6.xml" Id="Rf0029d1165014c6e" /><Relationship Type="http://schemas.openxmlformats.org/officeDocument/2006/relationships/slide" Target="/ppt/slides/slide7.xml" Id="R30fabd750cb247b1" /><Relationship Type="http://schemas.openxmlformats.org/officeDocument/2006/relationships/slide" Target="/ppt/slides/slide8.xml" Id="Rc33b745685cc4952" /><Relationship Type="http://schemas.openxmlformats.org/officeDocument/2006/relationships/slide" Target="/ppt/slides/slide9.xml" Id="R8d5b970a53b148e5" /><Relationship Type="http://schemas.openxmlformats.org/officeDocument/2006/relationships/slide" Target="/ppt/slides/slide10.xml" Id="Ra0c25eb048584f6d" /><Relationship Type="http://schemas.openxmlformats.org/officeDocument/2006/relationships/slide" Target="/ppt/slides/slide11.xml" Id="R17288f825cc14266" /><Relationship Type="http://schemas.openxmlformats.org/officeDocument/2006/relationships/slide" Target="/ppt/slides/slide12.xml" Id="R3d40324c398a455d" /><Relationship Type="http://schemas.openxmlformats.org/officeDocument/2006/relationships/slide" Target="/ppt/slides/slide13.xml" Id="Rf4e766ebbdc44238" /><Relationship Type="http://schemas.openxmlformats.org/officeDocument/2006/relationships/slide" Target="/ppt/slides/slide14.xml" Id="R82bdb007ff2b40ed" /><Relationship Type="http://schemas.openxmlformats.org/officeDocument/2006/relationships/slide" Target="/ppt/slides/slide15.xml" Id="R0c0d2fc78c134594" /><Relationship Type="http://schemas.openxmlformats.org/officeDocument/2006/relationships/slide" Target="/ppt/slides/slide16.xml" Id="R0f0fee6d24db4a19" /><Relationship Type="http://schemas.openxmlformats.org/officeDocument/2006/relationships/slide" Target="/ppt/slides/slide17.xml" Id="Rfb76437f5b7e4781" /><Relationship Type="http://schemas.openxmlformats.org/officeDocument/2006/relationships/slide" Target="/ppt/slides/slide18.xml" Id="R61710a8255ab405f" /><Relationship Type="http://schemas.openxmlformats.org/officeDocument/2006/relationships/slide" Target="/ppt/slides/slide19.xml" Id="Rea0a656416204ec4" /><Relationship Type="http://schemas.openxmlformats.org/officeDocument/2006/relationships/slide" Target="/ppt/slides/slide20.xml" Id="Ra2a85ad81be742c8" /><Relationship Type="http://schemas.openxmlformats.org/officeDocument/2006/relationships/slide" Target="/ppt/slides/slide21.xml" Id="R0b0c66acfc094513" /><Relationship Type="http://schemas.openxmlformats.org/officeDocument/2006/relationships/slide" Target="/ppt/slides/slide22.xml" Id="Ra1a580f665894b47" /><Relationship Type="http://schemas.openxmlformats.org/officeDocument/2006/relationships/slide" Target="/ppt/slides/slide23.xml" Id="Ra5a1356deea34cf1" /><Relationship Type="http://schemas.openxmlformats.org/officeDocument/2006/relationships/slide" Target="/ppt/slides/slide24.xml" Id="Rc6ac881d9a8e4573" /><Relationship Type="http://schemas.openxmlformats.org/officeDocument/2006/relationships/slide" Target="/ppt/slides/slide25.xml" Id="R4afa11ba19bd4ad2" /><Relationship Type="http://schemas.openxmlformats.org/officeDocument/2006/relationships/slide" Target="/ppt/slides/slide26.xml" Id="R9d8bf595599448f1" /><Relationship Type="http://schemas.openxmlformats.org/officeDocument/2006/relationships/slide" Target="/ppt/slides/slide27.xml" Id="R1dfd836076664a05" /><Relationship Type="http://schemas.openxmlformats.org/officeDocument/2006/relationships/slide" Target="/ppt/slides/slide28.xml" Id="R4bac55ec6a9c40b1" /><Relationship Type="http://schemas.openxmlformats.org/officeDocument/2006/relationships/slide" Target="/ppt/slides/slide29.xml" Id="Rdb52f22231164c01" /><Relationship Type="http://schemas.openxmlformats.org/officeDocument/2006/relationships/slide" Target="/ppt/slides/slide30.xml" Id="Rc2ddc3c875b54b6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4403cc3734145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01d9197c5342ea" /><Relationship Type="http://schemas.openxmlformats.org/officeDocument/2006/relationships/notesMaster" Target="/ppt/notesMasters/notesMaster1.xml" Id="R509f40c6ba6345a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5a7f54fd494b2f" /><Relationship Type="http://schemas.openxmlformats.org/officeDocument/2006/relationships/notesMaster" Target="/ppt/notesMasters/notesMaster1.xml" Id="Ra57f9d22f31943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403160316741c1" /><Relationship Type="http://schemas.openxmlformats.org/officeDocument/2006/relationships/notesMaster" Target="/ppt/notesMasters/notesMaster1.xml" Id="Rc91f28eb028540f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9032e24b1d48c5" /><Relationship Type="http://schemas.openxmlformats.org/officeDocument/2006/relationships/notesMaster" Target="/ppt/notesMasters/notesMaster1.xml" Id="R8523953bc59c4b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902cbda2a14ed7" /><Relationship Type="http://schemas.openxmlformats.org/officeDocument/2006/relationships/notesMaster" Target="/ppt/notesMasters/notesMaster1.xml" Id="Ra417815e9443439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153ffc65f048bd" /><Relationship Type="http://schemas.openxmlformats.org/officeDocument/2006/relationships/notesMaster" Target="/ppt/notesMasters/notesMaster1.xml" Id="R82c9528161804d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b4f7d8f444415d" /><Relationship Type="http://schemas.openxmlformats.org/officeDocument/2006/relationships/notesMaster" Target="/ppt/notesMasters/notesMaster1.xml" Id="R148978e606424d0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432b224258483e" /><Relationship Type="http://schemas.openxmlformats.org/officeDocument/2006/relationships/notesMaster" Target="/ppt/notesMasters/notesMaster1.xml" Id="R45bf3d42d6e4444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3bd2e14abeb42b4" /><Relationship Type="http://schemas.openxmlformats.org/officeDocument/2006/relationships/notesMaster" Target="/ppt/notesMasters/notesMaster1.xml" Id="R5591f4b714d248d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152592f06694dad" /><Relationship Type="http://schemas.openxmlformats.org/officeDocument/2006/relationships/notesMaster" Target="/ppt/notesMasters/notesMaster1.xml" Id="R2a8bbecdd8664d7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9f911704da9482c" /><Relationship Type="http://schemas.openxmlformats.org/officeDocument/2006/relationships/notesMaster" Target="/ppt/notesMasters/notesMaster1.xml" Id="R6d2673875712440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cdbf56d2a6e4094" /><Relationship Type="http://schemas.openxmlformats.org/officeDocument/2006/relationships/notesMaster" Target="/ppt/notesMasters/notesMaster1.xml" Id="Rd7d6bc20c67546d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3febbd5eec74aa5" /><Relationship Type="http://schemas.openxmlformats.org/officeDocument/2006/relationships/notesMaster" Target="/ppt/notesMasters/notesMaster1.xml" Id="R8bdc9502d99247a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e2956ca17ed4fcd" /><Relationship Type="http://schemas.openxmlformats.org/officeDocument/2006/relationships/notesMaster" Target="/ppt/notesMasters/notesMaster1.xml" Id="Rb5df390c644b443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1a8deb163814912" /><Relationship Type="http://schemas.openxmlformats.org/officeDocument/2006/relationships/notesMaster" Target="/ppt/notesMasters/notesMaster1.xml" Id="Rda1d3622c93e41f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2459a43beec4944" /><Relationship Type="http://schemas.openxmlformats.org/officeDocument/2006/relationships/notesMaster" Target="/ppt/notesMasters/notesMaster1.xml" Id="R53b0309ab025493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cf5f8204e084133" /><Relationship Type="http://schemas.openxmlformats.org/officeDocument/2006/relationships/notesMaster" Target="/ppt/notesMasters/notesMaster1.xml" Id="R64f2b88cfd964d0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bbe72f0e9594937" /><Relationship Type="http://schemas.openxmlformats.org/officeDocument/2006/relationships/notesMaster" Target="/ppt/notesMasters/notesMaster1.xml" Id="R80488330ef314d3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7f3e87944ec41d4" /><Relationship Type="http://schemas.openxmlformats.org/officeDocument/2006/relationships/notesMaster" Target="/ppt/notesMasters/notesMaster1.xml" Id="R15815b054912472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28a43b7778a42b5" /><Relationship Type="http://schemas.openxmlformats.org/officeDocument/2006/relationships/notesMaster" Target="/ppt/notesMasters/notesMaster1.xml" Id="R261c226cb85a428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dd86aa6becb4ad7" /><Relationship Type="http://schemas.openxmlformats.org/officeDocument/2006/relationships/notesMaster" Target="/ppt/notesMasters/notesMaster1.xml" Id="Rd78a5377d56e47c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18696e3ac4942ab" /><Relationship Type="http://schemas.openxmlformats.org/officeDocument/2006/relationships/notesMaster" Target="/ppt/notesMasters/notesMaster1.xml" Id="R507b532729d34b4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e9036bbb6724f8d" /><Relationship Type="http://schemas.openxmlformats.org/officeDocument/2006/relationships/notesMaster" Target="/ppt/notesMasters/notesMaster1.xml" Id="R71ee5a7b8ffa402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f163e58bb70450e" /><Relationship Type="http://schemas.openxmlformats.org/officeDocument/2006/relationships/notesMaster" Target="/ppt/notesMasters/notesMaster1.xml" Id="R739ab8f6881a497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ca5245d3ec441e0" /><Relationship Type="http://schemas.openxmlformats.org/officeDocument/2006/relationships/notesMaster" Target="/ppt/notesMasters/notesMaster1.xml" Id="Rf02bc4bec79043e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72980e4c9e84e3b" /><Relationship Type="http://schemas.openxmlformats.org/officeDocument/2006/relationships/notesMaster" Target="/ppt/notesMasters/notesMaster1.xml" Id="R53a4b5a824884bd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644b2d7e89b49e9" /><Relationship Type="http://schemas.openxmlformats.org/officeDocument/2006/relationships/notesMaster" Target="/ppt/notesMasters/notesMaster1.xml" Id="R88ed32a064c24a3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a32da5d86bb4011" /><Relationship Type="http://schemas.openxmlformats.org/officeDocument/2006/relationships/notesMaster" Target="/ppt/notesMasters/notesMaster1.xml" Id="Rcb70816460d8459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9e1257e04a949b7" /><Relationship Type="http://schemas.openxmlformats.org/officeDocument/2006/relationships/notesMaster" Target="/ppt/notesMasters/notesMaster1.xml" Id="R27dc5ee3730a481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a4a145d1d1a4cb0" /><Relationship Type="http://schemas.openxmlformats.org/officeDocument/2006/relationships/notesMaster" Target="/ppt/notesMasters/notesMaster1.xml" Id="R70cbae5954a545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c13d429f254ce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493533d93545b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aa68c435674ab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679d6e7817484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8f7f3381d047d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22f3fd942a417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f80da80275456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782a4ec1fd406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78bff957d24b2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92c7f4626d428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6f3142c3034bc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5f2ca859f64cbc" /><Relationship Type="http://schemas.openxmlformats.org/officeDocument/2006/relationships/slideLayout" Target="/ppt/slideLayouts/slideLayout1.xml" Id="R21fbc2a682164aa5" /><Relationship Type="http://schemas.openxmlformats.org/officeDocument/2006/relationships/slideLayout" Target="/ppt/slideLayouts/slideLayout2.xml" Id="R8157f8f5462a4ca8" /><Relationship Type="http://schemas.openxmlformats.org/officeDocument/2006/relationships/slideLayout" Target="/ppt/slideLayouts/slideLayout3.xml" Id="R6c17d6f078f14b66" /><Relationship Type="http://schemas.openxmlformats.org/officeDocument/2006/relationships/slideLayout" Target="/ppt/slideLayouts/slideLayout4.xml" Id="Rd40c8ff130874cf1" /><Relationship Type="http://schemas.openxmlformats.org/officeDocument/2006/relationships/slideLayout" Target="/ppt/slideLayouts/slideLayout5.xml" Id="R86973b56c8ff44c3" /><Relationship Type="http://schemas.openxmlformats.org/officeDocument/2006/relationships/slideLayout" Target="/ppt/slideLayouts/slideLayout6.xml" Id="Rf639418887494883" /><Relationship Type="http://schemas.openxmlformats.org/officeDocument/2006/relationships/slideLayout" Target="/ppt/slideLayouts/slideLayout7.xml" Id="R41f8b02e63b347c9" /><Relationship Type="http://schemas.openxmlformats.org/officeDocument/2006/relationships/slideLayout" Target="/ppt/slideLayouts/slideLayout8.xml" Id="R9966da417f674bb7" /><Relationship Type="http://schemas.openxmlformats.org/officeDocument/2006/relationships/slideLayout" Target="/ppt/slideLayouts/slideLayout9.xml" Id="Rf77cd1d7956a4870" /><Relationship Type="http://schemas.openxmlformats.org/officeDocument/2006/relationships/slideLayout" Target="/ppt/slideLayouts/slideLayout10.xml" Id="R75aa9e7a29a849e1" /><Relationship Type="http://schemas.openxmlformats.org/officeDocument/2006/relationships/slideLayout" Target="/ppt/slideLayouts/slideLayout11.xml" Id="R483c872ca6f24b6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fbc2a682164aa5"/>
    <p:sldLayoutId xmlns:r="http://schemas.openxmlformats.org/officeDocument/2006/relationships" id="2147483650" r:id="R8157f8f5462a4ca8"/>
    <p:sldLayoutId xmlns:r="http://schemas.openxmlformats.org/officeDocument/2006/relationships" id="2147483651" r:id="R6c17d6f078f14b66"/>
    <p:sldLayoutId xmlns:r="http://schemas.openxmlformats.org/officeDocument/2006/relationships" id="2147483652" r:id="Rd40c8ff130874cf1"/>
    <p:sldLayoutId xmlns:r="http://schemas.openxmlformats.org/officeDocument/2006/relationships" id="2147483653" r:id="R86973b56c8ff44c3"/>
    <p:sldLayoutId xmlns:r="http://schemas.openxmlformats.org/officeDocument/2006/relationships" id="2147483654" r:id="Rf639418887494883"/>
    <p:sldLayoutId xmlns:r="http://schemas.openxmlformats.org/officeDocument/2006/relationships" id="2147483655" r:id="R41f8b02e63b347c9"/>
    <p:sldLayoutId xmlns:r="http://schemas.openxmlformats.org/officeDocument/2006/relationships" id="2147483656" r:id="R9966da417f674bb7"/>
    <p:sldLayoutId xmlns:r="http://schemas.openxmlformats.org/officeDocument/2006/relationships" id="2147483657" r:id="Rf77cd1d7956a4870"/>
    <p:sldLayoutId xmlns:r="http://schemas.openxmlformats.org/officeDocument/2006/relationships" id="2147483658" r:id="R75aa9e7a29a849e1"/>
    <p:sldLayoutId xmlns:r="http://schemas.openxmlformats.org/officeDocument/2006/relationships" id="2147483659" r:id="R483c872ca6f24b6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26dbb0a7494ff9" /><Relationship Type="http://schemas.openxmlformats.org/officeDocument/2006/relationships/notesSlide" Target="/ppt/notesSlides/notesSlide1.xml" Id="R937388819239435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9a8d11245a34ebc" /><Relationship Type="http://schemas.openxmlformats.org/officeDocument/2006/relationships/notesSlide" Target="/ppt/notesSlides/notesSlide2.xml" Id="R58bbede140a74d4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fc47a73e39433d" /><Relationship Type="http://schemas.openxmlformats.org/officeDocument/2006/relationships/notesSlide" Target="/ppt/notesSlides/notesSlide3.xml" Id="Re821ade4663e45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deeceff83a426e" /><Relationship Type="http://schemas.openxmlformats.org/officeDocument/2006/relationships/notesSlide" Target="/ppt/notesSlides/notesSlide4.xml" Id="R36401ea1fe234c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438ab85924f4468" /><Relationship Type="http://schemas.openxmlformats.org/officeDocument/2006/relationships/notesSlide" Target="/ppt/notesSlides/notesSlide5.xml" Id="R71a129ba593443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43f608ff6be4d29" /><Relationship Type="http://schemas.openxmlformats.org/officeDocument/2006/relationships/notesSlide" Target="/ppt/notesSlides/notesSlide6.xml" Id="R624b7d596c6048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731ab5f31d54c27" /><Relationship Type="http://schemas.openxmlformats.org/officeDocument/2006/relationships/notesSlide" Target="/ppt/notesSlides/notesSlide7.xml" Id="R8fdf3ebe007341b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9763f6542024b26" /><Relationship Type="http://schemas.openxmlformats.org/officeDocument/2006/relationships/notesSlide" Target="/ppt/notesSlides/notesSlide8.xml" Id="R85069a0e27f044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d27e002d3e9437b" /><Relationship Type="http://schemas.openxmlformats.org/officeDocument/2006/relationships/notesSlide" Target="/ppt/notesSlides/notesSlide9.xml" Id="Redc35461131e4c4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40a05cbf9047b2" /><Relationship Type="http://schemas.openxmlformats.org/officeDocument/2006/relationships/notesSlide" Target="/ppt/notesSlides/notesSlide10.xml" Id="Rbc52eb65cebe436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e5074da89354063" /><Relationship Type="http://schemas.openxmlformats.org/officeDocument/2006/relationships/notesSlide" Target="/ppt/notesSlides/notesSlide11.xml" Id="R4736e4aa94f146b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d5cabd61c64976" /><Relationship Type="http://schemas.openxmlformats.org/officeDocument/2006/relationships/notesSlide" Target="/ppt/notesSlides/notesSlide12.xml" Id="Rd6d0cda9c1bd4dc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b52b015fb144c9" /><Relationship Type="http://schemas.openxmlformats.org/officeDocument/2006/relationships/notesSlide" Target="/ppt/notesSlides/notesSlide13.xml" Id="R95ae0c76e3224cf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a07039d81814229" /><Relationship Type="http://schemas.openxmlformats.org/officeDocument/2006/relationships/notesSlide" Target="/ppt/notesSlides/notesSlide14.xml" Id="Re4a395750d4e4aa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7afb2c0474b44ba" /><Relationship Type="http://schemas.openxmlformats.org/officeDocument/2006/relationships/notesSlide" Target="/ppt/notesSlides/notesSlide15.xml" Id="R8801dda19556432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2c778b7e1e4515" /><Relationship Type="http://schemas.openxmlformats.org/officeDocument/2006/relationships/notesSlide" Target="/ppt/notesSlides/notesSlide16.xml" Id="R9cec10a9ba214a2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819e5acac2464a" /><Relationship Type="http://schemas.openxmlformats.org/officeDocument/2006/relationships/notesSlide" Target="/ppt/notesSlides/notesSlide17.xml" Id="R58364fa4f013448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29db790e664f98" /><Relationship Type="http://schemas.openxmlformats.org/officeDocument/2006/relationships/notesSlide" Target="/ppt/notesSlides/notesSlide18.xml" Id="R3a412bbd0ec541d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212ccb19214b30" /><Relationship Type="http://schemas.openxmlformats.org/officeDocument/2006/relationships/notesSlide" Target="/ppt/notesSlides/notesSlide19.xml" Id="R4986eda4bc7e42a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e4ea3c95da4494" /><Relationship Type="http://schemas.openxmlformats.org/officeDocument/2006/relationships/notesSlide" Target="/ppt/notesSlides/notesSlide20.xml" Id="R71ae0d0c7ccf477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0104333f7b149c3" /><Relationship Type="http://schemas.openxmlformats.org/officeDocument/2006/relationships/notesSlide" Target="/ppt/notesSlides/notesSlide21.xml" Id="R939904b43ea0407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792dc15e60442d" /><Relationship Type="http://schemas.openxmlformats.org/officeDocument/2006/relationships/notesSlide" Target="/ppt/notesSlides/notesSlide22.xml" Id="Rbc56f74f017842d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7b7998b42db423f" /><Relationship Type="http://schemas.openxmlformats.org/officeDocument/2006/relationships/notesSlide" Target="/ppt/notesSlides/notesSlide23.xml" Id="R9b0cfd633c3c41c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655717366f344d1" /><Relationship Type="http://schemas.openxmlformats.org/officeDocument/2006/relationships/notesSlide" Target="/ppt/notesSlides/notesSlide24.xml" Id="Rb4a867e945bc452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c77d4bc84994aba" /><Relationship Type="http://schemas.openxmlformats.org/officeDocument/2006/relationships/notesSlide" Target="/ppt/notesSlides/notesSlide25.xml" Id="R102855340b494f0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c619e5b00a4436" /><Relationship Type="http://schemas.openxmlformats.org/officeDocument/2006/relationships/notesSlide" Target="/ppt/notesSlides/notesSlide26.xml" Id="R295f6a1f3e5f4be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3f35cadbc44e63" /><Relationship Type="http://schemas.openxmlformats.org/officeDocument/2006/relationships/notesSlide" Target="/ppt/notesSlides/notesSlide27.xml" Id="Rb9261e6c7754403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470c1ce8e044d00" /><Relationship Type="http://schemas.openxmlformats.org/officeDocument/2006/relationships/notesSlide" Target="/ppt/notesSlides/notesSlide28.xml" Id="R43d01f65006d4d5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d6b76f189d84e72" /><Relationship Type="http://schemas.openxmlformats.org/officeDocument/2006/relationships/notesSlide" Target="/ppt/notesSlides/notesSlide29.xml" Id="R2def320de2da4c5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3588ae83bd45af" /><Relationship Type="http://schemas.openxmlformats.org/officeDocument/2006/relationships/notesSlide" Target="/ppt/notesSlides/notesSlide30.xml" Id="R92e36fc44dd8403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2026.07.24-19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2026-07-24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market dataset contains 34 official annual observations from 7 countries, but the donor gate is 0/3.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countries—not a market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Selected official routes: 34 observations across 7 countries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Statistics Canada; Health Canada; New Zealand Ministry of Health; Destatis; Vero; Sejm;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1.219bn (≈EUR 822.6m; ECB 2024); every quarter quality E. Health Canada shipments: CAD 1.161bn (≈EUR 783.2m; ECB 2024), 5.03% lower; bridge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raw route NZD 280.685m; supported identified-vaping retail sensitivity NZD 533.7–731.2m (≈EUR 298.5–408.9m; ECB 2024), not an observed market value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805,441 l; PLN 993.1m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has retail and shipment anchors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1.161bn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118.9m units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plus 1.252m litres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exceeds shipments by CAD 58.4m (+5.03%); quality, channel, scope and tax gaps keep Canada outside the donor count.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Statistics Canada retail and Health Canada shipments are separate transaction levels. All 2024 RCS quarters are quality E; the bridge remains unresolved.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Market-values model; Readiness, donorProtocol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current accepted-donor gate is 0/3; all 5 candidates remain outside the count.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Every candidate must pass all 10 criteria (D1–D10).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NZD 533.7–731.2m (≈EUR 298.5–408.9m; ECB 2024) retail sensitivity is a supported model; the FTC's 2021 USD 2.763bn (≈EUR 2.336bn; ECB 2021) route is manufacturer reporting. Neither is complete consumer-retail value or an accepted donor.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Coverage across regions and regulatory types, plus direct validation in major economies, is still required.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90-day programme turns gaps into controls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 matrix, deadlines, title and encumbrance review, and an index of company materials.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Product dossiers, claim charts, prioritised market sales and customer validation.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Cash-flow model, independent valuation, downside and term-sheet options.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Approve, limit, phase or decline financing using explicit conditions and stop criteria.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2026.07.24-19 · 2026-07-24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2026-07-24T11:03:47.3210000Z</dcterms:created>
  <dcterms:modified xsi:type="dcterms:W3CDTF">2026-07-24T11:03:47.3210000Z</dcterms:modified>
</coreProperties>
</file>