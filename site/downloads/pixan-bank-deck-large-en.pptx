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ea4ee3dab04bc8" /><Relationship Type="http://schemas.openxmlformats.org/officeDocument/2006/relationships/extended-properties" Target="/docProps/app.xml" Id="R8ab15d1290014872" /><Relationship Type="http://schemas.openxmlformats.org/officeDocument/2006/relationships/officeDocument" Target="/ppt/presentation.xml" Id="R8691add88f2141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ff27d7a665410c"/>
  </p:sldMasterIdLst>
  <p:notesMasterIdLst>
    <p:notesMasterId xmlns:r="http://schemas.openxmlformats.org/officeDocument/2006/relationships" r:id="R43cdbb23f53c44dc"/>
  </p:notesMasterIdLst>
  <p:sldIdLst>
    <p:sldId xmlns:r="http://schemas.openxmlformats.org/officeDocument/2006/relationships" id="256" r:id="R9cc294b507834c52"/>
    <p:sldId xmlns:r="http://schemas.openxmlformats.org/officeDocument/2006/relationships" id="257" r:id="Rdd8a5ba047cb42f7"/>
    <p:sldId xmlns:r="http://schemas.openxmlformats.org/officeDocument/2006/relationships" id="258" r:id="R164772cf2fc44588"/>
    <p:sldId xmlns:r="http://schemas.openxmlformats.org/officeDocument/2006/relationships" id="259" r:id="R90886a774b5e4172"/>
    <p:sldId xmlns:r="http://schemas.openxmlformats.org/officeDocument/2006/relationships" id="260" r:id="Rb8389716d10f471c"/>
    <p:sldId xmlns:r="http://schemas.openxmlformats.org/officeDocument/2006/relationships" id="261" r:id="Rcc99de54867849ca"/>
    <p:sldId xmlns:r="http://schemas.openxmlformats.org/officeDocument/2006/relationships" id="262" r:id="R9e3fe1f86e4e4a1f"/>
    <p:sldId xmlns:r="http://schemas.openxmlformats.org/officeDocument/2006/relationships" id="263" r:id="R6157f047f162405e"/>
    <p:sldId xmlns:r="http://schemas.openxmlformats.org/officeDocument/2006/relationships" id="264" r:id="R6f5319fa987b47b7"/>
    <p:sldId xmlns:r="http://schemas.openxmlformats.org/officeDocument/2006/relationships" id="265" r:id="R18068ea894374514"/>
    <p:sldId xmlns:r="http://schemas.openxmlformats.org/officeDocument/2006/relationships" id="266" r:id="R89162890db9a4347"/>
    <p:sldId xmlns:r="http://schemas.openxmlformats.org/officeDocument/2006/relationships" id="267" r:id="R9a0f3a3d8bd743de"/>
    <p:sldId xmlns:r="http://schemas.openxmlformats.org/officeDocument/2006/relationships" id="268" r:id="R1c7935814bc94b00"/>
    <p:sldId xmlns:r="http://schemas.openxmlformats.org/officeDocument/2006/relationships" id="269" r:id="Rac259387587c4390"/>
    <p:sldId xmlns:r="http://schemas.openxmlformats.org/officeDocument/2006/relationships" id="270" r:id="R09fb6d0ba79145d7"/>
    <p:sldId xmlns:r="http://schemas.openxmlformats.org/officeDocument/2006/relationships" id="271" r:id="R6352ee9546fc4a2c"/>
    <p:sldId xmlns:r="http://schemas.openxmlformats.org/officeDocument/2006/relationships" id="272" r:id="Ra5844c8b1c074fb1"/>
    <p:sldId xmlns:r="http://schemas.openxmlformats.org/officeDocument/2006/relationships" id="273" r:id="R5d42e373b9434678"/>
    <p:sldId xmlns:r="http://schemas.openxmlformats.org/officeDocument/2006/relationships" id="274" r:id="R29a27f334b334771"/>
    <p:sldId xmlns:r="http://schemas.openxmlformats.org/officeDocument/2006/relationships" id="275" r:id="R04d37455943242f6"/>
    <p:sldId xmlns:r="http://schemas.openxmlformats.org/officeDocument/2006/relationships" id="276" r:id="R5c71b0fcb0fd47f9"/>
    <p:sldId xmlns:r="http://schemas.openxmlformats.org/officeDocument/2006/relationships" id="277" r:id="Red971654e99e4c93"/>
    <p:sldId xmlns:r="http://schemas.openxmlformats.org/officeDocument/2006/relationships" id="278" r:id="R8f5b0c4c4e6b48b5"/>
    <p:sldId xmlns:r="http://schemas.openxmlformats.org/officeDocument/2006/relationships" id="279" r:id="Rfdfce193075f4c4e"/>
    <p:sldId xmlns:r="http://schemas.openxmlformats.org/officeDocument/2006/relationships" id="280" r:id="Re4dbbfc5696145eb"/>
    <p:sldId xmlns:r="http://schemas.openxmlformats.org/officeDocument/2006/relationships" id="281" r:id="Rd2aca6c432194c5e"/>
    <p:sldId xmlns:r="http://schemas.openxmlformats.org/officeDocument/2006/relationships" id="282" r:id="R7d045d722f934d4d"/>
    <p:sldId xmlns:r="http://schemas.openxmlformats.org/officeDocument/2006/relationships" id="283" r:id="R36488978e87b435e"/>
    <p:sldId xmlns:r="http://schemas.openxmlformats.org/officeDocument/2006/relationships" id="284" r:id="R938cbdd2c46242cb"/>
    <p:sldId xmlns:r="http://schemas.openxmlformats.org/officeDocument/2006/relationships" id="285" r:id="R3ccd5a7d991440a5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5d1b3a15dd4c3a" /><Relationship Type="http://schemas.openxmlformats.org/officeDocument/2006/relationships/slideMaster" Target="/ppt/slideMasters/slideMaster1.xml" Id="R1bff27d7a665410c" /><Relationship Type="http://schemas.openxmlformats.org/officeDocument/2006/relationships/notesMaster" Target="/ppt/notesMasters/notesMaster1.xml" Id="R43cdbb23f53c44dc" /><Relationship Type="http://schemas.openxmlformats.org/officeDocument/2006/relationships/presProps" Target="/ppt/presProps.xml" Id="R1ca9fd26b2d64d85" /><Relationship Type="http://schemas.openxmlformats.org/officeDocument/2006/relationships/viewProps" Target="/ppt/viewProps.xml" Id="R4d1c93de1d024a4e" /><Relationship Type="http://schemas.openxmlformats.org/officeDocument/2006/relationships/tableStyles" Target="/ppt/tableStyles.xml" Id="Rb9a48594ca7844a2" /><Relationship Type="http://schemas.openxmlformats.org/officeDocument/2006/relationships/slide" Target="/ppt/slides/slide1.xml" Id="R9cc294b507834c52" /><Relationship Type="http://schemas.openxmlformats.org/officeDocument/2006/relationships/slide" Target="/ppt/slides/slide2.xml" Id="Rdd8a5ba047cb42f7" /><Relationship Type="http://schemas.openxmlformats.org/officeDocument/2006/relationships/slide" Target="/ppt/slides/slide3.xml" Id="R164772cf2fc44588" /><Relationship Type="http://schemas.openxmlformats.org/officeDocument/2006/relationships/slide" Target="/ppt/slides/slide4.xml" Id="R90886a774b5e4172" /><Relationship Type="http://schemas.openxmlformats.org/officeDocument/2006/relationships/slide" Target="/ppt/slides/slide5.xml" Id="Rb8389716d10f471c" /><Relationship Type="http://schemas.openxmlformats.org/officeDocument/2006/relationships/slide" Target="/ppt/slides/slide6.xml" Id="Rcc99de54867849ca" /><Relationship Type="http://schemas.openxmlformats.org/officeDocument/2006/relationships/slide" Target="/ppt/slides/slide7.xml" Id="R9e3fe1f86e4e4a1f" /><Relationship Type="http://schemas.openxmlformats.org/officeDocument/2006/relationships/slide" Target="/ppt/slides/slide8.xml" Id="R6157f047f162405e" /><Relationship Type="http://schemas.openxmlformats.org/officeDocument/2006/relationships/slide" Target="/ppt/slides/slide9.xml" Id="R6f5319fa987b47b7" /><Relationship Type="http://schemas.openxmlformats.org/officeDocument/2006/relationships/slide" Target="/ppt/slides/slide10.xml" Id="R18068ea894374514" /><Relationship Type="http://schemas.openxmlformats.org/officeDocument/2006/relationships/slide" Target="/ppt/slides/slide11.xml" Id="R89162890db9a4347" /><Relationship Type="http://schemas.openxmlformats.org/officeDocument/2006/relationships/slide" Target="/ppt/slides/slide12.xml" Id="R9a0f3a3d8bd743de" /><Relationship Type="http://schemas.openxmlformats.org/officeDocument/2006/relationships/slide" Target="/ppt/slides/slide13.xml" Id="R1c7935814bc94b00" /><Relationship Type="http://schemas.openxmlformats.org/officeDocument/2006/relationships/slide" Target="/ppt/slides/slide14.xml" Id="Rac259387587c4390" /><Relationship Type="http://schemas.openxmlformats.org/officeDocument/2006/relationships/slide" Target="/ppt/slides/slide15.xml" Id="R09fb6d0ba79145d7" /><Relationship Type="http://schemas.openxmlformats.org/officeDocument/2006/relationships/slide" Target="/ppt/slides/slide16.xml" Id="R6352ee9546fc4a2c" /><Relationship Type="http://schemas.openxmlformats.org/officeDocument/2006/relationships/slide" Target="/ppt/slides/slide17.xml" Id="Ra5844c8b1c074fb1" /><Relationship Type="http://schemas.openxmlformats.org/officeDocument/2006/relationships/slide" Target="/ppt/slides/slide18.xml" Id="R5d42e373b9434678" /><Relationship Type="http://schemas.openxmlformats.org/officeDocument/2006/relationships/slide" Target="/ppt/slides/slide19.xml" Id="R29a27f334b334771" /><Relationship Type="http://schemas.openxmlformats.org/officeDocument/2006/relationships/slide" Target="/ppt/slides/slide20.xml" Id="R04d37455943242f6" /><Relationship Type="http://schemas.openxmlformats.org/officeDocument/2006/relationships/slide" Target="/ppt/slides/slide21.xml" Id="R5c71b0fcb0fd47f9" /><Relationship Type="http://schemas.openxmlformats.org/officeDocument/2006/relationships/slide" Target="/ppt/slides/slide22.xml" Id="Red971654e99e4c93" /><Relationship Type="http://schemas.openxmlformats.org/officeDocument/2006/relationships/slide" Target="/ppt/slides/slide23.xml" Id="R8f5b0c4c4e6b48b5" /><Relationship Type="http://schemas.openxmlformats.org/officeDocument/2006/relationships/slide" Target="/ppt/slides/slide24.xml" Id="Rfdfce193075f4c4e" /><Relationship Type="http://schemas.openxmlformats.org/officeDocument/2006/relationships/slide" Target="/ppt/slides/slide25.xml" Id="Re4dbbfc5696145eb" /><Relationship Type="http://schemas.openxmlformats.org/officeDocument/2006/relationships/slide" Target="/ppt/slides/slide26.xml" Id="Rd2aca6c432194c5e" /><Relationship Type="http://schemas.openxmlformats.org/officeDocument/2006/relationships/slide" Target="/ppt/slides/slide27.xml" Id="R7d045d722f934d4d" /><Relationship Type="http://schemas.openxmlformats.org/officeDocument/2006/relationships/slide" Target="/ppt/slides/slide28.xml" Id="R36488978e87b435e" /><Relationship Type="http://schemas.openxmlformats.org/officeDocument/2006/relationships/slide" Target="/ppt/slides/slide29.xml" Id="R938cbdd2c46242cb" /><Relationship Type="http://schemas.openxmlformats.org/officeDocument/2006/relationships/slide" Target="/ppt/slides/slide30.xml" Id="R3ccd5a7d991440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94225018bc4a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eaf39a925c41b4" /><Relationship Type="http://schemas.openxmlformats.org/officeDocument/2006/relationships/notesMaster" Target="/ppt/notesMasters/notesMaster1.xml" Id="R335f435ffb9040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5aecdb4feae4a82" /><Relationship Type="http://schemas.openxmlformats.org/officeDocument/2006/relationships/notesMaster" Target="/ppt/notesMasters/notesMaster1.xml" Id="Rddaf3605d5a744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2a0b852cb245e8" /><Relationship Type="http://schemas.openxmlformats.org/officeDocument/2006/relationships/notesMaster" Target="/ppt/notesMasters/notesMaster1.xml" Id="Rd34b33d7a3454e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30d77b7af141c8" /><Relationship Type="http://schemas.openxmlformats.org/officeDocument/2006/relationships/notesMaster" Target="/ppt/notesMasters/notesMaster1.xml" Id="R9a86c403bc6947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4aadd8a2e8403a" /><Relationship Type="http://schemas.openxmlformats.org/officeDocument/2006/relationships/notesMaster" Target="/ppt/notesMasters/notesMaster1.xml" Id="R77347aac5f6240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eaffa6b3d44c69" /><Relationship Type="http://schemas.openxmlformats.org/officeDocument/2006/relationships/notesMaster" Target="/ppt/notesMasters/notesMaster1.xml" Id="Ra5fcec49005142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e139353cc74cd7" /><Relationship Type="http://schemas.openxmlformats.org/officeDocument/2006/relationships/notesMaster" Target="/ppt/notesMasters/notesMaster1.xml" Id="Rf175926a483247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4d18a4a86541b3" /><Relationship Type="http://schemas.openxmlformats.org/officeDocument/2006/relationships/notesMaster" Target="/ppt/notesMasters/notesMaster1.xml" Id="R52c99eaf64b94c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60e04e1dd24025" /><Relationship Type="http://schemas.openxmlformats.org/officeDocument/2006/relationships/notesMaster" Target="/ppt/notesMasters/notesMaster1.xml" Id="Rae0e6ed2fb034a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481e69761564760" /><Relationship Type="http://schemas.openxmlformats.org/officeDocument/2006/relationships/notesMaster" Target="/ppt/notesMasters/notesMaster1.xml" Id="R0904ed8d480649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0f578c81bc4110" /><Relationship Type="http://schemas.openxmlformats.org/officeDocument/2006/relationships/notesMaster" Target="/ppt/notesMasters/notesMaster1.xml" Id="R1ab5929a622946f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e825fb4d7b14f91" /><Relationship Type="http://schemas.openxmlformats.org/officeDocument/2006/relationships/notesMaster" Target="/ppt/notesMasters/notesMaster1.xml" Id="Rd63eacb239cf462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0d5b784dcf94aa2" /><Relationship Type="http://schemas.openxmlformats.org/officeDocument/2006/relationships/notesMaster" Target="/ppt/notesMasters/notesMaster1.xml" Id="Rf0d08812217348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8b73b05a594033" /><Relationship Type="http://schemas.openxmlformats.org/officeDocument/2006/relationships/notesMaster" Target="/ppt/notesMasters/notesMaster1.xml" Id="R5e88433ded8e4ce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c324dcf611a4e28" /><Relationship Type="http://schemas.openxmlformats.org/officeDocument/2006/relationships/notesMaster" Target="/ppt/notesMasters/notesMaster1.xml" Id="R08dbd73b07c8447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0e4edb4d936414e" /><Relationship Type="http://schemas.openxmlformats.org/officeDocument/2006/relationships/notesMaster" Target="/ppt/notesMasters/notesMaster1.xml" Id="R4b4cb8a136d4477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8fdf7288a774ec3" /><Relationship Type="http://schemas.openxmlformats.org/officeDocument/2006/relationships/notesMaster" Target="/ppt/notesMasters/notesMaster1.xml" Id="R9426033317b0478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ba515e31d944077" /><Relationship Type="http://schemas.openxmlformats.org/officeDocument/2006/relationships/notesMaster" Target="/ppt/notesMasters/notesMaster1.xml" Id="R9cff53afb18c4a6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5b24cfdee4b4b08" /><Relationship Type="http://schemas.openxmlformats.org/officeDocument/2006/relationships/notesMaster" Target="/ppt/notesMasters/notesMaster1.xml" Id="R48ae64093680488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3ce242dd5034dd8" /><Relationship Type="http://schemas.openxmlformats.org/officeDocument/2006/relationships/notesMaster" Target="/ppt/notesMasters/notesMaster1.xml" Id="R091313d7b1394db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e1d4ff77f634948" /><Relationship Type="http://schemas.openxmlformats.org/officeDocument/2006/relationships/notesMaster" Target="/ppt/notesMasters/notesMaster1.xml" Id="Rd775ce57046d4b6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43499027e614454" /><Relationship Type="http://schemas.openxmlformats.org/officeDocument/2006/relationships/notesMaster" Target="/ppt/notesMasters/notesMaster1.xml" Id="R881f6db8c74747a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3c14b599969481b" /><Relationship Type="http://schemas.openxmlformats.org/officeDocument/2006/relationships/notesMaster" Target="/ppt/notesMasters/notesMaster1.xml" Id="R1cb405adb3f74bd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e4442c2104e48e6" /><Relationship Type="http://schemas.openxmlformats.org/officeDocument/2006/relationships/notesMaster" Target="/ppt/notesMasters/notesMaster1.xml" Id="R08fe3b3e690748a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e73bc3289894a7a" /><Relationship Type="http://schemas.openxmlformats.org/officeDocument/2006/relationships/notesMaster" Target="/ppt/notesMasters/notesMaster1.xml" Id="R4bd452cdbd1d40a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1a55d2bba794256" /><Relationship Type="http://schemas.openxmlformats.org/officeDocument/2006/relationships/notesMaster" Target="/ppt/notesMasters/notesMaster1.xml" Id="R9a9bd1420e2f4ee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4357f95e70943e6" /><Relationship Type="http://schemas.openxmlformats.org/officeDocument/2006/relationships/notesMaster" Target="/ppt/notesMasters/notesMaster1.xml" Id="Rcecd1ad494c44da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3711a0ba8344938" /><Relationship Type="http://schemas.openxmlformats.org/officeDocument/2006/relationships/notesMaster" Target="/ppt/notesMasters/notesMaster1.xml" Id="R1447b66c89d8436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2f0beb80c384b0c" /><Relationship Type="http://schemas.openxmlformats.org/officeDocument/2006/relationships/notesMaster" Target="/ppt/notesMasters/notesMaster1.xml" Id="Rb4d1009732954cc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bda0cfce6784e93" /><Relationship Type="http://schemas.openxmlformats.org/officeDocument/2006/relationships/notesMaster" Target="/ppt/notesMasters/notesMaster1.xml" Id="Re8736810745947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9aef68ebd2435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abf458d24f423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ed75070ff44f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64add8729e46f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593217bb31457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f2fa4b6ff6437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6d73c0095f408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9ef79e74dd4dc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fdca1743944f3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c33f124591426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ba17b577f74db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04cdfd1df54b9e" /><Relationship Type="http://schemas.openxmlformats.org/officeDocument/2006/relationships/slideLayout" Target="/ppt/slideLayouts/slideLayout1.xml" Id="Re78c183cccbb46c5" /><Relationship Type="http://schemas.openxmlformats.org/officeDocument/2006/relationships/slideLayout" Target="/ppt/slideLayouts/slideLayout2.xml" Id="R4a37160323c64d50" /><Relationship Type="http://schemas.openxmlformats.org/officeDocument/2006/relationships/slideLayout" Target="/ppt/slideLayouts/slideLayout3.xml" Id="Ra3e93c77e3a947fd" /><Relationship Type="http://schemas.openxmlformats.org/officeDocument/2006/relationships/slideLayout" Target="/ppt/slideLayouts/slideLayout4.xml" Id="Rcfe41ad03602442a" /><Relationship Type="http://schemas.openxmlformats.org/officeDocument/2006/relationships/slideLayout" Target="/ppt/slideLayouts/slideLayout5.xml" Id="Re2aa14a1bc614f6f" /><Relationship Type="http://schemas.openxmlformats.org/officeDocument/2006/relationships/slideLayout" Target="/ppt/slideLayouts/slideLayout6.xml" Id="Re7c9d0a6ac0e455c" /><Relationship Type="http://schemas.openxmlformats.org/officeDocument/2006/relationships/slideLayout" Target="/ppt/slideLayouts/slideLayout7.xml" Id="R9964dd5837884165" /><Relationship Type="http://schemas.openxmlformats.org/officeDocument/2006/relationships/slideLayout" Target="/ppt/slideLayouts/slideLayout8.xml" Id="R2cbc6ac36738436e" /><Relationship Type="http://schemas.openxmlformats.org/officeDocument/2006/relationships/slideLayout" Target="/ppt/slideLayouts/slideLayout9.xml" Id="R9820d952e4724e10" /><Relationship Type="http://schemas.openxmlformats.org/officeDocument/2006/relationships/slideLayout" Target="/ppt/slideLayouts/slideLayout10.xml" Id="R0087aa2ccae340e3" /><Relationship Type="http://schemas.openxmlformats.org/officeDocument/2006/relationships/slideLayout" Target="/ppt/slideLayouts/slideLayout11.xml" Id="Rcb56c1184c9841d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8c183cccbb46c5"/>
    <p:sldLayoutId xmlns:r="http://schemas.openxmlformats.org/officeDocument/2006/relationships" id="2147483650" r:id="R4a37160323c64d50"/>
    <p:sldLayoutId xmlns:r="http://schemas.openxmlformats.org/officeDocument/2006/relationships" id="2147483651" r:id="Ra3e93c77e3a947fd"/>
    <p:sldLayoutId xmlns:r="http://schemas.openxmlformats.org/officeDocument/2006/relationships" id="2147483652" r:id="Rcfe41ad03602442a"/>
    <p:sldLayoutId xmlns:r="http://schemas.openxmlformats.org/officeDocument/2006/relationships" id="2147483653" r:id="Re2aa14a1bc614f6f"/>
    <p:sldLayoutId xmlns:r="http://schemas.openxmlformats.org/officeDocument/2006/relationships" id="2147483654" r:id="Re7c9d0a6ac0e455c"/>
    <p:sldLayoutId xmlns:r="http://schemas.openxmlformats.org/officeDocument/2006/relationships" id="2147483655" r:id="R9964dd5837884165"/>
    <p:sldLayoutId xmlns:r="http://schemas.openxmlformats.org/officeDocument/2006/relationships" id="2147483656" r:id="R2cbc6ac36738436e"/>
    <p:sldLayoutId xmlns:r="http://schemas.openxmlformats.org/officeDocument/2006/relationships" id="2147483657" r:id="R9820d952e4724e10"/>
    <p:sldLayoutId xmlns:r="http://schemas.openxmlformats.org/officeDocument/2006/relationships" id="2147483658" r:id="R0087aa2ccae340e3"/>
    <p:sldLayoutId xmlns:r="http://schemas.openxmlformats.org/officeDocument/2006/relationships" id="2147483659" r:id="Rcb56c1184c9841d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bdac23d06d4c49" /><Relationship Type="http://schemas.openxmlformats.org/officeDocument/2006/relationships/notesSlide" Target="/ppt/notesSlides/notesSlide1.xml" Id="R44f179a5a84942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29a93395b54dd8" /><Relationship Type="http://schemas.openxmlformats.org/officeDocument/2006/relationships/notesSlide" Target="/ppt/notesSlides/notesSlide2.xml" Id="Ra6dae7cef99946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d912d99c6f4212" /><Relationship Type="http://schemas.openxmlformats.org/officeDocument/2006/relationships/notesSlide" Target="/ppt/notesSlides/notesSlide3.xml" Id="Rc706a947a44b41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55c2993ba649ea" /><Relationship Type="http://schemas.openxmlformats.org/officeDocument/2006/relationships/notesSlide" Target="/ppt/notesSlides/notesSlide4.xml" Id="R0d1439ec47a445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51c60f11ae4053" /><Relationship Type="http://schemas.openxmlformats.org/officeDocument/2006/relationships/notesSlide" Target="/ppt/notesSlides/notesSlide5.xml" Id="Rb8a1cbf7da9644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e0e0f10436416d" /><Relationship Type="http://schemas.openxmlformats.org/officeDocument/2006/relationships/notesSlide" Target="/ppt/notesSlides/notesSlide6.xml" Id="R21898d33463f4d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6d1359be6540b5" /><Relationship Type="http://schemas.openxmlformats.org/officeDocument/2006/relationships/notesSlide" Target="/ppt/notesSlides/notesSlide7.xml" Id="R4c47209219154e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d9b7e7945c475d" /><Relationship Type="http://schemas.openxmlformats.org/officeDocument/2006/relationships/notesSlide" Target="/ppt/notesSlides/notesSlide8.xml" Id="Rd3dd439ffc7b4d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f735d0243843af" /><Relationship Type="http://schemas.openxmlformats.org/officeDocument/2006/relationships/notesSlide" Target="/ppt/notesSlides/notesSlide9.xml" Id="R515ee79d744a42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5f0b4643a444d7" /><Relationship Type="http://schemas.openxmlformats.org/officeDocument/2006/relationships/notesSlide" Target="/ppt/notesSlides/notesSlide10.xml" Id="Rd7569c7468f64c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7dd95cc0ca4a5a" /><Relationship Type="http://schemas.openxmlformats.org/officeDocument/2006/relationships/notesSlide" Target="/ppt/notesSlides/notesSlide11.xml" Id="Recefcd0f02364e2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b9374d8ccf41cc" /><Relationship Type="http://schemas.openxmlformats.org/officeDocument/2006/relationships/notesSlide" Target="/ppt/notesSlides/notesSlide12.xml" Id="R05bef46f5ea9406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0f042d30ce49fe" /><Relationship Type="http://schemas.openxmlformats.org/officeDocument/2006/relationships/notesSlide" Target="/ppt/notesSlides/notesSlide13.xml" Id="Ref6e03d4d1f947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9ff24f47c5400e" /><Relationship Type="http://schemas.openxmlformats.org/officeDocument/2006/relationships/notesSlide" Target="/ppt/notesSlides/notesSlide14.xml" Id="R8290dfefc0e5435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8c325795f9049e5" /><Relationship Type="http://schemas.openxmlformats.org/officeDocument/2006/relationships/notesSlide" Target="/ppt/notesSlides/notesSlide15.xml" Id="Rbf07fd6d8fe544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f5beec58cb4a6e" /><Relationship Type="http://schemas.openxmlformats.org/officeDocument/2006/relationships/notesSlide" Target="/ppt/notesSlides/notesSlide16.xml" Id="R471bc4c0ff74425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42d778208e4301" /><Relationship Type="http://schemas.openxmlformats.org/officeDocument/2006/relationships/notesSlide" Target="/ppt/notesSlides/notesSlide17.xml" Id="R349bbd31b00d446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213f15066744747" /><Relationship Type="http://schemas.openxmlformats.org/officeDocument/2006/relationships/notesSlide" Target="/ppt/notesSlides/notesSlide18.xml" Id="R52d8c4a1937d4d0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0d9d73e8c146c5" /><Relationship Type="http://schemas.openxmlformats.org/officeDocument/2006/relationships/notesSlide" Target="/ppt/notesSlides/notesSlide19.xml" Id="R341e2bb3f4b941f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8b9c8c31814354" /><Relationship Type="http://schemas.openxmlformats.org/officeDocument/2006/relationships/notesSlide" Target="/ppt/notesSlides/notesSlide20.xml" Id="Ra16c28c2b9ad4be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31b8fc46e8454e" /><Relationship Type="http://schemas.openxmlformats.org/officeDocument/2006/relationships/notesSlide" Target="/ppt/notesSlides/notesSlide21.xml" Id="R6d07fad6c75f4bb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531dd7e3fc2468b" /><Relationship Type="http://schemas.openxmlformats.org/officeDocument/2006/relationships/notesSlide" Target="/ppt/notesSlides/notesSlide22.xml" Id="R66fd8d48be4f433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04ecfdda7349e0" /><Relationship Type="http://schemas.openxmlformats.org/officeDocument/2006/relationships/notesSlide" Target="/ppt/notesSlides/notesSlide23.xml" Id="Rdb2c77cd04e24c0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904da5441c4b79" /><Relationship Type="http://schemas.openxmlformats.org/officeDocument/2006/relationships/notesSlide" Target="/ppt/notesSlides/notesSlide24.xml" Id="Rda0eb6f0ecc8457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e89017338fb45f9" /><Relationship Type="http://schemas.openxmlformats.org/officeDocument/2006/relationships/notesSlide" Target="/ppt/notesSlides/notesSlide25.xml" Id="R34b3a920dc13430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d709e960b847a3" /><Relationship Type="http://schemas.openxmlformats.org/officeDocument/2006/relationships/notesSlide" Target="/ppt/notesSlides/notesSlide26.xml" Id="Rd952d2bab6764ff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91ed1689e54822" /><Relationship Type="http://schemas.openxmlformats.org/officeDocument/2006/relationships/notesSlide" Target="/ppt/notesSlides/notesSlide27.xml" Id="Ra5efd016ba35421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3a515166114f79" /><Relationship Type="http://schemas.openxmlformats.org/officeDocument/2006/relationships/notesSlide" Target="/ppt/notesSlides/notesSlide28.xml" Id="Rf9f774d5679e4dd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333bfdf40c4346" /><Relationship Type="http://schemas.openxmlformats.org/officeDocument/2006/relationships/notesSlide" Target="/ppt/notesSlides/notesSlide29.xml" Id="R15ee1358a5f3492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40d067ad54445e" /><Relationship Type="http://schemas.openxmlformats.org/officeDocument/2006/relationships/notesSlide" Target="/ppt/notesSlides/notesSlide30.xml" Id="R3b30f14ec0974e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2026.07.27-30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2026-07-27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195-country method control separates 23 reviewed plans, 5 source leads, 15 EU TPD patterns and 152 unscoped proxy routes; none unlocks the 0/3 donor gate.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195-country open base: 578 WB records; method control 23 / 5 / 15 / 152; not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87061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market measures + 36 Swedish FHM register counts; method control 23 / 5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World Bank; Statistics Canada; Health Canada; New Zealand Ministry of Health; Destatis; Vero;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D5, D7 and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e-liquid flow 1,451,529 → 805,441 litres; tax bridge for 4,382,500 devices + 62,500 component sets. Not retail value or a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 (+5.03%)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D5: NAICS 459993/459999 coverage. D7: exact annual error boundary missing. D10: different transaction stages remain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Market-values model; Method-route control; Readiness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First-donor conversion sprint · next 90 days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Zealand: Ministry D5/D8 confirmation and an independent D10 bridge. Canada: Statistics Canada D5/D7 confirmation.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Poland: official 2020–2023 e-liquid flow and a 2025 device/component tax bridge; retail value and a D1–D10 bridge remain missing.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Euromonitor is 0/6: a 95-geography schema arrived without country-year values; rights and all-in costs remain open.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Accept a donor only if all ten criteria pass. Otherwise retain 0/3 and not_computed.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2026.07.27-30 · 2026-07-27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2026-07-27T16:24:18.4460000Z</dcterms:created>
  <dcterms:modified xsi:type="dcterms:W3CDTF">2026-07-27T16:24:18.4460000Z</dcterms:modified>
</coreProperties>
</file>