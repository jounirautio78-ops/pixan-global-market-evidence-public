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b8cd8fabfbf496c" /><Relationship Type="http://schemas.openxmlformats.org/officeDocument/2006/relationships/extended-properties" Target="/docProps/app.xml" Id="R1b7cea1cf7b542b1" /><Relationship Type="http://schemas.openxmlformats.org/officeDocument/2006/relationships/officeDocument" Target="/ppt/presentation.xml" Id="Rc3d4da67b07949f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0e2fd50dc349be"/>
  </p:sldMasterIdLst>
  <p:notesMasterIdLst>
    <p:notesMasterId xmlns:r="http://schemas.openxmlformats.org/officeDocument/2006/relationships" r:id="R54ddbf838f2040cc"/>
  </p:notesMasterIdLst>
  <p:sldIdLst>
    <p:sldId xmlns:r="http://schemas.openxmlformats.org/officeDocument/2006/relationships" id="256" r:id="Rf56e136258614bc9"/>
    <p:sldId xmlns:r="http://schemas.openxmlformats.org/officeDocument/2006/relationships" id="257" r:id="Rd70ae018954d4b78"/>
    <p:sldId xmlns:r="http://schemas.openxmlformats.org/officeDocument/2006/relationships" id="258" r:id="R584181f111544da4"/>
    <p:sldId xmlns:r="http://schemas.openxmlformats.org/officeDocument/2006/relationships" id="259" r:id="R58648d9dc10240e9"/>
    <p:sldId xmlns:r="http://schemas.openxmlformats.org/officeDocument/2006/relationships" id="260" r:id="Rbd9a93de02f24b8f"/>
    <p:sldId xmlns:r="http://schemas.openxmlformats.org/officeDocument/2006/relationships" id="261" r:id="R23cfe9361d2e4011"/>
    <p:sldId xmlns:r="http://schemas.openxmlformats.org/officeDocument/2006/relationships" id="262" r:id="Rc813e084e6754c45"/>
    <p:sldId xmlns:r="http://schemas.openxmlformats.org/officeDocument/2006/relationships" id="263" r:id="R5efa82043327422d"/>
    <p:sldId xmlns:r="http://schemas.openxmlformats.org/officeDocument/2006/relationships" id="264" r:id="R99e149972b534a4c"/>
    <p:sldId xmlns:r="http://schemas.openxmlformats.org/officeDocument/2006/relationships" id="265" r:id="Rfd0697120e6946a3"/>
    <p:sldId xmlns:r="http://schemas.openxmlformats.org/officeDocument/2006/relationships" id="266" r:id="R4e3bd9cce669431c"/>
    <p:sldId xmlns:r="http://schemas.openxmlformats.org/officeDocument/2006/relationships" id="267" r:id="R082f226f7d5c4398"/>
    <p:sldId xmlns:r="http://schemas.openxmlformats.org/officeDocument/2006/relationships" id="268" r:id="R296855b390724b94"/>
    <p:sldId xmlns:r="http://schemas.openxmlformats.org/officeDocument/2006/relationships" id="269" r:id="R7d14605253984395"/>
    <p:sldId xmlns:r="http://schemas.openxmlformats.org/officeDocument/2006/relationships" id="270" r:id="R32930e979fb34be1"/>
    <p:sldId xmlns:r="http://schemas.openxmlformats.org/officeDocument/2006/relationships" id="271" r:id="Rf546a908a0dd4ca3"/>
    <p:sldId xmlns:r="http://schemas.openxmlformats.org/officeDocument/2006/relationships" id="272" r:id="R6d82d5c788f4476d"/>
    <p:sldId xmlns:r="http://schemas.openxmlformats.org/officeDocument/2006/relationships" id="273" r:id="R1dbab59d70d14280"/>
    <p:sldId xmlns:r="http://schemas.openxmlformats.org/officeDocument/2006/relationships" id="274" r:id="Ra93e62b8e4de4982"/>
    <p:sldId xmlns:r="http://schemas.openxmlformats.org/officeDocument/2006/relationships" id="275" r:id="Rb3f50d1a30ea4f1f"/>
    <p:sldId xmlns:r="http://schemas.openxmlformats.org/officeDocument/2006/relationships" id="276" r:id="R6d4cb1df3f4e4de8"/>
    <p:sldId xmlns:r="http://schemas.openxmlformats.org/officeDocument/2006/relationships" id="277" r:id="R941d19fe81d04b14"/>
    <p:sldId xmlns:r="http://schemas.openxmlformats.org/officeDocument/2006/relationships" id="278" r:id="Re0186d49702c43ab"/>
    <p:sldId xmlns:r="http://schemas.openxmlformats.org/officeDocument/2006/relationships" id="279" r:id="R59e32696766d4e4b"/>
    <p:sldId xmlns:r="http://schemas.openxmlformats.org/officeDocument/2006/relationships" id="280" r:id="Re01ca9e540d7437f"/>
    <p:sldId xmlns:r="http://schemas.openxmlformats.org/officeDocument/2006/relationships" id="281" r:id="Rcdcb07f26ea04215"/>
    <p:sldId xmlns:r="http://schemas.openxmlformats.org/officeDocument/2006/relationships" id="282" r:id="Rc4cb916ca1f7402b"/>
    <p:sldId xmlns:r="http://schemas.openxmlformats.org/officeDocument/2006/relationships" id="283" r:id="R03c60b8d89c6435b"/>
    <p:sldId xmlns:r="http://schemas.openxmlformats.org/officeDocument/2006/relationships" id="284" r:id="Rc9f0b20641bb46ab"/>
    <p:sldId xmlns:r="http://schemas.openxmlformats.org/officeDocument/2006/relationships" id="285" r:id="Rfade468a57614442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648f38499ca4684" /><Relationship Type="http://schemas.openxmlformats.org/officeDocument/2006/relationships/slideMaster" Target="/ppt/slideMasters/slideMaster1.xml" Id="R310e2fd50dc349be" /><Relationship Type="http://schemas.openxmlformats.org/officeDocument/2006/relationships/notesMaster" Target="/ppt/notesMasters/notesMaster1.xml" Id="R54ddbf838f2040cc" /><Relationship Type="http://schemas.openxmlformats.org/officeDocument/2006/relationships/presProps" Target="/ppt/presProps.xml" Id="Rc8bd000a9e3e4bdf" /><Relationship Type="http://schemas.openxmlformats.org/officeDocument/2006/relationships/viewProps" Target="/ppt/viewProps.xml" Id="R9d19244bb00a4bc3" /><Relationship Type="http://schemas.openxmlformats.org/officeDocument/2006/relationships/tableStyles" Target="/ppt/tableStyles.xml" Id="Raae3669a40cd4324" /><Relationship Type="http://schemas.openxmlformats.org/officeDocument/2006/relationships/slide" Target="/ppt/slides/slide1.xml" Id="Rf56e136258614bc9" /><Relationship Type="http://schemas.openxmlformats.org/officeDocument/2006/relationships/slide" Target="/ppt/slides/slide2.xml" Id="Rd70ae018954d4b78" /><Relationship Type="http://schemas.openxmlformats.org/officeDocument/2006/relationships/slide" Target="/ppt/slides/slide3.xml" Id="R584181f111544da4" /><Relationship Type="http://schemas.openxmlformats.org/officeDocument/2006/relationships/slide" Target="/ppt/slides/slide4.xml" Id="R58648d9dc10240e9" /><Relationship Type="http://schemas.openxmlformats.org/officeDocument/2006/relationships/slide" Target="/ppt/slides/slide5.xml" Id="Rbd9a93de02f24b8f" /><Relationship Type="http://schemas.openxmlformats.org/officeDocument/2006/relationships/slide" Target="/ppt/slides/slide6.xml" Id="R23cfe9361d2e4011" /><Relationship Type="http://schemas.openxmlformats.org/officeDocument/2006/relationships/slide" Target="/ppt/slides/slide7.xml" Id="Rc813e084e6754c45" /><Relationship Type="http://schemas.openxmlformats.org/officeDocument/2006/relationships/slide" Target="/ppt/slides/slide8.xml" Id="R5efa82043327422d" /><Relationship Type="http://schemas.openxmlformats.org/officeDocument/2006/relationships/slide" Target="/ppt/slides/slide9.xml" Id="R99e149972b534a4c" /><Relationship Type="http://schemas.openxmlformats.org/officeDocument/2006/relationships/slide" Target="/ppt/slides/slide10.xml" Id="Rfd0697120e6946a3" /><Relationship Type="http://schemas.openxmlformats.org/officeDocument/2006/relationships/slide" Target="/ppt/slides/slide11.xml" Id="R4e3bd9cce669431c" /><Relationship Type="http://schemas.openxmlformats.org/officeDocument/2006/relationships/slide" Target="/ppt/slides/slide12.xml" Id="R082f226f7d5c4398" /><Relationship Type="http://schemas.openxmlformats.org/officeDocument/2006/relationships/slide" Target="/ppt/slides/slide13.xml" Id="R296855b390724b94" /><Relationship Type="http://schemas.openxmlformats.org/officeDocument/2006/relationships/slide" Target="/ppt/slides/slide14.xml" Id="R7d14605253984395" /><Relationship Type="http://schemas.openxmlformats.org/officeDocument/2006/relationships/slide" Target="/ppt/slides/slide15.xml" Id="R32930e979fb34be1" /><Relationship Type="http://schemas.openxmlformats.org/officeDocument/2006/relationships/slide" Target="/ppt/slides/slide16.xml" Id="Rf546a908a0dd4ca3" /><Relationship Type="http://schemas.openxmlformats.org/officeDocument/2006/relationships/slide" Target="/ppt/slides/slide17.xml" Id="R6d82d5c788f4476d" /><Relationship Type="http://schemas.openxmlformats.org/officeDocument/2006/relationships/slide" Target="/ppt/slides/slide18.xml" Id="R1dbab59d70d14280" /><Relationship Type="http://schemas.openxmlformats.org/officeDocument/2006/relationships/slide" Target="/ppt/slides/slide19.xml" Id="Ra93e62b8e4de4982" /><Relationship Type="http://schemas.openxmlformats.org/officeDocument/2006/relationships/slide" Target="/ppt/slides/slide20.xml" Id="Rb3f50d1a30ea4f1f" /><Relationship Type="http://schemas.openxmlformats.org/officeDocument/2006/relationships/slide" Target="/ppt/slides/slide21.xml" Id="R6d4cb1df3f4e4de8" /><Relationship Type="http://schemas.openxmlformats.org/officeDocument/2006/relationships/slide" Target="/ppt/slides/slide22.xml" Id="R941d19fe81d04b14" /><Relationship Type="http://schemas.openxmlformats.org/officeDocument/2006/relationships/slide" Target="/ppt/slides/slide23.xml" Id="Re0186d49702c43ab" /><Relationship Type="http://schemas.openxmlformats.org/officeDocument/2006/relationships/slide" Target="/ppt/slides/slide24.xml" Id="R59e32696766d4e4b" /><Relationship Type="http://schemas.openxmlformats.org/officeDocument/2006/relationships/slide" Target="/ppt/slides/slide25.xml" Id="Re01ca9e540d7437f" /><Relationship Type="http://schemas.openxmlformats.org/officeDocument/2006/relationships/slide" Target="/ppt/slides/slide26.xml" Id="Rcdcb07f26ea04215" /><Relationship Type="http://schemas.openxmlformats.org/officeDocument/2006/relationships/slide" Target="/ppt/slides/slide27.xml" Id="Rc4cb916ca1f7402b" /><Relationship Type="http://schemas.openxmlformats.org/officeDocument/2006/relationships/slide" Target="/ppt/slides/slide28.xml" Id="R03c60b8d89c6435b" /><Relationship Type="http://schemas.openxmlformats.org/officeDocument/2006/relationships/slide" Target="/ppt/slides/slide29.xml" Id="Rc9f0b20641bb46ab" /><Relationship Type="http://schemas.openxmlformats.org/officeDocument/2006/relationships/slide" Target="/ppt/slides/slide30.xml" Id="Rfade468a5761444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21d6341d4cc405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04023ece66d4781" /><Relationship Type="http://schemas.openxmlformats.org/officeDocument/2006/relationships/notesMaster" Target="/ppt/notesMasters/notesMaster1.xml" Id="Rd2d53b6f7ad34e0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dafb72436ab4d30" /><Relationship Type="http://schemas.openxmlformats.org/officeDocument/2006/relationships/notesMaster" Target="/ppt/notesMasters/notesMaster1.xml" Id="R1d85b30ac33443e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ba83f117218428c" /><Relationship Type="http://schemas.openxmlformats.org/officeDocument/2006/relationships/notesMaster" Target="/ppt/notesMasters/notesMaster1.xml" Id="R5775832219614aa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96dd74984f04491" /><Relationship Type="http://schemas.openxmlformats.org/officeDocument/2006/relationships/notesMaster" Target="/ppt/notesMasters/notesMaster1.xml" Id="Rbbbd88c4d6ed40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a66f0ad98204aef" /><Relationship Type="http://schemas.openxmlformats.org/officeDocument/2006/relationships/notesMaster" Target="/ppt/notesMasters/notesMaster1.xml" Id="R6cce330ce7a5400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deb9d51f77249e0" /><Relationship Type="http://schemas.openxmlformats.org/officeDocument/2006/relationships/notesMaster" Target="/ppt/notesMasters/notesMaster1.xml" Id="Rdf1121f6f6444eb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50a4fa352d34939" /><Relationship Type="http://schemas.openxmlformats.org/officeDocument/2006/relationships/notesMaster" Target="/ppt/notesMasters/notesMaster1.xml" Id="R37aa0a2185aa4b9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cd87444bf9d47d5" /><Relationship Type="http://schemas.openxmlformats.org/officeDocument/2006/relationships/notesMaster" Target="/ppt/notesMasters/notesMaster1.xml" Id="Rb7bb6e6e921949e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3920bfa1a544c9a" /><Relationship Type="http://schemas.openxmlformats.org/officeDocument/2006/relationships/notesMaster" Target="/ppt/notesMasters/notesMaster1.xml" Id="Rfc9376ad0d44403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af96ca97c1a49cd" /><Relationship Type="http://schemas.openxmlformats.org/officeDocument/2006/relationships/notesMaster" Target="/ppt/notesMasters/notesMaster1.xml" Id="R2647822bea2e495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65219cfecb74731" /><Relationship Type="http://schemas.openxmlformats.org/officeDocument/2006/relationships/notesMaster" Target="/ppt/notesMasters/notesMaster1.xml" Id="Rbe3c0270c81d4a2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f088a053e45451c" /><Relationship Type="http://schemas.openxmlformats.org/officeDocument/2006/relationships/notesMaster" Target="/ppt/notesMasters/notesMaster1.xml" Id="R1f2dcb12b00545e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629304e0b5b4347" /><Relationship Type="http://schemas.openxmlformats.org/officeDocument/2006/relationships/notesMaster" Target="/ppt/notesMasters/notesMaster1.xml" Id="Reff4c04aa8d64b9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52ac4fd16014372" /><Relationship Type="http://schemas.openxmlformats.org/officeDocument/2006/relationships/notesMaster" Target="/ppt/notesMasters/notesMaster1.xml" Id="R6551883c09824f4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58f3fa79a944d46" /><Relationship Type="http://schemas.openxmlformats.org/officeDocument/2006/relationships/notesMaster" Target="/ppt/notesMasters/notesMaster1.xml" Id="R73d6645bad0949e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6a57de9f38546ab" /><Relationship Type="http://schemas.openxmlformats.org/officeDocument/2006/relationships/notesMaster" Target="/ppt/notesMasters/notesMaster1.xml" Id="R94fbf9d648aa458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8d49a4b5bfc426b" /><Relationship Type="http://schemas.openxmlformats.org/officeDocument/2006/relationships/notesMaster" Target="/ppt/notesMasters/notesMaster1.xml" Id="R27957171b15e471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9df4b8da6b748e7" /><Relationship Type="http://schemas.openxmlformats.org/officeDocument/2006/relationships/notesMaster" Target="/ppt/notesMasters/notesMaster1.xml" Id="Rb2c206a516ad468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0953b7b44a249d0" /><Relationship Type="http://schemas.openxmlformats.org/officeDocument/2006/relationships/notesMaster" Target="/ppt/notesMasters/notesMaster1.xml" Id="Rc44ee9b8138f4b4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5c1968b34024098" /><Relationship Type="http://schemas.openxmlformats.org/officeDocument/2006/relationships/notesMaster" Target="/ppt/notesMasters/notesMaster1.xml" Id="R6280649d866c4a0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49266207e3c4647" /><Relationship Type="http://schemas.openxmlformats.org/officeDocument/2006/relationships/notesMaster" Target="/ppt/notesMasters/notesMaster1.xml" Id="R8e1f1fefab83402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5d3713cc074441c" /><Relationship Type="http://schemas.openxmlformats.org/officeDocument/2006/relationships/notesMaster" Target="/ppt/notesMasters/notesMaster1.xml" Id="R7fd028626eeb4cf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1151dbf451f4dfa" /><Relationship Type="http://schemas.openxmlformats.org/officeDocument/2006/relationships/notesMaster" Target="/ppt/notesMasters/notesMaster1.xml" Id="Racec15414cdd4f0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87f957a78904bb1" /><Relationship Type="http://schemas.openxmlformats.org/officeDocument/2006/relationships/notesMaster" Target="/ppt/notesMasters/notesMaster1.xml" Id="R578c73bfcc164be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8a8eec5c7144450" /><Relationship Type="http://schemas.openxmlformats.org/officeDocument/2006/relationships/notesMaster" Target="/ppt/notesMasters/notesMaster1.xml" Id="R87c205d69fc04d6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8b8a349ab354c6b" /><Relationship Type="http://schemas.openxmlformats.org/officeDocument/2006/relationships/notesMaster" Target="/ppt/notesMasters/notesMaster1.xml" Id="Rd2bde642af004c1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aec5e18733f471c" /><Relationship Type="http://schemas.openxmlformats.org/officeDocument/2006/relationships/notesMaster" Target="/ppt/notesMasters/notesMaster1.xml" Id="R0dc14afa35c44bb1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013f548f3e64389" /><Relationship Type="http://schemas.openxmlformats.org/officeDocument/2006/relationships/notesMaster" Target="/ppt/notesMasters/notesMaster1.xml" Id="R0378f20383564fb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641d4d623744614" /><Relationship Type="http://schemas.openxmlformats.org/officeDocument/2006/relationships/notesMaster" Target="/ppt/notesMasters/notesMaster1.xml" Id="Ra693e192796247b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fbdd690033542eb" /><Relationship Type="http://schemas.openxmlformats.org/officeDocument/2006/relationships/notesMaster" Target="/ppt/notesMasters/notesMaster1.xml" Id="R5fe88145413049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fc6d97cbb9467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5ab48c36c445b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892c96d05b4ba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76a3dda5cc4e0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396fd2cb0749e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3b2d8981ba427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58d660963b4a1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ec3dfb63164c2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582fddf5904ed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b0c8ec05e84a6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1e59f43f20444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AABC8D-3D0F-4AE2-ACB0-B6BE56226B4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18EA193-DBAD-4335-B926-42E1827359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2807579-33AD-4D7D-8C2E-09AA1F6D8A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3005D7-212D-457F-A581-5012EF1057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CB43B2-E122-4F7F-847E-703807E861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58543D-BEEB-4B5F-BD92-AEBF27E317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C8CAC14-DD06-403B-98EB-45EF1A2DF1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4DBB64-CFF9-4F28-A8B5-4FDE4F5CAF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8520B3-E6E8-4307-AB13-DA00CF81D6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38791-9CF0-4BBB-8067-9D6693BE2E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4D168E-3D89-46A1-9192-B286A7DEB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3189B9-24AA-4351-A9B9-888EB3CE08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36CD74-A166-4424-970E-25C192F5E5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67363D-2369-4A8F-8AFB-783507FA1B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A7206A-73C0-438D-9167-5E2E8345F4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432C32-C272-4B86-B757-E47BBE0004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4B27DB3-D8E5-4055-880C-613AB9062D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92B08F7-360A-4E13-ADA8-4C558585FE5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9F3A50A-94F4-4F9A-974C-DD23073C6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AA1CC7-6634-4050-8B70-DF1E24C9EC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4810495-B1F5-42BA-B2EF-43F6F05BB0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D0DC1A-BD61-42C7-9653-AC2B28EB2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431A23-4C43-44CB-BBF3-58AE7C95A1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A011230-7FE6-4F4E-972C-89F4B90111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06913C5-B19C-4164-B33F-C451C9FD802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FEB89E8-64AD-4C12-9DE7-11C61F43F97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6C103F1-90BA-458D-8045-B40E94B55F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365AA2-DE68-44F2-BD27-388B835CE9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EB72308-EA4B-430D-9A28-C2E83FE546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14A15F-8471-432D-96EC-17B538ED65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CBCFD97-E6FF-453C-918B-C95041FD5D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633F264-80B1-4FC2-A4EA-F57E192595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FD1E70F-E809-4BD2-AFE8-EBE18914F6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E32F459-5871-4120-949D-132724F748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D56C7-6C0E-45BF-929E-99D5D24E98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FB7BC12-5253-4F92-8BAB-AE2147182C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4AF9D0-A94C-4A96-A494-8F3B8240F0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EBF473-15FD-4307-B9C1-77937F3E3D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7B471F2-1654-48D2-911D-2ED6633190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53E52F-C21B-4F06-BDE5-66DF80A872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C01EED6-3912-4580-9E3E-D12805D60E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EE1DEE-3D93-45B8-BCA0-52901D13B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AE7B6C-0913-484B-89CE-CB3B86994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D4CF749-020E-4C3B-BD86-98DA1AE7B9C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D79949E-115C-446E-BBCC-2D6F0144DA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CA2923-33A7-4138-AEE4-C930B1610B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413189-275F-4183-8407-91A969B683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D95F6C-D2A0-4D17-801E-AC4D5E1431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292B62-3179-4CE2-8874-E90BD2E16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401A5E3-7E11-4A15-A86B-1B57C9D817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CD97DF-ED6E-42C1-92AC-9DCF1F5776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724F83-E5E2-435A-9D6C-A51E726F92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A2688D-CBE7-454B-9DCE-DA146AE03A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06FD5BE-2337-46E0-94AD-1C379283D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E62DF53-B1D2-450D-B16F-E73B492B01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766C48-F4A1-4FAF-B4AD-35A563DAD4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9D3230-4522-47BA-B0B8-C9B279F67C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7630D6F-B513-4156-B11E-B15E1B77AE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a87b143046b41a9" /><Relationship Type="http://schemas.openxmlformats.org/officeDocument/2006/relationships/slideLayout" Target="/ppt/slideLayouts/slideLayout1.xml" Id="R4e4635f0e2ad4836" /><Relationship Type="http://schemas.openxmlformats.org/officeDocument/2006/relationships/slideLayout" Target="/ppt/slideLayouts/slideLayout2.xml" Id="Reec5a586b62e4970" /><Relationship Type="http://schemas.openxmlformats.org/officeDocument/2006/relationships/slideLayout" Target="/ppt/slideLayouts/slideLayout3.xml" Id="Rffe56cd4236d4159" /><Relationship Type="http://schemas.openxmlformats.org/officeDocument/2006/relationships/slideLayout" Target="/ppt/slideLayouts/slideLayout4.xml" Id="Re3073101401640cf" /><Relationship Type="http://schemas.openxmlformats.org/officeDocument/2006/relationships/slideLayout" Target="/ppt/slideLayouts/slideLayout5.xml" Id="Rb6d5625e923a4efd" /><Relationship Type="http://schemas.openxmlformats.org/officeDocument/2006/relationships/slideLayout" Target="/ppt/slideLayouts/slideLayout6.xml" Id="R03daf8c726344b8a" /><Relationship Type="http://schemas.openxmlformats.org/officeDocument/2006/relationships/slideLayout" Target="/ppt/slideLayouts/slideLayout7.xml" Id="R03e161d90eb14c5b" /><Relationship Type="http://schemas.openxmlformats.org/officeDocument/2006/relationships/slideLayout" Target="/ppt/slideLayouts/slideLayout8.xml" Id="Rddb9c4c14a3b4b7d" /><Relationship Type="http://schemas.openxmlformats.org/officeDocument/2006/relationships/slideLayout" Target="/ppt/slideLayouts/slideLayout9.xml" Id="R229cbe98c59040ca" /><Relationship Type="http://schemas.openxmlformats.org/officeDocument/2006/relationships/slideLayout" Target="/ppt/slideLayouts/slideLayout10.xml" Id="R6ba6207b4e9945c9" /><Relationship Type="http://schemas.openxmlformats.org/officeDocument/2006/relationships/slideLayout" Target="/ppt/slideLayouts/slideLayout11.xml" Id="R49d3b7acc4d64a0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008837-FA19-415A-9DCE-6B7995F66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EF4D0CC-0F53-4DE3-96CF-ABE207DBF2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CF7C47-0F7F-4FE3-B7A3-3119E21F0EC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2AF831-9ABC-4603-8418-37529BFAC47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6A8DD6-9E26-4966-A317-4F4A441F450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4635f0e2ad4836"/>
    <p:sldLayoutId xmlns:r="http://schemas.openxmlformats.org/officeDocument/2006/relationships" id="2147483650" r:id="Reec5a586b62e4970"/>
    <p:sldLayoutId xmlns:r="http://schemas.openxmlformats.org/officeDocument/2006/relationships" id="2147483651" r:id="Rffe56cd4236d4159"/>
    <p:sldLayoutId xmlns:r="http://schemas.openxmlformats.org/officeDocument/2006/relationships" id="2147483652" r:id="Re3073101401640cf"/>
    <p:sldLayoutId xmlns:r="http://schemas.openxmlformats.org/officeDocument/2006/relationships" id="2147483653" r:id="Rb6d5625e923a4efd"/>
    <p:sldLayoutId xmlns:r="http://schemas.openxmlformats.org/officeDocument/2006/relationships" id="2147483654" r:id="R03daf8c726344b8a"/>
    <p:sldLayoutId xmlns:r="http://schemas.openxmlformats.org/officeDocument/2006/relationships" id="2147483655" r:id="R03e161d90eb14c5b"/>
    <p:sldLayoutId xmlns:r="http://schemas.openxmlformats.org/officeDocument/2006/relationships" id="2147483656" r:id="Rddb9c4c14a3b4b7d"/>
    <p:sldLayoutId xmlns:r="http://schemas.openxmlformats.org/officeDocument/2006/relationships" id="2147483657" r:id="R229cbe98c59040ca"/>
    <p:sldLayoutId xmlns:r="http://schemas.openxmlformats.org/officeDocument/2006/relationships" id="2147483658" r:id="R6ba6207b4e9945c9"/>
    <p:sldLayoutId xmlns:r="http://schemas.openxmlformats.org/officeDocument/2006/relationships" id="2147483659" r:id="R49d3b7acc4d64a03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fe028b546cc45db" /><Relationship Type="http://schemas.openxmlformats.org/officeDocument/2006/relationships/notesSlide" Target="/ppt/notesSlides/notesSlide1.xml" Id="R411ea236ec1c4c5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0bce07775ab43bd" /><Relationship Type="http://schemas.openxmlformats.org/officeDocument/2006/relationships/notesSlide" Target="/ppt/notesSlides/notesSlide2.xml" Id="R3f9ac91bcf1d409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6c01aa6840d49ef" /><Relationship Type="http://schemas.openxmlformats.org/officeDocument/2006/relationships/notesSlide" Target="/ppt/notesSlides/notesSlide3.xml" Id="R6d6a052dd135491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047f0fafa8466b" /><Relationship Type="http://schemas.openxmlformats.org/officeDocument/2006/relationships/notesSlide" Target="/ppt/notesSlides/notesSlide4.xml" Id="R775f96dadb8d4da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56ad19a98a44bcc" /><Relationship Type="http://schemas.openxmlformats.org/officeDocument/2006/relationships/notesSlide" Target="/ppt/notesSlides/notesSlide5.xml" Id="Rd30c2ad4a0f0422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cc63d37ac8c40ba" /><Relationship Type="http://schemas.openxmlformats.org/officeDocument/2006/relationships/notesSlide" Target="/ppt/notesSlides/notesSlide6.xml" Id="Rfcb4ee3dd85f4ae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8b40511091e425f" /><Relationship Type="http://schemas.openxmlformats.org/officeDocument/2006/relationships/notesSlide" Target="/ppt/notesSlides/notesSlide7.xml" Id="R357132c1fca145f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74bd30869aa4c3f" /><Relationship Type="http://schemas.openxmlformats.org/officeDocument/2006/relationships/notesSlide" Target="/ppt/notesSlides/notesSlide8.xml" Id="Re60da6ba8de740f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26e4ee4790b40f3" /><Relationship Type="http://schemas.openxmlformats.org/officeDocument/2006/relationships/notesSlide" Target="/ppt/notesSlides/notesSlide9.xml" Id="R27b9f1715b084d6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b03fdf229c14d5c" /><Relationship Type="http://schemas.openxmlformats.org/officeDocument/2006/relationships/notesSlide" Target="/ppt/notesSlides/notesSlide10.xml" Id="Rab6a3c452f6a420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f67b89c9c4b4e4b" /><Relationship Type="http://schemas.openxmlformats.org/officeDocument/2006/relationships/notesSlide" Target="/ppt/notesSlides/notesSlide11.xml" Id="R67f37a65b3aa4ea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9a279cf96ed43e8" /><Relationship Type="http://schemas.openxmlformats.org/officeDocument/2006/relationships/notesSlide" Target="/ppt/notesSlides/notesSlide12.xml" Id="R5a23a719c266461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c94cf32cad4fd2" /><Relationship Type="http://schemas.openxmlformats.org/officeDocument/2006/relationships/notesSlide" Target="/ppt/notesSlides/notesSlide13.xml" Id="R0282a857708b4d8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7f07aded6f544f0" /><Relationship Type="http://schemas.openxmlformats.org/officeDocument/2006/relationships/notesSlide" Target="/ppt/notesSlides/notesSlide14.xml" Id="R93914db0d28348a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9ee815bdf8a414d" /><Relationship Type="http://schemas.openxmlformats.org/officeDocument/2006/relationships/notesSlide" Target="/ppt/notesSlides/notesSlide15.xml" Id="Ra6302dc726bb415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37725edb8364abe" /><Relationship Type="http://schemas.openxmlformats.org/officeDocument/2006/relationships/notesSlide" Target="/ppt/notesSlides/notesSlide16.xml" Id="R7e2c3517274d40b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76e6358661f46f3" /><Relationship Type="http://schemas.openxmlformats.org/officeDocument/2006/relationships/notesSlide" Target="/ppt/notesSlides/notesSlide17.xml" Id="Rede16ecd15a84f8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0e01aaaf6d74509" /><Relationship Type="http://schemas.openxmlformats.org/officeDocument/2006/relationships/notesSlide" Target="/ppt/notesSlides/notesSlide18.xml" Id="R50a9be26173d442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871e70354094596" /><Relationship Type="http://schemas.openxmlformats.org/officeDocument/2006/relationships/notesSlide" Target="/ppt/notesSlides/notesSlide19.xml" Id="Rd40ffcbe8845421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e8dfaebf0ff408c" /><Relationship Type="http://schemas.openxmlformats.org/officeDocument/2006/relationships/notesSlide" Target="/ppt/notesSlides/notesSlide20.xml" Id="Rff22b09c4b66447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2364f3bdd5543b9" /><Relationship Type="http://schemas.openxmlformats.org/officeDocument/2006/relationships/notesSlide" Target="/ppt/notesSlides/notesSlide21.xml" Id="R017f85e923854e4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877015761dc495d" /><Relationship Type="http://schemas.openxmlformats.org/officeDocument/2006/relationships/notesSlide" Target="/ppt/notesSlides/notesSlide22.xml" Id="R8d4943fd2f6f478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06023e297ed4461" /><Relationship Type="http://schemas.openxmlformats.org/officeDocument/2006/relationships/notesSlide" Target="/ppt/notesSlides/notesSlide23.xml" Id="Rf7616f309b584b1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c0d376c4afa4f93" /><Relationship Type="http://schemas.openxmlformats.org/officeDocument/2006/relationships/notesSlide" Target="/ppt/notesSlides/notesSlide24.xml" Id="Rce8b86ebeed24da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a45c97c715641b9" /><Relationship Type="http://schemas.openxmlformats.org/officeDocument/2006/relationships/notesSlide" Target="/ppt/notesSlides/notesSlide25.xml" Id="Rcabc9325f20c4b3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954558a657743a2" /><Relationship Type="http://schemas.openxmlformats.org/officeDocument/2006/relationships/notesSlide" Target="/ppt/notesSlides/notesSlide26.xml" Id="R2b9c63cfc4c748c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0b1002431ab4701" /><Relationship Type="http://schemas.openxmlformats.org/officeDocument/2006/relationships/notesSlide" Target="/ppt/notesSlides/notesSlide27.xml" Id="Rf8d57b2fa586464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e0ec2519c134d02" /><Relationship Type="http://schemas.openxmlformats.org/officeDocument/2006/relationships/notesSlide" Target="/ppt/notesSlides/notesSlide28.xml" Id="R17476ad6da18432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37b3eaa8f654e31" /><Relationship Type="http://schemas.openxmlformats.org/officeDocument/2006/relationships/notesSlide" Target="/ppt/notesSlides/notesSlide29.xml" Id="R70743d40fdda43e8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c5a3cc70a794c65" /><Relationship Type="http://schemas.openxmlformats.org/officeDocument/2006/relationships/notesSlide" Target="/ppt/notesSlides/notesSlide30.xml" Id="Rd1be2d776620424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CDFD01A-FAF3-4CD6-A055-E766385F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0DB5EF-5B9A-4A09-85F5-AE9B6FC1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B6EC1D-3281-4BF7-8D0D-CB4BB308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F62F838-FFF3-46EF-A848-C04BD23E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189FC58-5A0F-4092-9164-A66BE585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887B36-40AC-4A1E-8BBB-6EC6E6E5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2BABF0C-2DF7-4A65-8AD0-041E559B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2026.07.24-20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607AF4-ABB2-405A-A020-46631FFA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2026-07-24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68C1F43-0271-4164-9A1A-A683FDB6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D52267-8FC4-4F2B-B929-4A2DB74C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17B677B-5E50-4C81-8E0F-5BA6A4B8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4723769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E73C5D-3689-4500-9D39-5842DC02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120CE4-A2AF-40BE-A8E5-3B3F673B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27BB5-2397-4C0E-8168-EFD25AFF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8B06F7-7917-4759-BD14-E712C852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7CBFFD-DA17-4343-9E14-F255B454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682363-1F40-47D2-A29D-09E02543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55C3A0-F420-4052-8310-3D75CB71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0F6C44-63F6-4A10-87F3-DD70AB6A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two official German decisions anchor the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market dataset contains 34 official annual observations from 7 countries, but the donor gate is 0/3.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an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5E9F9C5-2CC0-43BF-81E0-A827064C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1BEE5B-6CFD-4191-8D25-BCFC79B4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A5030E-57BC-4694-986F-4C60CB6D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16487260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63B18C-7167-4687-82D3-FEDFE9F0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089BAD-99B0-491E-B9BA-5E4DBF5C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22DB40-3EE8-4C85-8F5E-56EC457D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B165788-DD23-4F38-92EA-77C240A1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B97F9D-BDFD-4BCC-B49F-6ACF7C52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80567B-5D0C-4C4B-9D75-132210FB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2C97FD-B3E7-4B5D-ABA2-1B4CB49E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6454131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A5F0DB-F54B-4718-A0A2-E7909C9D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226A72-7C04-4052-9686-F148EF63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6C91FA-F402-4054-8116-04331798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EB054F-0CE4-4140-8573-0AA39D4C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27BA54-25FF-428E-A4A7-75DC964E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A8297E-7C02-456D-9EA5-E5124889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BB225-2D96-4D15-9F87-25C245B4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B80D02-35E5-4108-8B14-681BE7B9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946D25E-719B-40C5-81FF-23A2A7FF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1C21B89-0844-4597-8B32-042138C6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D9A4C98-AED7-4C9E-9CD3-DBB6DB09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9288424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09C662-D81C-4F56-A729-5E67B919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1C3FB55-E561-42EA-A68F-C7FAC762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DF46FA-88B5-4423-9C72-E312520A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22468B1-1730-4837-96F3-B3D57C4F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5755A1-A114-4C11-A8B6-B3883F49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976333-2B5E-4595-BB45-35697BCE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01A1231-6DF9-45FF-AE09-74CEEB18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CE6305-AF56-4E4E-BB1C-38CEC480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0C9C06-6668-4D9A-9131-F0B37764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7E04D1-8405-4A9B-B6E3-F9DE80BE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5C3B482-C8CE-4874-983D-302FDC4D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19996082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C4A71C-998B-4645-909D-8282CC46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9EB133-7EA9-46E0-85A2-824E225C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A5FE8D-D3CB-4448-9229-5815CED6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08B73F-BE9C-40EF-99E3-9923D2E5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2E6CFC-E2F8-4517-9B67-87B7F240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45E6A2-AD81-447A-808D-A97F9EF7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1AEC4C1-09D2-494D-A6BF-38479ED6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1911052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CF41E2-6E38-42B1-9B20-BE25328C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91FA5C-1749-4434-A880-8AC4CB86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C1D28F-9A84-41A8-9C17-C7099952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66CB0D4-BE07-4463-9836-4E277B6B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24B545-E5ED-4B20-BBA2-3C2BB9DB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7A0FF63-3482-4A94-A7D1-ADD3DA9B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4A94A4A-48D0-4801-8EF7-8ABB79AF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667F6E4-E5D0-4B26-9053-A05EF46B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61C101F-FDDC-4012-81F8-E8641389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95E02D-E297-4A92-86CE-1B48CDC4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6C8CDC-6B09-4B80-9449-177BE824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BAA0222-2351-4334-B45B-D0CFC98D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8CD81F4-E35C-43C9-ADF4-84D8EB6D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D2B9B4A-92A5-4C1D-B7F5-A10637AF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72DAF87-3224-4AEF-B969-5433D9A0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5A4CFBE-40C3-41B5-9030-749B0330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09DB08-9D4B-4086-AF49-CDAC794C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1BD6FF3-F031-4FB3-A28D-0A98B737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5FB9CD7-0B12-485A-8BBD-4ACA0F18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9768563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66A6E7-5D34-47E5-99EC-2C55D39D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10A8E39-DEBC-4BB5-ABE6-3E58694D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D63B8A-2A85-4919-BCE8-EAD60112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947506C-B491-472B-8A9B-BEEA45F3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0FF44A-6D17-402A-8AEE-ADF1D876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359063-1E4C-46F1-A99C-7CAF2190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9333021-3227-4DAD-B8C4-1ABDB337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956181-15AF-4CA7-B1B2-0052EAE3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7A0DD0D-0D6C-4AA5-BD49-9DDA9085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BF21192-03C1-4589-B913-45A5D5F8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D4E3B3D-83FE-4673-9803-E6D99BB6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ACA8A1-325B-4081-8C72-210A281F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5CD70F-DD4B-4F9E-B6A2-DFCD7184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DA32818-52B5-4D4F-82D8-AFB3F5EE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8BC3607-63AF-4893-B7EE-BA5562FD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F30BE1E-F553-4E01-8067-83E07FDD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80F45ED-7783-42D0-8644-3A801D40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B83C444-7287-4EE5-8088-B290A8A2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6872294-A5DA-407F-92EF-692E1707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D2CE942-4F1E-441C-AAF0-AA0C3F71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9DA1EA-C754-4E7E-89AD-ED8AD5C9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E9292A4-99F2-4643-9E58-71C0DB22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15312809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4FE6-EE9A-48CB-916B-6F2648FA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B1EBD3-FC5E-4BCB-B57E-B62B177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330D2A-BA67-4537-AC67-6BC30364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BCEE0B8-FCCC-4305-B325-7B8BEA3D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A8D17E-9B11-4ED9-8237-57434EF4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3743D7-0FDF-4051-8050-62A926F3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B831B5-D0C9-4B91-8EEE-B5AF3E5F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201369016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A14811-3CA7-461E-9190-68F23FA0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D4EC16-E4EC-440E-A808-534BFC0C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C5C14D-BD0F-4C8D-8FFE-B4B3382D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E4FA61-39A8-4557-9979-CB300E31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8E40EB-FADF-44EC-A46C-0809AB5D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DCF191-2539-4D78-9996-E392BAD1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1398F63-9F95-4D65-9730-BA304C00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822FF3-44BA-4C12-9800-7B599495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5B315C8-21CB-4E6E-9C83-5B7CBCF4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27EA143-66E9-4C8E-90F0-17511E6B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BECE4F-721A-4AD9-96A1-2F3639CE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66243878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A3EB66-B152-4E02-B5CE-CA474EB1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ADCE89-3D54-46ED-AA21-C5C2745B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DFA0A9-85C8-4E05-884F-475E6ABA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AC1ED71-CC76-4875-9C4F-82F939E9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6B0DFA-502A-4D93-98C1-7188118F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FEF084-0B34-4B99-8D77-DB862020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EDDE9CD-E650-42AC-9113-94778522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12523851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82BC4E-0234-497E-96BF-7DE47420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B8C711-E067-4D85-AE06-44F52D52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Atlas: 195 countries—not a market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9CCC90-43D0-4FE2-9D3A-B68F208A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C30567-BC32-4700-A5E6-4FFC7AE6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F349D5-C0F7-4295-A37D-384F02C9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D92808-C9DA-4C41-9A83-2EA9F1D8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51CCDE9-85D1-4CD3-9FA9-6FC4294E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EECFDE-C575-472D-ADA7-A856E8E3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52AA8A-4530-4AA6-88FA-5D5F6EA8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0EB8E2A-5312-4332-A767-89FC7C3D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4044830-D3A2-4A90-AEDA-D5E4C691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3A0DAE-3061-47E0-A205-9EECEFCA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64029E4-185B-4302-B095-8456F86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D3465E9-EDCC-4095-9164-69D10A7F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97560E-DEA0-48B3-8E67-150D3F83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AF47778-DA07-4D6B-A934-A3276130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0273013-769A-478B-B266-7FD676BA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4B39180-D3EF-495C-8B49-C1FFAA9A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D75885E-6444-44EB-8711-99DE325A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ADA349B-BC46-4C1E-82FF-3EB41D12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2A7021-D53F-4FE2-B5F5-A4207B34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793CAFE-53DB-44D1-8658-2F9C5BC2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9521390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8A344C-3B3F-46BD-A5B3-1ED93A2B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4FF401-79E3-4971-9077-D1802AA1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Selected official routes: 34 observations across 7 countries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BEA8B5-0E60-45BD-B43C-2D2095C2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FA7148B-A296-4E21-A4EB-BF6AFA44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616604F-77F5-4197-8F79-10BED5C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Statistics Canada; Health Canada; New Zealand Ministry of Health; Destatis; Vero; Sejm;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7BFC5B-1DED-45FF-8E07-93C6BBA7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 / supported model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CAD 1.219bn (≈EUR 822.6m; ECB 2024); every quarter quality E. Health Canada shipments: CAD 1.161bn (≈EUR 783.2m; ECB 2024), 5.03% lower; bridge open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New Zealand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official raw route NZD 280.685m; supported identified-vaping retail sensitivity NZD 533.7–731.2m (≈EUR 298.5–408.9m; ECB 2024), not an observed market value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805,441 l; PLN 993.1m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reported cartridge-system-plus-disposable sales reached USD 2.763bn (≈EUR 2.336bn; ECB 2021) in 2021; manufacturer reporting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8625A3-352C-4FE1-A449-C064BC81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19962327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73BF43-3CF2-4ED5-836B-A4E25F5C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33A6C2-2427-4558-89FA-626DAB1D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has retail and shipment anchors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FD21B4-6232-4206-9573-985A7387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A2C7FF-B6B5-4CB2-BC9D-0B5CD677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280670-6BB0-4A2F-9AEA-60348E43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C96A6D-90EC-4A0C-840E-A7C96AD1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CEC7B6F-0B87-41A6-B48A-7DAF1967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BC8EE8-0170-483C-8E2A-03D407E6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1.219bn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74D5E7-EB77-418F-927C-421EBDC6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consumer retail · ≈EUR 822.6m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74D48C7-EA44-45A6-BA83-3B875DD4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2DC19C7-4A14-4694-BE01-C8364C09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CAD 1.161bn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D79AA3E-0FBA-4D4A-9625-C98E5912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shipments · ≈EUR 783.2m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5F47315-60AF-4AB4-9D5E-8C9A0350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2EAD98D-2C00-4933-9397-F608CA58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118.9m units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8E4E8B6-C110-4EFF-8551-06194E46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plus 1.252m litres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FA9A530-4CC9-4CEB-AC56-F69E228C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exceeds shipments by CAD 58.4m (+5.03%); quality, channel, scope and tax gaps keep Canada outside the donor count.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9E8F62-44D0-41FA-953A-4FF91646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8064071-9E81-447B-A55F-A32A00D4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B027A68-5278-4B38-A0AB-33D11999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Statistics Canada retail and Health Canada shipments are separate transaction levels. All 2024 RCS quarters are quality E; the bridge remains unresolved.</a:t>
            </a:r>
          </a:p>
        </p:txBody>
      </p:sp>
    </p:spTree>
    <p:extLst>
      <p:ext uri="{BB962C8B-B14F-4D97-AF65-F5344CB8AC3E}">
        <p14:creationId xmlns:p14="http://schemas.microsoft.com/office/powerpoint/2010/main" val="182565766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5FEC82-5D8C-4173-9DE2-AD108BF8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ED0EE92-D7AC-4A3E-91A5-361E22D7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6A3549-6C4E-4A91-84D1-9A5E0C2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0322CDA-C7E4-471A-B305-CEF10EEF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F4142C5-B94B-4E3D-8DFA-9525D8DA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5A088C-09CC-4029-8671-EA226108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8CD9E0-BB7E-44B1-8C94-226C2111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30734097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326A39-6B08-47EA-9CA3-10382719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7A84515-4112-4BC5-A002-8E112B6B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1734FA-D9D1-4E82-9271-FF180020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03DD469-93A3-443F-927C-4BFAEF52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0F6EC0A-4B30-4507-B389-C921921A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4FECAC-E38A-4FFA-B906-E15B7315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1F5A64C-143F-42A6-B2AF-7C93EC69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71B765-8DC7-4820-89A9-E9990CEA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1ED503E-58B0-47FA-A04F-1950F4D7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25F0DA3-1ADC-4571-96AE-F35A02B8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CAD2D9-3A18-4F33-879E-67E7C6E6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0FFDBE1-2CA5-4444-BCEC-5795ED8A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548F11E-19E8-4C5E-A675-9B5BB7B9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DBEB0C9-0320-4766-8136-B8D1319F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8C7CDDB-4E97-48EA-80D0-EC2F8FB1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733AE15-CBD2-4732-8202-38025F15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C953688-3103-46A4-8CCA-0F0D99CA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6C9D92-DB41-49EE-8637-AEA70353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AD20889-E12D-426C-BFD3-57C4C2BF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7876534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13E1D-5D73-4748-8D24-7407C911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31B55B-E47E-4842-A628-54F3383C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5501F89-7B9C-411E-AF06-9B4CB280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B437512-B305-457D-9CAF-A2B495A8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8964F3-E9DA-4A72-A777-FE988196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480599-AB9D-4608-AFF7-FF61DCB2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1AAF22B-8D2F-4550-9AF0-CBA65BFA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599198-C694-4D79-8279-E590CCF1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E31F9C-AE3F-4872-84B1-B92652C8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F5C0820-3CD1-442D-BD80-2AEF4E78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B3D8EB-15FD-4A4C-80F2-6CFE636B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BC5D0FA-F77F-4A42-B5E2-3DD66E86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99B038D-B20B-4381-9017-014CC859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8378A9E-2431-4CB2-BA86-E164D0A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83389FC-4060-45DC-BC57-20074954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7DEA1E3-D3A4-4E1B-B7C9-9907E53E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4C5E943-5661-412B-AB9F-D7E452BB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965A9AC-36D4-4CE5-8599-DA040DDD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Commission benchmark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64BEAFD-9163-45D3-8EC4-8ABDE0E6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EU benchmark supports a scale cross-check; the commercial range is wide because product scopes and methods may differ.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A39F05F6-2DDE-4327-88ED-8DDFD249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1E783A2-9F0E-40ED-A82D-01126B32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43EF856-6CA5-4FC2-ACA8-2AFF76BD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EU figure is based on commercial Euromonitor 2025 data; Cyprus, Luxembourg and Malta are missing. It is not a national donor market. The estimates are compared, not summed or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43596952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6BA03F-E2CA-40A6-99E6-576D6C87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A0B8F4-DE1A-4037-8DED-53E2C969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CD8783-A5D0-40A5-A662-10344577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DD0EEF-65F0-4004-8294-693A9B2C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A52E21-30E8-4FDB-B835-667873A7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Market-values model; Readiness, donorProtocol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C251A1-2852-40A6-8CAF-98F8D30D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282C188-0C18-4529-8960-D6B139F3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current accepted-donor gate is 0/3; all 5 candidates remain outside the count.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75EDD0-23CC-4637-9D8E-F229964B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Every candidate must pass all 10 criteria (D1–D10).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New Zealand's NZD 533.7–731.2m (≈EUR 298.5–408.9m; ECB 2024) retail sensitivity is a supported model; the FTC's 2021 USD 2.763bn (≈EUR 2.336bn; ECB 2021) route is manufacturer reporting. Neither is complete consumer-retail value or an accepted donor.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Coverage across regions and regulatory types, plus direct validation in major economies, is still required.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C3AB0D8-DC0B-4762-B201-A7E71B8A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5950B72-ADF6-45C2-A180-36DBD228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B0A9DA4-2AEE-4661-87AB-F32D78B8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80557304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10CAB-86E0-46DA-B288-2DA498D0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99A060-F14F-48C2-B4EB-A8B41CFC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D3221D9-1318-415F-A17F-908A2E9E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7706AC-88A4-44BC-AA17-3D13B720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DBB59B-3B6B-40B7-A085-518B9FAB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6742D3-9433-4D9E-BB84-EBC87CD8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D58570F-0647-4884-A0ED-349E0970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40788706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582266-6625-4705-8B02-A587786E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7A6379-6755-4717-B810-86822E29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7034E8-2FE6-4D6C-A791-4F8D8B9A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E93C06-3E55-4C71-B35E-F95F59AE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3B3D4E-43E2-47C5-838C-00F1855A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A32981D-1F30-4F80-9016-1BC7A877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CF82D21-1220-43D7-B5BD-0C62BC19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5F102A-26A9-47B3-A83C-476D7B35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manufacturer, value may be a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technology provider, value may be an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financier, value is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61A1E0B-AB82-4CA0-979C-EB087F54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9019C9-36C7-4F92-A32A-97523475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2F1E68D-3EE2-4434-80E4-91D56F3F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82353984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C1F48F-DBDC-4832-A079-4268DE95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EB71135-1F16-43E4-B80B-7CB164F5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DADEF86-512A-4559-A1A3-E9DA4621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37DA27-2239-46C2-90FC-1B2E8A1A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3188BC-4A95-4152-947E-992EAE37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1F1C9B-D8DA-4161-9FA4-D5D7B759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4BDD79-6A66-4215-B229-A24C6F6A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77475380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6875E5-E0B1-4ACC-B90E-29C1FB2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8944AE-76E6-4505-AEDD-6B84FCD3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AA767A-B4D3-457E-BA60-418A5D05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C25DFD-5989-4174-AFEB-CD49B356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F8596F-1522-4CBE-B8C5-4EFDB285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94C1A0-0048-4E4C-A834-1CE68515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731D89B-BABA-4270-89EB-99931347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A8B664-2BDA-460F-9806-9B462BF2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0BE2818-F751-4F2D-A0BA-3A6D5B20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44E3C07-E8BE-4672-AD10-6E66670E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8E7FCE8-F5F8-4243-866E-74C7B037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0E6494D-2C87-4819-B374-3FF02082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2FB0082-B0DF-41FF-8FD3-C08A7CC9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CE698EA-44CB-4DEB-B1A8-DCA60757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4D3BCDB-5B40-470F-960F-9AC14A1C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1EA9AED-4612-467D-A8D4-C55D441E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552F221-0C87-4486-939E-9DC7D67F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2FFA47E-03EF-4A60-93D1-D0E3F2FC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3AA43B-ACE8-4D93-8F3D-1D1B9663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4AABC2E-1281-48C9-930A-DD1B9230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B9CEE19-D199-4533-BB80-F15D939F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391DBA8-CDBE-4B6F-95E7-1295571B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E75A7C6-F5DD-4C7D-BD29-A05A3325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79800713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E74E92-7E1D-492B-8A91-EF768DAB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B47B44-0420-4C8E-A32F-C79B2583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4EDF62B-B44F-46C1-8A61-D01FFC92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DD33C3-9FA9-4E2E-B406-0B077270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C85D1D-3A37-4D16-82F9-AB65CA7C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AC2765-8C3B-4ABF-BC86-2DEACF5A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BA3B966-63E0-4856-B11B-9DCF0038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8DD3F24-29F7-49B3-A872-24765C11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AA7383-1C40-4794-B71D-9D2D30BF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94BA6F8-628D-4D43-905B-EE423788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BD47B64-1E07-4512-AFE5-16684025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FE1454-DF6E-49B0-83CF-DA13C44B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3A19E6-36C9-418C-9EF5-084D29AE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0CB4D72-38DC-4A92-908B-49A6BFE8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5798E7D-735F-470E-BAB6-77CE24E2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4AE90E0-A99D-488F-BD32-A67E61CB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949FB17-619C-4340-B8E1-EE3DD208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F26E67B-46BE-449E-94FA-B84001AE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690EDBF-5BE1-4D76-8C62-7DE17D0A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A3C1DA4-52CF-4B8E-84B1-166910BF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472916-3865-4B11-A809-9F7EC352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7BD1E65-2483-4602-9E7C-98338883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7F53E11-AD05-4B4B-A1CD-7371D987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89728317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840ACC2-9B55-4FEB-87BE-6DA290C8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4B50B9-1DE3-45CC-B8E7-CE7DE20E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74E019-D191-44C2-92B3-BF730591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8C6B870-6E89-4E30-B0BD-15BF53D8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5A0C9BD-5588-43B1-8080-D74E1AEB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15199F-A03A-44B1-AD47-92F62541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03DA1-321E-4576-8578-650BDC31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02711073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6BE0EE7-9AF2-4C42-9B30-B55A1394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A91FA2-9364-477D-BECC-249C8270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60FF19-5B57-435C-94CA-43CBA383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16EC863-0A26-4A32-A988-4AF48554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A9A2FF-6D6C-440D-A233-3EFFDEC5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245D8E-E56C-47FC-9945-B24B2851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292C62-DF71-47E5-A6ED-0807C4F3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30639697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21BE4E-4209-42B4-901C-CAA2E194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DFD1891-80D0-4D6A-8BF4-3BD56637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9A0504-21B9-4A6D-98DF-C5D71AC7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172531-455B-472B-92C7-B4227B02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718605-213E-4303-8A65-D70F17EC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E45207E-B68D-4548-9D15-30BD9570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ABE7E0-E77A-4A8C-ACBE-A52F9E38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87718080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FD3980-4153-4F64-8FD1-436A2902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BCA060-D1AA-4031-83CC-4DAD9E32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6A6D5C-AE7B-4AFE-8B11-AB3153BF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B63B4C-B9E6-4ECA-8254-9AD840CF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6739B54-953F-4854-9E03-C265105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517517-E470-4FED-A1E3-157E3D25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896ACE9-6744-45CC-88A1-7378AB35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87993793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2C1441-25D5-40B4-A7E6-E4D8D582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0D8EAE-E86F-4E1C-A183-D57A5801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52A1B3-BF78-4415-B944-D66EA7CA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B13001-80A3-4900-B35F-341654C2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D7D367-AA21-4CC9-9C45-162C238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3ACBEF-AEA4-4DE5-B599-0FBD1217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0DB4CD-B239-4F7D-BE31-4EBA89F0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42116672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755CEE-ED7A-497A-B5CF-D9913D63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EB8F58-19B9-405F-8644-1E67E32C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90-day programme turns gaps into controls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E76773-7962-4656-B2CE-EDEB8AF9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F097734-2B3A-4484-ADA1-DDF8A3D8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57EC04-21B3-44B6-877F-8C44EB03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BD792A-0781-480E-A6FF-668360CC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FBA9487-0B75-43D3-B95A-53DF63C5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88FAE0-C433-4DB9-9062-424F7B75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657DA2-8145-40BA-A2F3-CF62A819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C542AB6-D17D-4370-9C28-45F6F6D8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Rights matrix, deadlines, title and encumbrance review, and an index of company materials.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C267C46-002F-4DF8-9321-D7C88972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75EA92-BD15-46F7-9693-90967175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04C77A5-85F3-4817-A423-66060469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A580818-E4D3-461E-B56B-4C1D201F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Product dossiers, claim charts, prioritised market sales and customer validation.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315B5A1-136E-4674-9F05-4157C84F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AFFB8ED-8BE6-4BDF-A598-991DE3E1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56C01F-C3E4-43B5-A1C9-DB33CBC0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817C5D-BC78-42E0-86EF-C2DDED39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Cash-flow model, independent valuation, downside and term-sheet options.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D6C6C9-13C2-44AA-B85E-50E1A302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EC4B7F9-63AC-49C8-9752-56908EF6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B3DE3E5-D6A4-4B00-908B-33B12B6C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EED5EF7-EA3D-4C75-928F-79EAA024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Approve, limit, phase or decline financing using explicit conditions and stop criteria.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452359A-61C1-43F0-969B-6DF3B6B0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package is refreshed from the same public source data in every site release.</a:t>
            </a:r>
          </a:p>
        </p:txBody>
      </p:sp>
    </p:spTree>
    <p:extLst>
      <p:ext uri="{BB962C8B-B14F-4D97-AF65-F5344CB8AC3E}">
        <p14:creationId xmlns:p14="http://schemas.microsoft.com/office/powerpoint/2010/main" val="15512918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8564C6-F0E5-4F84-A931-488142A5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96B407-114A-48D0-90B6-400C3B6F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17762B5-35F7-4EB3-9D7D-DAC6D098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B54FC56-275F-4C8A-ABCD-33E9A530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2026.07.24-20 · 2026-07-24 · 30 / 30</a:t>
            </a:r>
          </a:p>
        </p:txBody>
      </p:sp>
    </p:spTree>
    <p:extLst>
      <p:ext uri="{BB962C8B-B14F-4D97-AF65-F5344CB8AC3E}">
        <p14:creationId xmlns:p14="http://schemas.microsoft.com/office/powerpoint/2010/main" val="10127395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2026-07-24T13:33:31.8850000Z</dcterms:created>
  <dcterms:modified xsi:type="dcterms:W3CDTF">2026-07-24T13:33:31.8850000Z</dcterms:modified>
</coreProperties>
</file>