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737f30ce824812" /><Relationship Type="http://schemas.openxmlformats.org/officeDocument/2006/relationships/extended-properties" Target="/docProps/app.xml" Id="Rcc9740aa937841f5" /><Relationship Type="http://schemas.openxmlformats.org/officeDocument/2006/relationships/officeDocument" Target="/ppt/presentation.xml" Id="R60c2c19297e540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e224fe3a454244"/>
  </p:sldMasterIdLst>
  <p:notesMasterIdLst>
    <p:notesMasterId xmlns:r="http://schemas.openxmlformats.org/officeDocument/2006/relationships" r:id="Rbb1a95e66067492f"/>
  </p:notesMasterIdLst>
  <p:sldIdLst>
    <p:sldId xmlns:r="http://schemas.openxmlformats.org/officeDocument/2006/relationships" id="256" r:id="Ra483134e8296466d"/>
    <p:sldId xmlns:r="http://schemas.openxmlformats.org/officeDocument/2006/relationships" id="257" r:id="R2ef9fc31563c407a"/>
    <p:sldId xmlns:r="http://schemas.openxmlformats.org/officeDocument/2006/relationships" id="258" r:id="Rf1f2da0fa10e465f"/>
    <p:sldId xmlns:r="http://schemas.openxmlformats.org/officeDocument/2006/relationships" id="259" r:id="R84b31a42834f4533"/>
    <p:sldId xmlns:r="http://schemas.openxmlformats.org/officeDocument/2006/relationships" id="260" r:id="Rfccecb6b1926426a"/>
    <p:sldId xmlns:r="http://schemas.openxmlformats.org/officeDocument/2006/relationships" id="261" r:id="R5f75e6d5e76c440d"/>
    <p:sldId xmlns:r="http://schemas.openxmlformats.org/officeDocument/2006/relationships" id="262" r:id="Rc6b0f2e59b714646"/>
    <p:sldId xmlns:r="http://schemas.openxmlformats.org/officeDocument/2006/relationships" id="263" r:id="Rc80d1822cb404a18"/>
    <p:sldId xmlns:r="http://schemas.openxmlformats.org/officeDocument/2006/relationships" id="264" r:id="R2053ebffc0de4173"/>
    <p:sldId xmlns:r="http://schemas.openxmlformats.org/officeDocument/2006/relationships" id="265" r:id="R7e36e56679eb4ad9"/>
    <p:sldId xmlns:r="http://schemas.openxmlformats.org/officeDocument/2006/relationships" id="266" r:id="R38b3616dbdc3498d"/>
    <p:sldId xmlns:r="http://schemas.openxmlformats.org/officeDocument/2006/relationships" id="267" r:id="R08d742e9d13444ea"/>
    <p:sldId xmlns:r="http://schemas.openxmlformats.org/officeDocument/2006/relationships" id="268" r:id="R28322da567d74d2f"/>
    <p:sldId xmlns:r="http://schemas.openxmlformats.org/officeDocument/2006/relationships" id="269" r:id="Ref11d4629d404c45"/>
    <p:sldId xmlns:r="http://schemas.openxmlformats.org/officeDocument/2006/relationships" id="270" r:id="R49a4bab82bd24d41"/>
    <p:sldId xmlns:r="http://schemas.openxmlformats.org/officeDocument/2006/relationships" id="271" r:id="R4f9a341118704480"/>
    <p:sldId xmlns:r="http://schemas.openxmlformats.org/officeDocument/2006/relationships" id="272" r:id="Rc7aa13dff0d3478d"/>
    <p:sldId xmlns:r="http://schemas.openxmlformats.org/officeDocument/2006/relationships" id="273" r:id="R9031f97c040743d4"/>
    <p:sldId xmlns:r="http://schemas.openxmlformats.org/officeDocument/2006/relationships" id="274" r:id="R6d2b9de33383417c"/>
    <p:sldId xmlns:r="http://schemas.openxmlformats.org/officeDocument/2006/relationships" id="275" r:id="Rc1839c8e24e3439e"/>
    <p:sldId xmlns:r="http://schemas.openxmlformats.org/officeDocument/2006/relationships" id="276" r:id="R27abceca58a346e5"/>
    <p:sldId xmlns:r="http://schemas.openxmlformats.org/officeDocument/2006/relationships" id="277" r:id="R74fb0c3918da41fa"/>
    <p:sldId xmlns:r="http://schemas.openxmlformats.org/officeDocument/2006/relationships" id="278" r:id="R38705f1777d347bb"/>
    <p:sldId xmlns:r="http://schemas.openxmlformats.org/officeDocument/2006/relationships" id="279" r:id="Ref1ee7d5a61e49a9"/>
    <p:sldId xmlns:r="http://schemas.openxmlformats.org/officeDocument/2006/relationships" id="280" r:id="Rec8e979fa02a4cb7"/>
    <p:sldId xmlns:r="http://schemas.openxmlformats.org/officeDocument/2006/relationships" id="281" r:id="R1867cadd94df4f5c"/>
    <p:sldId xmlns:r="http://schemas.openxmlformats.org/officeDocument/2006/relationships" id="282" r:id="R3f80f991fa4a4433"/>
    <p:sldId xmlns:r="http://schemas.openxmlformats.org/officeDocument/2006/relationships" id="283" r:id="Rea9a9e5320b84382"/>
    <p:sldId xmlns:r="http://schemas.openxmlformats.org/officeDocument/2006/relationships" id="284" r:id="R5b52f8a31ae14a4e"/>
    <p:sldId xmlns:r="http://schemas.openxmlformats.org/officeDocument/2006/relationships" id="285" r:id="Rdf722b25b4544ead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95498650094038" /><Relationship Type="http://schemas.openxmlformats.org/officeDocument/2006/relationships/slideMaster" Target="/ppt/slideMasters/slideMaster1.xml" Id="Rd2e224fe3a454244" /><Relationship Type="http://schemas.openxmlformats.org/officeDocument/2006/relationships/notesMaster" Target="/ppt/notesMasters/notesMaster1.xml" Id="Rbb1a95e66067492f" /><Relationship Type="http://schemas.openxmlformats.org/officeDocument/2006/relationships/presProps" Target="/ppt/presProps.xml" Id="R91259d6e7d344ca5" /><Relationship Type="http://schemas.openxmlformats.org/officeDocument/2006/relationships/viewProps" Target="/ppt/viewProps.xml" Id="Rc59b91dedf0a4e1a" /><Relationship Type="http://schemas.openxmlformats.org/officeDocument/2006/relationships/tableStyles" Target="/ppt/tableStyles.xml" Id="R9d0c12fb1160493a" /><Relationship Type="http://schemas.openxmlformats.org/officeDocument/2006/relationships/slide" Target="/ppt/slides/slide1.xml" Id="Ra483134e8296466d" /><Relationship Type="http://schemas.openxmlformats.org/officeDocument/2006/relationships/slide" Target="/ppt/slides/slide2.xml" Id="R2ef9fc31563c407a" /><Relationship Type="http://schemas.openxmlformats.org/officeDocument/2006/relationships/slide" Target="/ppt/slides/slide3.xml" Id="Rf1f2da0fa10e465f" /><Relationship Type="http://schemas.openxmlformats.org/officeDocument/2006/relationships/slide" Target="/ppt/slides/slide4.xml" Id="R84b31a42834f4533" /><Relationship Type="http://schemas.openxmlformats.org/officeDocument/2006/relationships/slide" Target="/ppt/slides/slide5.xml" Id="Rfccecb6b1926426a" /><Relationship Type="http://schemas.openxmlformats.org/officeDocument/2006/relationships/slide" Target="/ppt/slides/slide6.xml" Id="R5f75e6d5e76c440d" /><Relationship Type="http://schemas.openxmlformats.org/officeDocument/2006/relationships/slide" Target="/ppt/slides/slide7.xml" Id="Rc6b0f2e59b714646" /><Relationship Type="http://schemas.openxmlformats.org/officeDocument/2006/relationships/slide" Target="/ppt/slides/slide8.xml" Id="Rc80d1822cb404a18" /><Relationship Type="http://schemas.openxmlformats.org/officeDocument/2006/relationships/slide" Target="/ppt/slides/slide9.xml" Id="R2053ebffc0de4173" /><Relationship Type="http://schemas.openxmlformats.org/officeDocument/2006/relationships/slide" Target="/ppt/slides/slide10.xml" Id="R7e36e56679eb4ad9" /><Relationship Type="http://schemas.openxmlformats.org/officeDocument/2006/relationships/slide" Target="/ppt/slides/slide11.xml" Id="R38b3616dbdc3498d" /><Relationship Type="http://schemas.openxmlformats.org/officeDocument/2006/relationships/slide" Target="/ppt/slides/slide12.xml" Id="R08d742e9d13444ea" /><Relationship Type="http://schemas.openxmlformats.org/officeDocument/2006/relationships/slide" Target="/ppt/slides/slide13.xml" Id="R28322da567d74d2f" /><Relationship Type="http://schemas.openxmlformats.org/officeDocument/2006/relationships/slide" Target="/ppt/slides/slide14.xml" Id="Ref11d4629d404c45" /><Relationship Type="http://schemas.openxmlformats.org/officeDocument/2006/relationships/slide" Target="/ppt/slides/slide15.xml" Id="R49a4bab82bd24d41" /><Relationship Type="http://schemas.openxmlformats.org/officeDocument/2006/relationships/slide" Target="/ppt/slides/slide16.xml" Id="R4f9a341118704480" /><Relationship Type="http://schemas.openxmlformats.org/officeDocument/2006/relationships/slide" Target="/ppt/slides/slide17.xml" Id="Rc7aa13dff0d3478d" /><Relationship Type="http://schemas.openxmlformats.org/officeDocument/2006/relationships/slide" Target="/ppt/slides/slide18.xml" Id="R9031f97c040743d4" /><Relationship Type="http://schemas.openxmlformats.org/officeDocument/2006/relationships/slide" Target="/ppt/slides/slide19.xml" Id="R6d2b9de33383417c" /><Relationship Type="http://schemas.openxmlformats.org/officeDocument/2006/relationships/slide" Target="/ppt/slides/slide20.xml" Id="Rc1839c8e24e3439e" /><Relationship Type="http://schemas.openxmlformats.org/officeDocument/2006/relationships/slide" Target="/ppt/slides/slide21.xml" Id="R27abceca58a346e5" /><Relationship Type="http://schemas.openxmlformats.org/officeDocument/2006/relationships/slide" Target="/ppt/slides/slide22.xml" Id="R74fb0c3918da41fa" /><Relationship Type="http://schemas.openxmlformats.org/officeDocument/2006/relationships/slide" Target="/ppt/slides/slide23.xml" Id="R38705f1777d347bb" /><Relationship Type="http://schemas.openxmlformats.org/officeDocument/2006/relationships/slide" Target="/ppt/slides/slide24.xml" Id="Ref1ee7d5a61e49a9" /><Relationship Type="http://schemas.openxmlformats.org/officeDocument/2006/relationships/slide" Target="/ppt/slides/slide25.xml" Id="Rec8e979fa02a4cb7" /><Relationship Type="http://schemas.openxmlformats.org/officeDocument/2006/relationships/slide" Target="/ppt/slides/slide26.xml" Id="R1867cadd94df4f5c" /><Relationship Type="http://schemas.openxmlformats.org/officeDocument/2006/relationships/slide" Target="/ppt/slides/slide27.xml" Id="R3f80f991fa4a4433" /><Relationship Type="http://schemas.openxmlformats.org/officeDocument/2006/relationships/slide" Target="/ppt/slides/slide28.xml" Id="Rea9a9e5320b84382" /><Relationship Type="http://schemas.openxmlformats.org/officeDocument/2006/relationships/slide" Target="/ppt/slides/slide29.xml" Id="R5b52f8a31ae14a4e" /><Relationship Type="http://schemas.openxmlformats.org/officeDocument/2006/relationships/slide" Target="/ppt/slides/slide30.xml" Id="Rdf722b25b4544e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d11a26776741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9ced8db8544926" /><Relationship Type="http://schemas.openxmlformats.org/officeDocument/2006/relationships/notesMaster" Target="/ppt/notesMasters/notesMaster1.xml" Id="R7bfda8e869d04e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3d1c21a96f4f31" /><Relationship Type="http://schemas.openxmlformats.org/officeDocument/2006/relationships/notesMaster" Target="/ppt/notesMasters/notesMaster1.xml" Id="R52710ceaea9642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07d90195474d8c" /><Relationship Type="http://schemas.openxmlformats.org/officeDocument/2006/relationships/notesMaster" Target="/ppt/notesMasters/notesMaster1.xml" Id="R471fcc672e1b46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92d47029f04f9a" /><Relationship Type="http://schemas.openxmlformats.org/officeDocument/2006/relationships/notesMaster" Target="/ppt/notesMasters/notesMaster1.xml" Id="R3c92df1f176244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0eddd5ddff4890" /><Relationship Type="http://schemas.openxmlformats.org/officeDocument/2006/relationships/notesMaster" Target="/ppt/notesMasters/notesMaster1.xml" Id="R21a66a46ace848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cc8478fbd4485b" /><Relationship Type="http://schemas.openxmlformats.org/officeDocument/2006/relationships/notesMaster" Target="/ppt/notesMasters/notesMaster1.xml" Id="R237cf77205474a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10e846da404cdf" /><Relationship Type="http://schemas.openxmlformats.org/officeDocument/2006/relationships/notesMaster" Target="/ppt/notesMasters/notesMaster1.xml" Id="Ra08b3078c98444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2422e36d114adf" /><Relationship Type="http://schemas.openxmlformats.org/officeDocument/2006/relationships/notesMaster" Target="/ppt/notesMasters/notesMaster1.xml" Id="R79403533cb584b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38821fc93d473c" /><Relationship Type="http://schemas.openxmlformats.org/officeDocument/2006/relationships/notesMaster" Target="/ppt/notesMasters/notesMaster1.xml" Id="R35d8cd0d2a064c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422ebbcebe46cc" /><Relationship Type="http://schemas.openxmlformats.org/officeDocument/2006/relationships/notesMaster" Target="/ppt/notesMasters/notesMaster1.xml" Id="Rbf40253fa3a342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4be5e7853647af" /><Relationship Type="http://schemas.openxmlformats.org/officeDocument/2006/relationships/notesMaster" Target="/ppt/notesMasters/notesMaster1.xml" Id="R3bbe49766c5649f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7a8bd3ec2764228" /><Relationship Type="http://schemas.openxmlformats.org/officeDocument/2006/relationships/notesMaster" Target="/ppt/notesMasters/notesMaster1.xml" Id="R3c888710b2b94d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d55712cc8b4c9e" /><Relationship Type="http://schemas.openxmlformats.org/officeDocument/2006/relationships/notesMaster" Target="/ppt/notesMasters/notesMaster1.xml" Id="R4d9e6c79a19449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b67b49ef330452e" /><Relationship Type="http://schemas.openxmlformats.org/officeDocument/2006/relationships/notesMaster" Target="/ppt/notesMasters/notesMaster1.xml" Id="R9da07eb6b183471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89c44003674918" /><Relationship Type="http://schemas.openxmlformats.org/officeDocument/2006/relationships/notesMaster" Target="/ppt/notesMasters/notesMaster1.xml" Id="R1fbf2c7479334a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281e3138fae4d9c" /><Relationship Type="http://schemas.openxmlformats.org/officeDocument/2006/relationships/notesMaster" Target="/ppt/notesMasters/notesMaster1.xml" Id="Rca70085c4c774d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e2e5ea1f1a14180" /><Relationship Type="http://schemas.openxmlformats.org/officeDocument/2006/relationships/notesMaster" Target="/ppt/notesMasters/notesMaster1.xml" Id="R117603e5073d4c1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d55c1c9ad7f4534" /><Relationship Type="http://schemas.openxmlformats.org/officeDocument/2006/relationships/notesMaster" Target="/ppt/notesMasters/notesMaster1.xml" Id="R6fed601a6e734a4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1d8c7667bf349f4" /><Relationship Type="http://schemas.openxmlformats.org/officeDocument/2006/relationships/notesMaster" Target="/ppt/notesMasters/notesMaster1.xml" Id="R8335116771f5493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ca3262fd2a64c23" /><Relationship Type="http://schemas.openxmlformats.org/officeDocument/2006/relationships/notesMaster" Target="/ppt/notesMasters/notesMaster1.xml" Id="R49cbae06a7764c9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fb86c7100d1400d" /><Relationship Type="http://schemas.openxmlformats.org/officeDocument/2006/relationships/notesMaster" Target="/ppt/notesMasters/notesMaster1.xml" Id="R78295e95e88b476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bc39f0830494f63" /><Relationship Type="http://schemas.openxmlformats.org/officeDocument/2006/relationships/notesMaster" Target="/ppt/notesMasters/notesMaster1.xml" Id="R4253498582f2407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5bcd0eefc2149af" /><Relationship Type="http://schemas.openxmlformats.org/officeDocument/2006/relationships/notesMaster" Target="/ppt/notesMasters/notesMaster1.xml" Id="R8f289a6dd0ee42f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1d37111ddaa4a1f" /><Relationship Type="http://schemas.openxmlformats.org/officeDocument/2006/relationships/notesMaster" Target="/ppt/notesMasters/notesMaster1.xml" Id="R59ffc64fc0f64d5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ae3e6a5fd2941af" /><Relationship Type="http://schemas.openxmlformats.org/officeDocument/2006/relationships/notesMaster" Target="/ppt/notesMasters/notesMaster1.xml" Id="R3022d552d4a2421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3e5c5768a84056" /><Relationship Type="http://schemas.openxmlformats.org/officeDocument/2006/relationships/notesMaster" Target="/ppt/notesMasters/notesMaster1.xml" Id="Rce5b0b39c57747e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131a9f42f3f4806" /><Relationship Type="http://schemas.openxmlformats.org/officeDocument/2006/relationships/notesMaster" Target="/ppt/notesMasters/notesMaster1.xml" Id="R5c0ae8b171f741b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b8f2ad63586408c" /><Relationship Type="http://schemas.openxmlformats.org/officeDocument/2006/relationships/notesMaster" Target="/ppt/notesMasters/notesMaster1.xml" Id="Re649e09a5a6f46a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2063b062883406c" /><Relationship Type="http://schemas.openxmlformats.org/officeDocument/2006/relationships/notesMaster" Target="/ppt/notesMasters/notesMaster1.xml" Id="R0723fb328f7f4b8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94d2a684edd4f85" /><Relationship Type="http://schemas.openxmlformats.org/officeDocument/2006/relationships/notesMaster" Target="/ppt/notesMasters/notesMaster1.xml" Id="Rbd2ef11af66a4e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4c89603eb243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b3a65981cf4e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26941e6d2e4a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448552a3c7423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98b44570f450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b60006b6e04ab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42a6a0bc5444c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d416c3b5d4403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8b9ccc49244df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52c4bca39486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4a56bb41cd40c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9CFF5A-54FC-441F-9668-FB1DBC4CA30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9BCB151-1028-4D47-8CD7-FB6BA387F8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6BE47E-0F38-4A4E-B361-1C54B0CBCF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6F49BAD-6DE0-4DEC-9445-FEA00FA365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A7EE25-A5A5-42CB-B711-3FD73816C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B00567-7947-4401-9650-1C1F39D9E3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28E0C2-83F7-4661-84E0-FC44D0FC20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5F40FC-0B66-4A3A-BD13-8EAE97625A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3732AE-2455-4934-9264-FEFA0D499A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75C7CA-4A93-407E-BDA8-7A477DDA1A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F637FB-9536-433C-AB37-9D4112EF07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B14ED7-E9CB-4334-948C-1C4752FA12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5A9DC9-98F1-4DC3-914A-87F847B123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DE74AD-EF91-4647-9552-9BD2B22F42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75645-1F33-409D-9625-62B92E7D69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792A39-F1A8-49B7-A4B6-DEF9C887F8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D837DB-23B4-4450-9FE5-3CF40D79C09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21CE5C-EEDC-4E89-9864-9A9DB80F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23B3672-6E5F-485A-AC8A-56721F51E1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8ED130F-5BC9-4340-A408-9D5B69074E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52D8756-5E29-4364-A93A-4FB27C4121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DFE8A3-BFFE-4054-983C-0AC5702709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4403A3-D6C2-4C47-8644-E85FD494CA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EFAB9C5-88EC-4D9F-8F82-5CBB4845359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B9EB78F-4158-4040-9B05-51FD8B3AEFF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3C924F6-9D02-405C-86AD-C2CDD42B35F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BCE8EAC-BB34-4ACD-B4F1-4ED68931C5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9941D0F-E763-4BD4-8EEC-C392D11B73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6FB4DA0-527C-4981-B377-53E596CF03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52F4BF-7D1F-4DAE-9A1D-E708B82592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EDEBFE4-CC3B-456C-AAE5-C81D6EADC7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DB508F8-E637-436A-81CA-F5E61A6AE4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FA8EC41-2B57-4D66-9E93-17EE4FB749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DCF13CD-5E5C-49B3-8776-EF270E9E59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2275206-0AC9-49D0-B771-13C6CD5208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EB342E2-B691-42E6-9F76-4041507DC6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D6A0AD-482C-44B3-88F3-BCE778C73A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8BD542-2A74-48B4-B696-E9E467FFB03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86CBD4-80B7-4E98-B985-A9094315D92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5E766DF-93E0-4A35-9514-D37CEFC419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5062FE3-77CC-4407-8349-ED21FEA862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3E5E03-3CED-47BC-92BF-9D183B531F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21E1284-005D-4C01-9B8D-DFCFD5834C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13154CF-D6BB-4FA6-9FF8-0588C89F096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3606773-D51E-4ED0-A2DE-11EEE1FEB3D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7F3AAEC-E99B-44D3-BF8C-7A716E220D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DBFD80-7C02-444D-8AE4-0A0EFCD8ED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62A46D6-6AAA-478B-9CB9-2313146EC5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DFA2BB-1C27-4C0B-A030-96EED4F6CC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E464A65-2B46-4918-A1F7-5235EA2040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D6EC88-9431-4B00-A0A3-CDB9B640D8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3EF5121-CEF9-4811-B878-3F6AFF0F42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EBA299E-4885-4D58-8E92-E64E6E67DC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5B27A54-182B-4412-9876-9A5846BCD9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BDE4E6-6AC0-4965-B3B5-F69AC680A6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109CCA-D241-4CB2-BA18-D3DD576FF2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91C4B0-9245-4D19-BF9F-00B250BD57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2DCA9A3-4AAE-4A58-9997-D113BA466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deb434c9c34bd6" /><Relationship Type="http://schemas.openxmlformats.org/officeDocument/2006/relationships/slideLayout" Target="/ppt/slideLayouts/slideLayout1.xml" Id="Rbed2389782c24c16" /><Relationship Type="http://schemas.openxmlformats.org/officeDocument/2006/relationships/slideLayout" Target="/ppt/slideLayouts/slideLayout2.xml" Id="R34be4a391ddf45a6" /><Relationship Type="http://schemas.openxmlformats.org/officeDocument/2006/relationships/slideLayout" Target="/ppt/slideLayouts/slideLayout3.xml" Id="R3e282c7de0c54b99" /><Relationship Type="http://schemas.openxmlformats.org/officeDocument/2006/relationships/slideLayout" Target="/ppt/slideLayouts/slideLayout4.xml" Id="Rfc5e6302d77f4c27" /><Relationship Type="http://schemas.openxmlformats.org/officeDocument/2006/relationships/slideLayout" Target="/ppt/slideLayouts/slideLayout5.xml" Id="R4f78618d8e664d9c" /><Relationship Type="http://schemas.openxmlformats.org/officeDocument/2006/relationships/slideLayout" Target="/ppt/slideLayouts/slideLayout6.xml" Id="R0e4a81a31f3a4608" /><Relationship Type="http://schemas.openxmlformats.org/officeDocument/2006/relationships/slideLayout" Target="/ppt/slideLayouts/slideLayout7.xml" Id="Rd213e8e4887e43e9" /><Relationship Type="http://schemas.openxmlformats.org/officeDocument/2006/relationships/slideLayout" Target="/ppt/slideLayouts/slideLayout8.xml" Id="R4c5aa0d78df64b8c" /><Relationship Type="http://schemas.openxmlformats.org/officeDocument/2006/relationships/slideLayout" Target="/ppt/slideLayouts/slideLayout9.xml" Id="R2de9d93609854543" /><Relationship Type="http://schemas.openxmlformats.org/officeDocument/2006/relationships/slideLayout" Target="/ppt/slideLayouts/slideLayout10.xml" Id="R316a9008917b4b56" /><Relationship Type="http://schemas.openxmlformats.org/officeDocument/2006/relationships/slideLayout" Target="/ppt/slideLayouts/slideLayout11.xml" Id="R292917e93ff8449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241D5A8-06A4-40AE-B821-AC7ACD6697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A6AD352-41B2-4114-97D6-54606EF41E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D3AC29-2DFA-44AE-BAEA-EB030332C42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EFEC84-38EE-4037-894B-4C1C047CCBF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202F71C-E9DA-47AC-8A69-D4502BA6BF8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d2389782c24c16"/>
    <p:sldLayoutId xmlns:r="http://schemas.openxmlformats.org/officeDocument/2006/relationships" id="2147483650" r:id="R34be4a391ddf45a6"/>
    <p:sldLayoutId xmlns:r="http://schemas.openxmlformats.org/officeDocument/2006/relationships" id="2147483651" r:id="R3e282c7de0c54b99"/>
    <p:sldLayoutId xmlns:r="http://schemas.openxmlformats.org/officeDocument/2006/relationships" id="2147483652" r:id="Rfc5e6302d77f4c27"/>
    <p:sldLayoutId xmlns:r="http://schemas.openxmlformats.org/officeDocument/2006/relationships" id="2147483653" r:id="R4f78618d8e664d9c"/>
    <p:sldLayoutId xmlns:r="http://schemas.openxmlformats.org/officeDocument/2006/relationships" id="2147483654" r:id="R0e4a81a31f3a4608"/>
    <p:sldLayoutId xmlns:r="http://schemas.openxmlformats.org/officeDocument/2006/relationships" id="2147483655" r:id="Rd213e8e4887e43e9"/>
    <p:sldLayoutId xmlns:r="http://schemas.openxmlformats.org/officeDocument/2006/relationships" id="2147483656" r:id="R4c5aa0d78df64b8c"/>
    <p:sldLayoutId xmlns:r="http://schemas.openxmlformats.org/officeDocument/2006/relationships" id="2147483657" r:id="R2de9d93609854543"/>
    <p:sldLayoutId xmlns:r="http://schemas.openxmlformats.org/officeDocument/2006/relationships" id="2147483658" r:id="R316a9008917b4b56"/>
    <p:sldLayoutId xmlns:r="http://schemas.openxmlformats.org/officeDocument/2006/relationships" id="2147483659" r:id="R292917e93ff8449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f13a96ef524825" /><Relationship Type="http://schemas.openxmlformats.org/officeDocument/2006/relationships/notesSlide" Target="/ppt/notesSlides/notesSlide1.xml" Id="R0ccf7e7571ea46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8b5aed2f5f4452" /><Relationship Type="http://schemas.openxmlformats.org/officeDocument/2006/relationships/notesSlide" Target="/ppt/notesSlides/notesSlide2.xml" Id="R872da73e4da643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eb55af7b0f4d33" /><Relationship Type="http://schemas.openxmlformats.org/officeDocument/2006/relationships/notesSlide" Target="/ppt/notesSlides/notesSlide3.xml" Id="R3aff389b34854f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c70ec3afe34113" /><Relationship Type="http://schemas.openxmlformats.org/officeDocument/2006/relationships/notesSlide" Target="/ppt/notesSlides/notesSlide4.xml" Id="R8e2b560ea16948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232ddf08b2447e" /><Relationship Type="http://schemas.openxmlformats.org/officeDocument/2006/relationships/notesSlide" Target="/ppt/notesSlides/notesSlide5.xml" Id="Rf6aa0321284c47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e877664f754291" /><Relationship Type="http://schemas.openxmlformats.org/officeDocument/2006/relationships/notesSlide" Target="/ppt/notesSlides/notesSlide6.xml" Id="Rdb2de47f5ed94c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6d3d6f2efc451d" /><Relationship Type="http://schemas.openxmlformats.org/officeDocument/2006/relationships/notesSlide" Target="/ppt/notesSlides/notesSlide7.xml" Id="R0a130ffa3c6044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5f34fb9dbc4037" /><Relationship Type="http://schemas.openxmlformats.org/officeDocument/2006/relationships/notesSlide" Target="/ppt/notesSlides/notesSlide8.xml" Id="R8a9ef83eaebd4d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a9d94aaf61419c" /><Relationship Type="http://schemas.openxmlformats.org/officeDocument/2006/relationships/notesSlide" Target="/ppt/notesSlides/notesSlide9.xml" Id="R47adee3e41514b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42970864f34f0c" /><Relationship Type="http://schemas.openxmlformats.org/officeDocument/2006/relationships/notesSlide" Target="/ppt/notesSlides/notesSlide10.xml" Id="R60e7b8c50c39417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8a7373c1d545cf" /><Relationship Type="http://schemas.openxmlformats.org/officeDocument/2006/relationships/notesSlide" Target="/ppt/notesSlides/notesSlide11.xml" Id="R11af22621cb840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b37b83d8a243a0" /><Relationship Type="http://schemas.openxmlformats.org/officeDocument/2006/relationships/notesSlide" Target="/ppt/notesSlides/notesSlide12.xml" Id="Rf2248272c86244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2a779c6a9748a9" /><Relationship Type="http://schemas.openxmlformats.org/officeDocument/2006/relationships/notesSlide" Target="/ppt/notesSlides/notesSlide13.xml" Id="R229cc4cc166f4b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e992aab2554a60" /><Relationship Type="http://schemas.openxmlformats.org/officeDocument/2006/relationships/notesSlide" Target="/ppt/notesSlides/notesSlide14.xml" Id="R7dc63f0482894b4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ff3343bec44c6f" /><Relationship Type="http://schemas.openxmlformats.org/officeDocument/2006/relationships/notesSlide" Target="/ppt/notesSlides/notesSlide15.xml" Id="R46347b1c814b4e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abe5ac6c9a4881" /><Relationship Type="http://schemas.openxmlformats.org/officeDocument/2006/relationships/notesSlide" Target="/ppt/notesSlides/notesSlide16.xml" Id="R838837ddcaf14f7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b6ee1d5bfd4e4b" /><Relationship Type="http://schemas.openxmlformats.org/officeDocument/2006/relationships/notesSlide" Target="/ppt/notesSlides/notesSlide17.xml" Id="R3cea5b04f234409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8cf2633afb4606" /><Relationship Type="http://schemas.openxmlformats.org/officeDocument/2006/relationships/notesSlide" Target="/ppt/notesSlides/notesSlide18.xml" Id="Rd768961e2ae24b0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6c661393e74fa0" /><Relationship Type="http://schemas.openxmlformats.org/officeDocument/2006/relationships/notesSlide" Target="/ppt/notesSlides/notesSlide19.xml" Id="Rd8042bcef3de416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750bf2fb494fb2" /><Relationship Type="http://schemas.openxmlformats.org/officeDocument/2006/relationships/notesSlide" Target="/ppt/notesSlides/notesSlide20.xml" Id="Rb07cd61c1e224c9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e2867680d24a84" /><Relationship Type="http://schemas.openxmlformats.org/officeDocument/2006/relationships/notesSlide" Target="/ppt/notesSlides/notesSlide21.xml" Id="Ra8ba930085c54c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0591f80a26457a" /><Relationship Type="http://schemas.openxmlformats.org/officeDocument/2006/relationships/notesSlide" Target="/ppt/notesSlides/notesSlide22.xml" Id="R4869f2fac8a64e8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818600366e44cd" /><Relationship Type="http://schemas.openxmlformats.org/officeDocument/2006/relationships/notesSlide" Target="/ppt/notesSlides/notesSlide23.xml" Id="R77f2f69342d54c3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b6906ce5ea442c" /><Relationship Type="http://schemas.openxmlformats.org/officeDocument/2006/relationships/notesSlide" Target="/ppt/notesSlides/notesSlide24.xml" Id="Rbd589cf4cb834bc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1259a6fdc940e0" /><Relationship Type="http://schemas.openxmlformats.org/officeDocument/2006/relationships/notesSlide" Target="/ppt/notesSlides/notesSlide25.xml" Id="R91124ffaeca647c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b544daa1134b9a" /><Relationship Type="http://schemas.openxmlformats.org/officeDocument/2006/relationships/notesSlide" Target="/ppt/notesSlides/notesSlide26.xml" Id="R6dc0a6d4ffd7431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020f4e0fef44b7" /><Relationship Type="http://schemas.openxmlformats.org/officeDocument/2006/relationships/notesSlide" Target="/ppt/notesSlides/notesSlide27.xml" Id="R46bcd51019d34ff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3c6dae980845c6" /><Relationship Type="http://schemas.openxmlformats.org/officeDocument/2006/relationships/notesSlide" Target="/ppt/notesSlides/notesSlide28.xml" Id="R3d338397400c49f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4cdb57e934005" /><Relationship Type="http://schemas.openxmlformats.org/officeDocument/2006/relationships/notesSlide" Target="/ppt/notesSlides/notesSlide29.xml" Id="R646d53a73c50404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d2672ab75041f3" /><Relationship Type="http://schemas.openxmlformats.org/officeDocument/2006/relationships/notesSlide" Target="/ppt/notesSlides/notesSlide30.xml" Id="R5be35c2f94a54b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E49B05D-84C6-49EA-BD23-FE0E8280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BF9BAA8-970B-49DB-80AC-CCD3887B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FDB0C7-F999-4590-892C-4534FA99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1A49200-6824-4523-9777-881BFCF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C1E84B4-CD7D-4A03-9685-8BD3892B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E605A9C-0B8C-4F82-8BE4-FB0C2A4E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D37B326-F6E9-419D-80B9-75BC861E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DECED31-D187-4E38-8A05-ABD8E7FF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BA6AE49-5D2F-4187-820A-5837FC7E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D104666-685D-4B3E-B140-3781798C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F93C946-D42B-4E33-BABA-9CA4D14A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6754952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51FA73-5D09-49E3-AD61-17AE17A3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FAC7F46-CFA1-4508-B5E0-4BE7004D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CDE451E-9B1C-4AD5-9EA3-5F97EDCB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860B8F0-E8A0-48CE-BC81-D6DB5F33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AFFA86-847E-4AF3-95AA-8523713E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6B29A5-B621-4F2B-8901-EE937559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2C5057-92BA-4A6D-BCAF-130BE7E1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0FF0B60-4C8D-44E1-8DDA-F4B43095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BB4CF01-DD5D-497C-9135-C7F28DFC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67174AC-1640-44C0-BF3D-D6EA6BFB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1F178F5-305E-4F4F-86B7-520EC9C9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0657075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909E00-B0A6-4324-BA6A-9F628E58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DE2F91-72FD-4437-BD56-1E3DD66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24439-6D8F-4524-8926-AB3755E0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71FC370-3C2A-4AFD-86F1-DFCBA5FD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900256-F058-4A15-8695-FA520F0E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CFF603-A09B-43F8-8DE1-799ACDC6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E2B904-2722-4C1D-A7A8-64DA63CF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15302647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783EE8-D44E-4516-B0B5-48BE4D8D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2720D15-7846-4FC1-AADB-E239575D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4166E60-E209-4305-AF06-081AD299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6582BD4-7598-41DB-A205-F26F9D5D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1BFBFB0-725B-43D1-997C-30A21E92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E67602-EC3A-461B-AFD9-EE824C40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0E157BA-419E-49B7-994F-DEF6C13E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260A1D-304A-4C74-AA85-82014890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0B8B34D-FD5D-4E19-88AC-CB6727D4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9BFECC1-B5E9-4D55-95F5-E43B60D8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5935AE3-E013-4491-8B23-A957948D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1595048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B57FBB-0E69-4830-B920-4A6AEF52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87BF8EF-602D-4DD4-928A-7A083F4C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88E304-6206-4989-9A0F-1AF601C5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70668F-02BB-4428-A809-2101C0BF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597CEF-F491-4CC3-807A-227EB076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58AB8F-270C-4DB5-A6B6-FFD75161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C3045CB-C42A-4115-8805-0DAFDAB4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8F783B-D3A0-4DAA-9FFA-A7B95A7D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D2D9360-BF21-434E-87FE-4DE53AFE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07E2DF-5C20-48A5-9BD6-B79E626D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7DF37E-06F1-41EA-8FB5-42BCC3FA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8510947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FC015-72D5-4714-AC66-6E784383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62FA0B-B00D-447F-9F3B-3C52DCDF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400827-5BF5-4D33-BA09-25AC0A02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3BE30B5-CB65-42E8-8137-6E28E1E1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4672D3-8247-4618-906B-AC1889FA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C37FDC-1B06-42FC-8E77-62651A57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A34ADC4-7DE0-4147-B5D6-535D0127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27572785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9AF21-0835-439B-9B8E-860FD478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124C53-E805-4B81-942E-02CB24FF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238E8AD-26F1-4E5C-98D6-D16AEF45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BCCBACC-547F-4144-9B93-6C45A777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3A4695D-31DD-48C0-A633-32758EA3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A884D4-CB4F-426A-9C04-43AD0BDA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BBEF106-1D73-46D6-82A1-1C2846F9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10CCE86-8646-4867-A496-3B5E5E88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7A6BDE-1990-43D2-A95D-3FAFA69C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A8671DD-450D-43FC-89B9-BB2F0045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A3458CF-AACE-40CE-B470-46691AC2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601FB94-3086-4D0D-8A3B-0A542647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385ACC5-F434-4809-A7AC-6F1F8D6D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485C49C-4F31-44BB-8D71-DB6E6C0B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8FE9C22-98E8-49B9-BED4-55873426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ED967F5-66A0-4CB3-A861-06D1B11D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A41995F-24EA-48A2-B38D-7A87DDFB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31ED684-82D8-4E4A-9FC9-97E3A964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27BBAA5-A217-4303-B9C8-E6A01174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12722102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2E1CF8-5CC5-4D55-A0F4-97874B80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A16945-CEE0-4015-9DA9-65FE8231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E5C43D6-3983-454F-B113-DCAAB16C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CA5238-CFEF-4EC3-BFEB-E1DB3006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4051DB-9C17-4EF8-91F1-5EDDD4AB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7BAFDB-2722-4974-968D-75D0A770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68ABCCB-B361-4233-B9B6-82AFF928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AF9EEC-1B8A-48B0-A165-09AE35FD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59269AC-90B0-4B61-89CE-223C706A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C77A466-D8FE-4533-B8EB-23FE4AC6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8C3A6CA-3670-447F-A47B-458D2B4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E617221-3ACB-44FB-B193-CB80FA2B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0402745-79B1-47CF-A8C0-EADC4F3F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AFD96-4132-4A77-BADB-4D343708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F086C17-B132-4A5E-82BD-0A07910D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7E1BE68-E25E-49BB-AA4A-664AFBD8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B1575DA-EA48-478E-A4DD-CD851420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63C0B06-090F-42F4-85D0-E0B663A0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F7908C7-57CF-439F-A6C1-4A9F35AD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98FBAF3-6B96-4C9A-A8A6-06D78F43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83104F0-A8E8-4EEE-821C-E1CF66E3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B636DDA-DA24-45EF-A9C0-44642899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3613668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25CA04-9F79-4389-BAC3-811F0DC3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D62B9E4-4BA3-4FB2-883B-90A5C644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650611-1834-4E27-897B-0A79EAB1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3B47504-3982-4DF2-A222-E208C397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19CF96-3761-474D-B8D6-2E7137C7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134C264-BE89-43FF-913F-96B4E00D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7FDBB8-D214-43C1-8CEA-26141004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3351279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5C9DC2F-2A76-4A2E-99BA-A4B64794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37D2E9-1CB3-4F09-B662-BFE0BE9C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B5B2CD3-C105-48D0-83D0-443E1F36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1C10DF-9D4B-4770-A27E-C129B7B2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FB65CD-1B9B-489A-BBBA-221E0165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B91AC-253A-4256-9762-5702A945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DF8A575-EA5C-4868-B826-3E9CF843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47BB06-5460-44F0-957A-79D459B2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E0313EA-6426-43A7-AAA0-D11C41CE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8BF3652-75D7-4075-982E-17A40BA5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358EB64-5ABF-4AA4-9D45-D18E5322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38400438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FAFA87-7A41-4342-A951-2766C24E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293DF1B-94A9-443B-9615-E655D711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D31CF89-0D6A-4069-893A-5B59B21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9F0A3C-3DB7-4E0B-8D8E-8ADEB661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D7B9F5-F02C-49F0-826F-F0199E5C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8EF72CB-16F4-47DB-83CD-BB3CDD3F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8106151-9A54-41D9-9775-ACC8048B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200709194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90A113-52A6-44CD-9283-1CFDE008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DA814B-9F18-4E4F-880D-6B1364F8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05DE5D-A12F-4F44-AD76-A81AD5CD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FD9B027-2C56-48EE-9C58-391B88FC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4C576B-76B6-4824-B326-9493BC03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0B86AB-DD5A-402C-B78A-FFDF3B3D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D59BF14-1209-4A62-A3EE-3911A276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D894F2-94A8-464A-A4DF-06BE7279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3C19D11-5DAD-4023-8E62-27B5017E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1303290-7708-4E5E-B511-E649DE6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40C2A7E-4CD9-4743-8C49-FC241A8E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F798857-53EE-421A-BD17-35190714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45D7076-A7C8-43EB-8748-39B0A5F5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BE5288B-11AD-4859-955C-8E3AB4E3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73C7EE-C81C-44C7-B716-00A3D856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3E047F5-83B5-4848-B0EC-163A57E7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921064E-902C-40EA-902C-58A2A792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AFF7606-7CAC-4D7F-A03A-BBB66BE0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8FC7135-6DCF-49FC-A4FC-D6181C9D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9761306-BB7D-4A33-BB70-E577570D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FE9D8F8-7883-446D-83A8-3193A842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8C8441-9F47-41C0-BD08-7F4E3293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144623268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E2C5999-A6FD-4CBA-8140-91148C8A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150BCD-BD59-4D36-B1A6-EE2F5A23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6B07B5-2C2B-4EB2-8E0F-5EFB0420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A03FDB6-FDEA-4364-8A21-19303A5F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EEEE1CA-893B-4B63-9EDE-EA00C0FD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1F24B31-8F84-4487-9F2A-9B24CDA6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0585F0-EC56-4637-A93A-B0A15757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78129564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BA35AB-382B-49B3-B1D8-C0840A91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F6402E6-0FA2-475E-8246-50A3ABD2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0F0CE7-AECE-428E-A9D5-35BC915E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9F51AC-A67A-4062-83BF-84F7E320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525425-C36B-4E43-BFE7-8B1D53DA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28C0BC-E21B-48BC-86CF-4FC276E5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EC7A6E2-B1BE-4216-B083-FCBE80EF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48E04D-E212-4008-ACDE-1F76390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ECD05F5-6BC7-4992-81D3-D1C5F3DD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86F05F5-DD54-42A1-805E-A8CF9F79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949BD9-556F-4A31-94A3-521AF430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E5E735B-5F7E-4DB0-BECB-613F54AB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963EB74-6E95-4F4C-B49A-B386E5D8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F609485-96D2-46C1-99B6-4C52A79E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05433D-0A27-4111-AA26-FDC15657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310F90F-3A70-45F5-BDFD-7374B365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2E06397-5561-471C-829F-9A2C7896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4F8A2F1-8AF4-421C-B1B1-7697BAA3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A42CED6-0505-475D-AC56-866FD0FE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23720394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EF9102-081D-4631-80F1-2279012C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BAFB982-1C1A-4F16-9176-64AB97FC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9B2097-9540-4B5E-8048-03156F29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2FE7E74-EFF0-4CA3-A31B-0CD4281A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3D4473-6789-440A-BA93-5D887D35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BC430F2-980B-46F5-A036-126E0F46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6B479E7-A0F9-4677-A6E4-59F3C8B1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26944777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75FCDE-CC93-4999-B0EC-8E9E3C6B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D8D3EE-72DB-431E-BEE5-88838622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F374D9-BCF2-4C3D-AAB7-084CCC62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7DDD5D5-A4C2-4E57-9A55-E65E3AC2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49C8B7-3679-45A6-8944-20CDF976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C9EF761-F9A1-466F-B32D-1E0AB988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C30D30B-819F-4BB6-AAE7-E24E46C4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EC8696-CA6D-4B90-B1BC-BEBBEAB5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5576A2A-99D9-4391-8817-E21EE0A8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E507124-A637-4FBA-886C-3765EA1A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D80EA3B-FFE4-4A37-82C1-E7FBA0DD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98FB7CF-7166-4050-A034-6F966BF9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3B0C949-4E8A-4EB3-8FFD-47D8E81A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81AE990-FF6E-4299-8569-704495CD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DACE80-227C-4FC4-8ED2-DE85C4CF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1A61D79-E0F5-46EF-A492-3636DAE6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E92DB26-F2B5-4549-971C-8D1AC9EF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2B88106-95A2-4CEF-AE7C-98572E2A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F044342-D130-4F73-AE37-F96E953A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106416365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DA0A2F-8BF4-457E-81E9-52F14613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4F2D7FC-427B-41EE-9011-489CB438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EFED43-289F-4EB9-81F5-AF211A22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FCDE58-8DE9-4BD6-87EA-6437497E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C5D36E-C34D-4F25-86A8-749F1D58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189B00-B81E-493B-9B17-DB62CB4E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5B33CCC-C874-475D-BC08-EBC12837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845C948-A2C3-49DF-A4A2-197F9164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82C97CD-7559-4387-8180-3C91775D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BB120E-C24B-472C-B097-34878279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8A9728-7116-4225-8025-32A0A3C9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BDB883-3703-4B9C-9752-29629B0F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59D8172-32C6-4F6E-85E4-5BDEE14C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343604-96C6-4BBB-ADD1-149F1F1F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B6A126D-40C5-477F-8FF9-D13BE201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234465C-811C-4A8A-9CE4-2F1C0F63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1120C19-854F-43CD-9156-6D3FFCA9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E8116F1-3B0D-41B0-9889-AF9CD4E6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50C90DA-7CAC-45F1-8282-DAA8BE51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35045298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706BAD-34D4-45C7-8931-2E087F9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AB87C5F-A658-4F92-8327-03B437B0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7D8C00C-E60C-4852-9154-593B1B99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1CF391-4164-4E67-A9A7-3B97FE2E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0A68C97-2164-4E64-841E-6BAE9373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8618B03-956F-4D96-A711-6B81C655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8D2751-FD59-4681-9B25-6337175E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588D35-86AA-4C59-A0AC-BC5C8704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76411B6-3179-487C-B6CE-A36D8EB6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7FE6AE9-4810-419E-AB90-13A585F4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3B55765-EB69-4144-B113-B164AC44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63882780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BDD330-0277-4AF3-AF84-93A739F2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3C1D193-3115-4068-943B-495C7D98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90FA6A4-AC5E-44C3-B695-F997F0A7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2CBAB8-00AD-4D3B-A20B-784C3F65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B772CB-9952-49F1-93F0-AB4AB398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DA7A0D-1299-4328-90DF-CE6C3315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C072124-1C4B-4FEA-8022-78B6F4D1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24449651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AFE4D0-A13C-4C9F-93F3-D61BC695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9B9F02B-DF1B-4F0E-BA54-DC89EA16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250012-8DA2-4B1C-9ADD-902A55A1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7A0EFC8-8AB1-4DD4-9FA3-99772BAA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EC61EB-811D-45AB-BAB2-74B55257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2B4999-4CE0-411A-ABEB-111435ED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7699137-D432-4A6D-AD39-C6F3DF5A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71C9E5-2569-40E7-A60D-5E0D8337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F7CDC99-E8F9-40B5-9399-48874A3C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A4F0EA8-C0D5-4E4D-AC27-76EF4DC7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E1F523-130F-4457-94DF-6A9195A0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196025912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5003111-C409-485B-BCF9-1C08E234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361FA2-3EED-4570-8963-CD5446A1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D3B9B6-BA5B-46B2-89C4-920CFBA7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9C7D383-CEC0-4129-B019-CAB9570D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F19870C-44BC-4C69-BF3D-CB7B2D3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D2E492-72DC-4A10-B3AD-1D07B029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F84CF2-4114-49E2-B19F-1321B04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63926802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F93DF6-C37B-45DB-8A4F-06922F80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47D7A0-B97E-4210-AC3A-1386786C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50485F-B523-411C-8E36-EE99E449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C33311-5120-4215-9407-54233469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439BE2-750F-4E3A-B51E-A0CDC467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3102C0A-4C31-436D-95E0-600D0EBE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D916AF8-AB79-43AD-A047-8DBC8F5C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AB307EA-1404-498B-8D8D-AB594C44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79FD6CB-1E42-491E-B4B2-4A2ECAB8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4E779CF-1EDC-46AD-8195-24630706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579BAC1-E7C5-453E-822C-0560D665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D1AAA0-E24D-4CEB-B8DA-734ABF7C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376FA67-1857-432D-ACC8-936EE960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499321-FA2B-4DCE-ADE3-2065C7B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8699E44-32A7-4529-B0A6-8E0BC9C4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DB910FA-AA57-4370-A581-CD1481DF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76DF20C-6F56-4985-9484-8800898C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64F0B18-FC3D-4FC5-B48E-8654965C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BE86464-093D-4D0C-A4C7-9DCB2D17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F93A089-B018-4D70-BDC6-B569368D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54C6445-BB9D-418B-A8FC-D5547D02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DD56F03-3095-43F6-8C7F-C59B6AEE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266854E-13C0-45E8-96F6-141BF398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16187792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FA05E2-34AC-4120-8789-63211D27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28B526-D576-4F85-88FF-A79DA444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5235EAC-BED1-4844-AACB-0A3D0152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5813C8-2718-4884-98BC-CB085161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95F483-BD90-41B7-83A8-0A7FD210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6A7D840-6F6F-4DAF-B29A-C1CA8D93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2876B88-6D3F-4CA7-8252-5371026C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699BA5-5D46-4AAE-8B31-8D2ABD21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DCA6FE7-476A-41D5-9F63-DAA99E2D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1444643-1AFC-4077-B388-5BE902D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85B4286-A9AE-4580-9355-30D539DF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721B431-6BB5-4E4D-B1E7-FEAAFB02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8A08721-C9DB-491A-AC5A-CCE4FCA2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BEF2FD2-1841-466D-8B09-2290D0B0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3BEB343-83B2-4E5B-BBC8-B3A6D486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6EE91EB-4632-496D-AF0D-A7DC78BE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D2E2A82-A2D2-4FDB-92BB-E64F8CAC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C18D024-1E8F-41EA-9E7F-D1045742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70F10F0-73B0-4F88-B5A8-9819586A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5C5D78F-38B9-406E-84A0-AFA45935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09155C0-E258-4FE7-9C95-079EBC20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65A8A09-80D3-484E-829B-4B536FE0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CB18381-6965-4DBB-A78D-A21E8CA1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1704073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9E41D6F-9030-449C-B3A5-27184F5F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8C18CE-544B-4FD8-BCE0-D0B8C096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6A56ADF-C8C4-4080-B09F-8481964A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89AD4D-DADD-41EB-8D5F-C4B000DA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DA28CF-91A7-422D-B63B-C3583359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C155A70-66A0-473E-8AD9-5C1BB97E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CC44935-4557-4037-A0D1-78548C45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9398624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A6AB8D-668B-4BB9-9EE9-FE8F7261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96B9AD-2034-41E2-988A-AD3055B8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BDF581-0838-40C1-804F-13A5CDBD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10B86D-BBF8-4957-9E19-593CB050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0A9407-1E61-4192-A55D-C731557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99F839-ACDA-4345-92D2-D6C3F508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F9C665-3AED-4966-AA4B-8DF6E3C9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136639555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40B6036-92D4-4102-80EA-F7752889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5391C8-6590-4797-9B96-E6E95443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C251119-7C1D-4139-8429-5B451963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5CF4C1-6D13-4282-AB65-0D7BDD87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4CEF01-B741-44CF-82D3-6CF10697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45F46E-61D5-4ACA-B4D1-2170617D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2C1E2C2-3A73-4434-9095-ED1AE0AE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19978629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C8281C-4C11-4D54-8201-FA7B1DA8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57748B-87F0-4934-8873-400BD71D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DC2D3F2-9E0D-471D-ABB9-B47FA4E4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729C8A2-E66A-424B-A2FA-F3233B0E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FA1D4D-9686-49DB-BA64-4BA77C59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252368-E82B-4523-8D94-5E1862D4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362111B-1ECB-48FD-A1E3-B8B9B740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18440504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915E1A-DBB8-4DAC-8E05-1F53611F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7217DBE-22BD-4E6F-ADBE-3C19A8B1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2337E75-A5E0-4EC8-9943-BA4A70C1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68A4FE-FC81-4EAD-9542-327E9D77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B054597-ADE6-4987-A7B0-F0ED7F1B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DAF343E-AB58-47C8-9CA6-AA33482F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D423B1-A063-4FB0-82D6-F827957D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127538816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029EFBD-57BD-464E-9DF1-F1CB50C1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6F1C02-0C7A-4C38-83E0-6EAF6F98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6D9FDC9-11E6-4A1A-B5B4-1EFBABBF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84DB99-049F-447D-8489-6D3C3E6A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246FF7E-9D91-4EA1-A256-F62DD863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0A20653-5C19-485D-998D-DA46CCFB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C29E40-0191-4C7B-BC36-97799243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FD19054-E2CA-45B8-BA53-AF2CE18D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2EF49C-570B-45F9-B29E-A62F2E74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A601A18-BE28-48B4-8712-2B97E13A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A7867A77-A788-45BE-93DC-D847973A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14C5778-EE14-449B-BEEA-D32DEE94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D175EBF-F119-4ACD-B82C-AB9088FE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A7E4D0D-E8B6-45B7-A8C0-173B4811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7D32403-1490-4590-B570-DECE2B7D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7A8F07C-A65D-4BD3-AFC5-D1A2DE28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AD4FED9-D076-4145-8B47-AE723947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9A0F72F-AA6A-4B06-9081-306065A9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ECD132F-6E1A-41E4-9847-622524CA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6F7B3B8-6583-41B2-9849-8EA68DD3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6F6F93C-B989-4AB7-8BDD-6A17E84A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8CC6C31-4138-439F-B7D7-9B329FCB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91B7668-0003-4268-95DF-A7DED462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79376981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D0E2F19-B4FB-40CD-A0C9-3FB742DC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25A6AE-87FB-447C-962B-80B69344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45CEA02-A101-4356-86DB-00F26B5F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8F38668-4194-4C03-8AA5-8E9900D1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2026.07.23-12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51228145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2026-07-23T14:49:35.8700000Z</dcterms:created>
  <dcterms:modified xsi:type="dcterms:W3CDTF">2026-07-23T14:49:35.8700000Z</dcterms:modified>
</coreProperties>
</file>