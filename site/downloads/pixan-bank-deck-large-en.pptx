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5bb865d5224f1c" /><Relationship Type="http://schemas.openxmlformats.org/officeDocument/2006/relationships/extended-properties" Target="/docProps/app.xml" Id="R4ec940ee12ca4167" /><Relationship Type="http://schemas.openxmlformats.org/officeDocument/2006/relationships/officeDocument" Target="/ppt/presentation.xml" Id="R2486b45cd27b4c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6f65c7763b4a79"/>
  </p:sldMasterIdLst>
  <p:notesMasterIdLst>
    <p:notesMasterId xmlns:r="http://schemas.openxmlformats.org/officeDocument/2006/relationships" r:id="R391adcd01a0942e9"/>
  </p:notesMasterIdLst>
  <p:sldIdLst>
    <p:sldId xmlns:r="http://schemas.openxmlformats.org/officeDocument/2006/relationships" id="256" r:id="R65495fdf7c6d4313"/>
    <p:sldId xmlns:r="http://schemas.openxmlformats.org/officeDocument/2006/relationships" id="257" r:id="Rb94760a05f6444bd"/>
    <p:sldId xmlns:r="http://schemas.openxmlformats.org/officeDocument/2006/relationships" id="258" r:id="Rdb5c34fb6c4f4d6c"/>
    <p:sldId xmlns:r="http://schemas.openxmlformats.org/officeDocument/2006/relationships" id="259" r:id="R3b5a7fa7284740d1"/>
    <p:sldId xmlns:r="http://schemas.openxmlformats.org/officeDocument/2006/relationships" id="260" r:id="Ra550deed9fb541a1"/>
    <p:sldId xmlns:r="http://schemas.openxmlformats.org/officeDocument/2006/relationships" id="261" r:id="Rd8e68e412940403a"/>
    <p:sldId xmlns:r="http://schemas.openxmlformats.org/officeDocument/2006/relationships" id="262" r:id="R23e3ddb4db844867"/>
    <p:sldId xmlns:r="http://schemas.openxmlformats.org/officeDocument/2006/relationships" id="263" r:id="R2c3148d728bd422b"/>
    <p:sldId xmlns:r="http://schemas.openxmlformats.org/officeDocument/2006/relationships" id="264" r:id="R11b414b4881b4f5f"/>
    <p:sldId xmlns:r="http://schemas.openxmlformats.org/officeDocument/2006/relationships" id="265" r:id="Rdf249a502c374a0f"/>
    <p:sldId xmlns:r="http://schemas.openxmlformats.org/officeDocument/2006/relationships" id="266" r:id="Raa32bf0ce04b44de"/>
    <p:sldId xmlns:r="http://schemas.openxmlformats.org/officeDocument/2006/relationships" id="267" r:id="R0e5299ae0d3844b5"/>
    <p:sldId xmlns:r="http://schemas.openxmlformats.org/officeDocument/2006/relationships" id="268" r:id="R7b4c1c8856a34a55"/>
    <p:sldId xmlns:r="http://schemas.openxmlformats.org/officeDocument/2006/relationships" id="269" r:id="R77f7014f528142ac"/>
    <p:sldId xmlns:r="http://schemas.openxmlformats.org/officeDocument/2006/relationships" id="270" r:id="R58966ddfb5464e09"/>
    <p:sldId xmlns:r="http://schemas.openxmlformats.org/officeDocument/2006/relationships" id="271" r:id="Rc41a35d87f874328"/>
    <p:sldId xmlns:r="http://schemas.openxmlformats.org/officeDocument/2006/relationships" id="272" r:id="Rd5f94bd428e24e19"/>
    <p:sldId xmlns:r="http://schemas.openxmlformats.org/officeDocument/2006/relationships" id="273" r:id="Rbb3b735a584e4626"/>
    <p:sldId xmlns:r="http://schemas.openxmlformats.org/officeDocument/2006/relationships" id="274" r:id="R87e5a265703145b1"/>
    <p:sldId xmlns:r="http://schemas.openxmlformats.org/officeDocument/2006/relationships" id="275" r:id="R47b7a691e8cd492d"/>
    <p:sldId xmlns:r="http://schemas.openxmlformats.org/officeDocument/2006/relationships" id="276" r:id="R2d89d6447c264446"/>
    <p:sldId xmlns:r="http://schemas.openxmlformats.org/officeDocument/2006/relationships" id="277" r:id="R761aa0f04c7a4e21"/>
    <p:sldId xmlns:r="http://schemas.openxmlformats.org/officeDocument/2006/relationships" id="278" r:id="R8acd3b2bbbc043df"/>
    <p:sldId xmlns:r="http://schemas.openxmlformats.org/officeDocument/2006/relationships" id="279" r:id="R8f23d6b659e143c5"/>
    <p:sldId xmlns:r="http://schemas.openxmlformats.org/officeDocument/2006/relationships" id="280" r:id="R215fca131eb14669"/>
    <p:sldId xmlns:r="http://schemas.openxmlformats.org/officeDocument/2006/relationships" id="281" r:id="R0a1a81921fa24762"/>
    <p:sldId xmlns:r="http://schemas.openxmlformats.org/officeDocument/2006/relationships" id="282" r:id="R066c46f721c04334"/>
    <p:sldId xmlns:r="http://schemas.openxmlformats.org/officeDocument/2006/relationships" id="283" r:id="R60b2f2b77d2e407b"/>
    <p:sldId xmlns:r="http://schemas.openxmlformats.org/officeDocument/2006/relationships" id="284" r:id="R5a2c1e247e894a5c"/>
    <p:sldId xmlns:r="http://schemas.openxmlformats.org/officeDocument/2006/relationships" id="285" r:id="R662dcc386ea44139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3b9a63d1164cf2" /><Relationship Type="http://schemas.openxmlformats.org/officeDocument/2006/relationships/slideMaster" Target="/ppt/slideMasters/slideMaster1.xml" Id="Rf36f65c7763b4a79" /><Relationship Type="http://schemas.openxmlformats.org/officeDocument/2006/relationships/notesMaster" Target="/ppt/notesMasters/notesMaster1.xml" Id="R391adcd01a0942e9" /><Relationship Type="http://schemas.openxmlformats.org/officeDocument/2006/relationships/presProps" Target="/ppt/presProps.xml" Id="Re473a229038f4030" /><Relationship Type="http://schemas.openxmlformats.org/officeDocument/2006/relationships/viewProps" Target="/ppt/viewProps.xml" Id="Raf688043202449bc" /><Relationship Type="http://schemas.openxmlformats.org/officeDocument/2006/relationships/tableStyles" Target="/ppt/tableStyles.xml" Id="R65c35a09be5b4f80" /><Relationship Type="http://schemas.openxmlformats.org/officeDocument/2006/relationships/slide" Target="/ppt/slides/slide1.xml" Id="R65495fdf7c6d4313" /><Relationship Type="http://schemas.openxmlformats.org/officeDocument/2006/relationships/slide" Target="/ppt/slides/slide2.xml" Id="Rb94760a05f6444bd" /><Relationship Type="http://schemas.openxmlformats.org/officeDocument/2006/relationships/slide" Target="/ppt/slides/slide3.xml" Id="Rdb5c34fb6c4f4d6c" /><Relationship Type="http://schemas.openxmlformats.org/officeDocument/2006/relationships/slide" Target="/ppt/slides/slide4.xml" Id="R3b5a7fa7284740d1" /><Relationship Type="http://schemas.openxmlformats.org/officeDocument/2006/relationships/slide" Target="/ppt/slides/slide5.xml" Id="Ra550deed9fb541a1" /><Relationship Type="http://schemas.openxmlformats.org/officeDocument/2006/relationships/slide" Target="/ppt/slides/slide6.xml" Id="Rd8e68e412940403a" /><Relationship Type="http://schemas.openxmlformats.org/officeDocument/2006/relationships/slide" Target="/ppt/slides/slide7.xml" Id="R23e3ddb4db844867" /><Relationship Type="http://schemas.openxmlformats.org/officeDocument/2006/relationships/slide" Target="/ppt/slides/slide8.xml" Id="R2c3148d728bd422b" /><Relationship Type="http://schemas.openxmlformats.org/officeDocument/2006/relationships/slide" Target="/ppt/slides/slide9.xml" Id="R11b414b4881b4f5f" /><Relationship Type="http://schemas.openxmlformats.org/officeDocument/2006/relationships/slide" Target="/ppt/slides/slide10.xml" Id="Rdf249a502c374a0f" /><Relationship Type="http://schemas.openxmlformats.org/officeDocument/2006/relationships/slide" Target="/ppt/slides/slide11.xml" Id="Raa32bf0ce04b44de" /><Relationship Type="http://schemas.openxmlformats.org/officeDocument/2006/relationships/slide" Target="/ppt/slides/slide12.xml" Id="R0e5299ae0d3844b5" /><Relationship Type="http://schemas.openxmlformats.org/officeDocument/2006/relationships/slide" Target="/ppt/slides/slide13.xml" Id="R7b4c1c8856a34a55" /><Relationship Type="http://schemas.openxmlformats.org/officeDocument/2006/relationships/slide" Target="/ppt/slides/slide14.xml" Id="R77f7014f528142ac" /><Relationship Type="http://schemas.openxmlformats.org/officeDocument/2006/relationships/slide" Target="/ppt/slides/slide15.xml" Id="R58966ddfb5464e09" /><Relationship Type="http://schemas.openxmlformats.org/officeDocument/2006/relationships/slide" Target="/ppt/slides/slide16.xml" Id="Rc41a35d87f874328" /><Relationship Type="http://schemas.openxmlformats.org/officeDocument/2006/relationships/slide" Target="/ppt/slides/slide17.xml" Id="Rd5f94bd428e24e19" /><Relationship Type="http://schemas.openxmlformats.org/officeDocument/2006/relationships/slide" Target="/ppt/slides/slide18.xml" Id="Rbb3b735a584e4626" /><Relationship Type="http://schemas.openxmlformats.org/officeDocument/2006/relationships/slide" Target="/ppt/slides/slide19.xml" Id="R87e5a265703145b1" /><Relationship Type="http://schemas.openxmlformats.org/officeDocument/2006/relationships/slide" Target="/ppt/slides/slide20.xml" Id="R47b7a691e8cd492d" /><Relationship Type="http://schemas.openxmlformats.org/officeDocument/2006/relationships/slide" Target="/ppt/slides/slide21.xml" Id="R2d89d6447c264446" /><Relationship Type="http://schemas.openxmlformats.org/officeDocument/2006/relationships/slide" Target="/ppt/slides/slide22.xml" Id="R761aa0f04c7a4e21" /><Relationship Type="http://schemas.openxmlformats.org/officeDocument/2006/relationships/slide" Target="/ppt/slides/slide23.xml" Id="R8acd3b2bbbc043df" /><Relationship Type="http://schemas.openxmlformats.org/officeDocument/2006/relationships/slide" Target="/ppt/slides/slide24.xml" Id="R8f23d6b659e143c5" /><Relationship Type="http://schemas.openxmlformats.org/officeDocument/2006/relationships/slide" Target="/ppt/slides/slide25.xml" Id="R215fca131eb14669" /><Relationship Type="http://schemas.openxmlformats.org/officeDocument/2006/relationships/slide" Target="/ppt/slides/slide26.xml" Id="R0a1a81921fa24762" /><Relationship Type="http://schemas.openxmlformats.org/officeDocument/2006/relationships/slide" Target="/ppt/slides/slide27.xml" Id="R066c46f721c04334" /><Relationship Type="http://schemas.openxmlformats.org/officeDocument/2006/relationships/slide" Target="/ppt/slides/slide28.xml" Id="R60b2f2b77d2e407b" /><Relationship Type="http://schemas.openxmlformats.org/officeDocument/2006/relationships/slide" Target="/ppt/slides/slide29.xml" Id="R5a2c1e247e894a5c" /><Relationship Type="http://schemas.openxmlformats.org/officeDocument/2006/relationships/slide" Target="/ppt/slides/slide30.xml" Id="R662dcc386ea441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818d6c14164c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dce6e7e4e54da4" /><Relationship Type="http://schemas.openxmlformats.org/officeDocument/2006/relationships/notesMaster" Target="/ppt/notesMasters/notesMaster1.xml" Id="Rc078c83922bc43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5f1656538f4a69" /><Relationship Type="http://schemas.openxmlformats.org/officeDocument/2006/relationships/notesMaster" Target="/ppt/notesMasters/notesMaster1.xml" Id="R901e43fde3734b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889be89460a404d" /><Relationship Type="http://schemas.openxmlformats.org/officeDocument/2006/relationships/notesMaster" Target="/ppt/notesMasters/notesMaster1.xml" Id="R695da98f529447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c01a3b11ee49ae" /><Relationship Type="http://schemas.openxmlformats.org/officeDocument/2006/relationships/notesMaster" Target="/ppt/notesMasters/notesMaster1.xml" Id="R93526f2130cb41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6067b4ba3c4906" /><Relationship Type="http://schemas.openxmlformats.org/officeDocument/2006/relationships/notesMaster" Target="/ppt/notesMasters/notesMaster1.xml" Id="Rd9e20640f1de480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4bec77daef4b8b" /><Relationship Type="http://schemas.openxmlformats.org/officeDocument/2006/relationships/notesMaster" Target="/ppt/notesMasters/notesMaster1.xml" Id="Re3f8834899d242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84d4a172b743f7" /><Relationship Type="http://schemas.openxmlformats.org/officeDocument/2006/relationships/notesMaster" Target="/ppt/notesMasters/notesMaster1.xml" Id="R69532e1da3a145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70a7ae30f34354" /><Relationship Type="http://schemas.openxmlformats.org/officeDocument/2006/relationships/notesMaster" Target="/ppt/notesMasters/notesMaster1.xml" Id="R63fc9225423a45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6456d577844a48" /><Relationship Type="http://schemas.openxmlformats.org/officeDocument/2006/relationships/notesMaster" Target="/ppt/notesMasters/notesMaster1.xml" Id="Rd39b0bc4291641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595be08472426f" /><Relationship Type="http://schemas.openxmlformats.org/officeDocument/2006/relationships/notesMaster" Target="/ppt/notesMasters/notesMaster1.xml" Id="R142c863110fa4f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bed6e292b84e0c" /><Relationship Type="http://schemas.openxmlformats.org/officeDocument/2006/relationships/notesMaster" Target="/ppt/notesMasters/notesMaster1.xml" Id="R1fb4dd4632614f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4de4e87eebc4dba" /><Relationship Type="http://schemas.openxmlformats.org/officeDocument/2006/relationships/notesMaster" Target="/ppt/notesMasters/notesMaster1.xml" Id="R308af8bcaf1645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0d558d2073439c" /><Relationship Type="http://schemas.openxmlformats.org/officeDocument/2006/relationships/notesMaster" Target="/ppt/notesMasters/notesMaster1.xml" Id="Re43a0332bc364d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b8390d185a44a8" /><Relationship Type="http://schemas.openxmlformats.org/officeDocument/2006/relationships/notesMaster" Target="/ppt/notesMasters/notesMaster1.xml" Id="Rd6e6d6ea29b244e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2090abc49fe41e1" /><Relationship Type="http://schemas.openxmlformats.org/officeDocument/2006/relationships/notesMaster" Target="/ppt/notesMasters/notesMaster1.xml" Id="R6e1bfd9ea31a47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c6aeb39afea49f7" /><Relationship Type="http://schemas.openxmlformats.org/officeDocument/2006/relationships/notesMaster" Target="/ppt/notesMasters/notesMaster1.xml" Id="R94c94c9e880b42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ee19c34e2b49b8" /><Relationship Type="http://schemas.openxmlformats.org/officeDocument/2006/relationships/notesMaster" Target="/ppt/notesMasters/notesMaster1.xml" Id="R9a1a4d2f360e4c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8287bd462d444e1" /><Relationship Type="http://schemas.openxmlformats.org/officeDocument/2006/relationships/notesMaster" Target="/ppt/notesMasters/notesMaster1.xml" Id="R03539623b53145d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541aeec9f864114" /><Relationship Type="http://schemas.openxmlformats.org/officeDocument/2006/relationships/notesMaster" Target="/ppt/notesMasters/notesMaster1.xml" Id="Ra1871e18df8e45b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b3a8a528de4bec" /><Relationship Type="http://schemas.openxmlformats.org/officeDocument/2006/relationships/notesMaster" Target="/ppt/notesMasters/notesMaster1.xml" Id="Refc63366cf2f4d2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ba9a79307304d5b" /><Relationship Type="http://schemas.openxmlformats.org/officeDocument/2006/relationships/notesMaster" Target="/ppt/notesMasters/notesMaster1.xml" Id="R7997bcf551034ad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a0b20bbcff4407a" /><Relationship Type="http://schemas.openxmlformats.org/officeDocument/2006/relationships/notesMaster" Target="/ppt/notesMasters/notesMaster1.xml" Id="R55bcf8468c8c4bd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86e523a8cde46b9" /><Relationship Type="http://schemas.openxmlformats.org/officeDocument/2006/relationships/notesMaster" Target="/ppt/notesMasters/notesMaster1.xml" Id="R9a282bde675d459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58b85e48cc546b2" /><Relationship Type="http://schemas.openxmlformats.org/officeDocument/2006/relationships/notesMaster" Target="/ppt/notesMasters/notesMaster1.xml" Id="Rf44c66add6a24ba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d5b1bd6c2344fb6" /><Relationship Type="http://schemas.openxmlformats.org/officeDocument/2006/relationships/notesMaster" Target="/ppt/notesMasters/notesMaster1.xml" Id="Rc61ecf3bcd294b3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56e24b252f4ed9" /><Relationship Type="http://schemas.openxmlformats.org/officeDocument/2006/relationships/notesMaster" Target="/ppt/notesMasters/notesMaster1.xml" Id="Rca7855a8745d4e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30bc039a26b4f03" /><Relationship Type="http://schemas.openxmlformats.org/officeDocument/2006/relationships/notesMaster" Target="/ppt/notesMasters/notesMaster1.xml" Id="R58d22553690a4c1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c3697b6ab9a41cf" /><Relationship Type="http://schemas.openxmlformats.org/officeDocument/2006/relationships/notesMaster" Target="/ppt/notesMasters/notesMaster1.xml" Id="R2bc16a5321764c5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2400fb63925414b" /><Relationship Type="http://schemas.openxmlformats.org/officeDocument/2006/relationships/notesMaster" Target="/ppt/notesMasters/notesMaster1.xml" Id="R4fb3929050a44fa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5aab48cd18e48db" /><Relationship Type="http://schemas.openxmlformats.org/officeDocument/2006/relationships/notesMaster" Target="/ppt/notesMasters/notesMaster1.xml" Id="Ra3f20dfd781247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87ddb1d4644b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5a2176f1074e7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96daba49c6443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081338daf54d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f93acb2a54a6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f87c8354434b7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de904c0d74402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b20797713468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e2cb18ab20403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63bf31f19f448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c3323c15834e3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6c4a881a4949e9" /><Relationship Type="http://schemas.openxmlformats.org/officeDocument/2006/relationships/slideLayout" Target="/ppt/slideLayouts/slideLayout1.xml" Id="Raa0b8f7aac784fa0" /><Relationship Type="http://schemas.openxmlformats.org/officeDocument/2006/relationships/slideLayout" Target="/ppt/slideLayouts/slideLayout2.xml" Id="R5f405dfd3a174508" /><Relationship Type="http://schemas.openxmlformats.org/officeDocument/2006/relationships/slideLayout" Target="/ppt/slideLayouts/slideLayout3.xml" Id="Rd3f9b170033a4c26" /><Relationship Type="http://schemas.openxmlformats.org/officeDocument/2006/relationships/slideLayout" Target="/ppt/slideLayouts/slideLayout4.xml" Id="R099762ee14dd4681" /><Relationship Type="http://schemas.openxmlformats.org/officeDocument/2006/relationships/slideLayout" Target="/ppt/slideLayouts/slideLayout5.xml" Id="R81f0f2fcc49946e1" /><Relationship Type="http://schemas.openxmlformats.org/officeDocument/2006/relationships/slideLayout" Target="/ppt/slideLayouts/slideLayout6.xml" Id="R695caf3c32a54c33" /><Relationship Type="http://schemas.openxmlformats.org/officeDocument/2006/relationships/slideLayout" Target="/ppt/slideLayouts/slideLayout7.xml" Id="Rc466c89c1d8b4076" /><Relationship Type="http://schemas.openxmlformats.org/officeDocument/2006/relationships/slideLayout" Target="/ppt/slideLayouts/slideLayout8.xml" Id="Rb2f3e814db4c4573" /><Relationship Type="http://schemas.openxmlformats.org/officeDocument/2006/relationships/slideLayout" Target="/ppt/slideLayouts/slideLayout9.xml" Id="Rac8236fed88546cb" /><Relationship Type="http://schemas.openxmlformats.org/officeDocument/2006/relationships/slideLayout" Target="/ppt/slideLayouts/slideLayout10.xml" Id="R5f57637703a94e43" /><Relationship Type="http://schemas.openxmlformats.org/officeDocument/2006/relationships/slideLayout" Target="/ppt/slideLayouts/slideLayout11.xml" Id="R58d2a6718f5c4d4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0b8f7aac784fa0"/>
    <p:sldLayoutId xmlns:r="http://schemas.openxmlformats.org/officeDocument/2006/relationships" id="2147483650" r:id="R5f405dfd3a174508"/>
    <p:sldLayoutId xmlns:r="http://schemas.openxmlformats.org/officeDocument/2006/relationships" id="2147483651" r:id="Rd3f9b170033a4c26"/>
    <p:sldLayoutId xmlns:r="http://schemas.openxmlformats.org/officeDocument/2006/relationships" id="2147483652" r:id="R099762ee14dd4681"/>
    <p:sldLayoutId xmlns:r="http://schemas.openxmlformats.org/officeDocument/2006/relationships" id="2147483653" r:id="R81f0f2fcc49946e1"/>
    <p:sldLayoutId xmlns:r="http://schemas.openxmlformats.org/officeDocument/2006/relationships" id="2147483654" r:id="R695caf3c32a54c33"/>
    <p:sldLayoutId xmlns:r="http://schemas.openxmlformats.org/officeDocument/2006/relationships" id="2147483655" r:id="Rc466c89c1d8b4076"/>
    <p:sldLayoutId xmlns:r="http://schemas.openxmlformats.org/officeDocument/2006/relationships" id="2147483656" r:id="Rb2f3e814db4c4573"/>
    <p:sldLayoutId xmlns:r="http://schemas.openxmlformats.org/officeDocument/2006/relationships" id="2147483657" r:id="Rac8236fed88546cb"/>
    <p:sldLayoutId xmlns:r="http://schemas.openxmlformats.org/officeDocument/2006/relationships" id="2147483658" r:id="R5f57637703a94e43"/>
    <p:sldLayoutId xmlns:r="http://schemas.openxmlformats.org/officeDocument/2006/relationships" id="2147483659" r:id="R58d2a6718f5c4d4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27809986ac4e38" /><Relationship Type="http://schemas.openxmlformats.org/officeDocument/2006/relationships/notesSlide" Target="/ppt/notesSlides/notesSlide1.xml" Id="R30d3b7d2f7c543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4020cf72eb443f" /><Relationship Type="http://schemas.openxmlformats.org/officeDocument/2006/relationships/notesSlide" Target="/ppt/notesSlides/notesSlide2.xml" Id="R02174b92553840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089541e7bc049ad" /><Relationship Type="http://schemas.openxmlformats.org/officeDocument/2006/relationships/notesSlide" Target="/ppt/notesSlides/notesSlide3.xml" Id="R0096fe1ebbed4b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f2f15320e349b6" /><Relationship Type="http://schemas.openxmlformats.org/officeDocument/2006/relationships/notesSlide" Target="/ppt/notesSlides/notesSlide4.xml" Id="R5bfad491e1ed4c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edcd47eaa14dc2" /><Relationship Type="http://schemas.openxmlformats.org/officeDocument/2006/relationships/notesSlide" Target="/ppt/notesSlides/notesSlide5.xml" Id="R334a29240dd449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60987a11014fe9" /><Relationship Type="http://schemas.openxmlformats.org/officeDocument/2006/relationships/notesSlide" Target="/ppt/notesSlides/notesSlide6.xml" Id="R9fd9e473218241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895d355461412f" /><Relationship Type="http://schemas.openxmlformats.org/officeDocument/2006/relationships/notesSlide" Target="/ppt/notesSlides/notesSlide7.xml" Id="R7660e44d7f6346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343dddb7ed41e0" /><Relationship Type="http://schemas.openxmlformats.org/officeDocument/2006/relationships/notesSlide" Target="/ppt/notesSlides/notesSlide8.xml" Id="Rac75f6445c7542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076b83c8fa49f6" /><Relationship Type="http://schemas.openxmlformats.org/officeDocument/2006/relationships/notesSlide" Target="/ppt/notesSlides/notesSlide9.xml" Id="R305c2c442c554d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d3e1ea111b476b" /><Relationship Type="http://schemas.openxmlformats.org/officeDocument/2006/relationships/notesSlide" Target="/ppt/notesSlides/notesSlide10.xml" Id="R91cdfccc89134e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d3e65b9576475f" /><Relationship Type="http://schemas.openxmlformats.org/officeDocument/2006/relationships/notesSlide" Target="/ppt/notesSlides/notesSlide11.xml" Id="R84203d1a58384dd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88b39b3f014b47" /><Relationship Type="http://schemas.openxmlformats.org/officeDocument/2006/relationships/notesSlide" Target="/ppt/notesSlides/notesSlide12.xml" Id="R0b9317153e6a469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4858d46c7d484a" /><Relationship Type="http://schemas.openxmlformats.org/officeDocument/2006/relationships/notesSlide" Target="/ppt/notesSlides/notesSlide13.xml" Id="R03c8cf0e40d545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46ab5460a84461" /><Relationship Type="http://schemas.openxmlformats.org/officeDocument/2006/relationships/notesSlide" Target="/ppt/notesSlides/notesSlide14.xml" Id="R6f61e0f2acb64c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6f5fa396f74275" /><Relationship Type="http://schemas.openxmlformats.org/officeDocument/2006/relationships/notesSlide" Target="/ppt/notesSlides/notesSlide15.xml" Id="R242f9f2612454e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f98d7c92884b3e" /><Relationship Type="http://schemas.openxmlformats.org/officeDocument/2006/relationships/notesSlide" Target="/ppt/notesSlides/notesSlide16.xml" Id="R416c656d5ea04a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fe2266b6454a79" /><Relationship Type="http://schemas.openxmlformats.org/officeDocument/2006/relationships/notesSlide" Target="/ppt/notesSlides/notesSlide17.xml" Id="Re443c48a39a6488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f246193b8d4c0c" /><Relationship Type="http://schemas.openxmlformats.org/officeDocument/2006/relationships/notesSlide" Target="/ppt/notesSlides/notesSlide18.xml" Id="R3b5b3a11e1514c5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b2261b454848e2" /><Relationship Type="http://schemas.openxmlformats.org/officeDocument/2006/relationships/notesSlide" Target="/ppt/notesSlides/notesSlide19.xml" Id="Re4be7fdda395451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82dbfb87c64d07" /><Relationship Type="http://schemas.openxmlformats.org/officeDocument/2006/relationships/notesSlide" Target="/ppt/notesSlides/notesSlide20.xml" Id="R6621bfeb7ef449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fa0d50f670149b1" /><Relationship Type="http://schemas.openxmlformats.org/officeDocument/2006/relationships/notesSlide" Target="/ppt/notesSlides/notesSlide21.xml" Id="Rcb136b7c375e46f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022790a9744c46" /><Relationship Type="http://schemas.openxmlformats.org/officeDocument/2006/relationships/notesSlide" Target="/ppt/notesSlides/notesSlide22.xml" Id="Rce893aa32ecb466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4f4745755b4ed2" /><Relationship Type="http://schemas.openxmlformats.org/officeDocument/2006/relationships/notesSlide" Target="/ppt/notesSlides/notesSlide23.xml" Id="R71460e90ebf04e9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e8a7d3507c46eb" /><Relationship Type="http://schemas.openxmlformats.org/officeDocument/2006/relationships/notesSlide" Target="/ppt/notesSlides/notesSlide24.xml" Id="R80a7bd20e3584fc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81d60bc9884917" /><Relationship Type="http://schemas.openxmlformats.org/officeDocument/2006/relationships/notesSlide" Target="/ppt/notesSlides/notesSlide25.xml" Id="R4ae4c4970149491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c3ba974a014148" /><Relationship Type="http://schemas.openxmlformats.org/officeDocument/2006/relationships/notesSlide" Target="/ppt/notesSlides/notesSlide26.xml" Id="Rb3293bd85f8b430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321293042f4236" /><Relationship Type="http://schemas.openxmlformats.org/officeDocument/2006/relationships/notesSlide" Target="/ppt/notesSlides/notesSlide27.xml" Id="R8ebfd1bcf12e40d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66be82d9fb47ba" /><Relationship Type="http://schemas.openxmlformats.org/officeDocument/2006/relationships/notesSlide" Target="/ppt/notesSlides/notesSlide28.xml" Id="Rc957b0bfc7fc408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00277a6fe34bb3" /><Relationship Type="http://schemas.openxmlformats.org/officeDocument/2006/relationships/notesSlide" Target="/ppt/notesSlides/notesSlide29.xml" Id="Raa35ec784fd44e6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ea9903309f4b32" /><Relationship Type="http://schemas.openxmlformats.org/officeDocument/2006/relationships/notesSlide" Target="/ppt/notesSlides/notesSlide30.xml" Id="Reefed6e1b4b146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base contains 578 WB records; Poland's 2020–2023 flow and 2025 tax bridge strengthen the research base but do not unlock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78036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+ 36 Swedish FHM register counts; plus a 195-country proxy base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World Bank; Statistics Canada; Health Canada; New Zealand Ministry of Health; Destatis; Vero; Sejm; Polish Ministry of Finance;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Market-values model; Readiness, donorProtocol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2026.07.27-29 · 2026-07-27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Euromonitor is 0/6 mandatory gates; use rights-cleared retail data only after an accepted sample.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2026.07.27-29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2026-07-27T14:18:25.3260000Z</dcterms:created>
  <dcterms:modified xsi:type="dcterms:W3CDTF">2026-07-27T14:18:25.3260000Z</dcterms:modified>
</coreProperties>
</file>