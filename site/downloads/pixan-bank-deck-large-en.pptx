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be59e857ae4b13" /><Relationship Type="http://schemas.openxmlformats.org/officeDocument/2006/relationships/extended-properties" Target="/docProps/app.xml" Id="R795946ab0d9e4f4a" /><Relationship Type="http://schemas.openxmlformats.org/officeDocument/2006/relationships/officeDocument" Target="/ppt/presentation.xml" Id="R32e6346670f244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bbfb5f4176460e"/>
  </p:sldMasterIdLst>
  <p:notesMasterIdLst>
    <p:notesMasterId xmlns:r="http://schemas.openxmlformats.org/officeDocument/2006/relationships" r:id="R3215fc1f0a234926"/>
  </p:notesMasterIdLst>
  <p:sldIdLst>
    <p:sldId xmlns:r="http://schemas.openxmlformats.org/officeDocument/2006/relationships" id="256" r:id="R257519830b944d6f"/>
    <p:sldId xmlns:r="http://schemas.openxmlformats.org/officeDocument/2006/relationships" id="257" r:id="R2ef7e4dea7a04677"/>
    <p:sldId xmlns:r="http://schemas.openxmlformats.org/officeDocument/2006/relationships" id="258" r:id="R114cc6663f2b4bab"/>
    <p:sldId xmlns:r="http://schemas.openxmlformats.org/officeDocument/2006/relationships" id="259" r:id="R2e631afa89bf4400"/>
    <p:sldId xmlns:r="http://schemas.openxmlformats.org/officeDocument/2006/relationships" id="260" r:id="R72ff390220814fa1"/>
    <p:sldId xmlns:r="http://schemas.openxmlformats.org/officeDocument/2006/relationships" id="261" r:id="Rf119e51d5de148dd"/>
    <p:sldId xmlns:r="http://schemas.openxmlformats.org/officeDocument/2006/relationships" id="262" r:id="Ra73a04d0d1e546f4"/>
    <p:sldId xmlns:r="http://schemas.openxmlformats.org/officeDocument/2006/relationships" id="263" r:id="R85e3cc0106fa43fc"/>
    <p:sldId xmlns:r="http://schemas.openxmlformats.org/officeDocument/2006/relationships" id="264" r:id="R6993602ac9c64b8e"/>
    <p:sldId xmlns:r="http://schemas.openxmlformats.org/officeDocument/2006/relationships" id="265" r:id="Ra904dad9b5214064"/>
    <p:sldId xmlns:r="http://schemas.openxmlformats.org/officeDocument/2006/relationships" id="266" r:id="R09a6df37a3c84806"/>
    <p:sldId xmlns:r="http://schemas.openxmlformats.org/officeDocument/2006/relationships" id="267" r:id="R06db6d6f39ab4e66"/>
    <p:sldId xmlns:r="http://schemas.openxmlformats.org/officeDocument/2006/relationships" id="268" r:id="Rb32f2e110c494a62"/>
    <p:sldId xmlns:r="http://schemas.openxmlformats.org/officeDocument/2006/relationships" id="269" r:id="R8c2f8a5c8fad4c76"/>
    <p:sldId xmlns:r="http://schemas.openxmlformats.org/officeDocument/2006/relationships" id="270" r:id="R99eb684509094bf8"/>
    <p:sldId xmlns:r="http://schemas.openxmlformats.org/officeDocument/2006/relationships" id="271" r:id="R5956af84e4cd48d6"/>
    <p:sldId xmlns:r="http://schemas.openxmlformats.org/officeDocument/2006/relationships" id="272" r:id="Rc91c1b0c913f4f11"/>
    <p:sldId xmlns:r="http://schemas.openxmlformats.org/officeDocument/2006/relationships" id="273" r:id="R7f0a2a38d11c4993"/>
    <p:sldId xmlns:r="http://schemas.openxmlformats.org/officeDocument/2006/relationships" id="274" r:id="Rb2463ded14724363"/>
    <p:sldId xmlns:r="http://schemas.openxmlformats.org/officeDocument/2006/relationships" id="275" r:id="R0e581ce4918b479e"/>
    <p:sldId xmlns:r="http://schemas.openxmlformats.org/officeDocument/2006/relationships" id="276" r:id="Re30ef7f47fa14caa"/>
    <p:sldId xmlns:r="http://schemas.openxmlformats.org/officeDocument/2006/relationships" id="277" r:id="Rfc0d612b5e444aab"/>
    <p:sldId xmlns:r="http://schemas.openxmlformats.org/officeDocument/2006/relationships" id="278" r:id="Rd97b2c766e77457f"/>
    <p:sldId xmlns:r="http://schemas.openxmlformats.org/officeDocument/2006/relationships" id="279" r:id="R851b303e6f5d497f"/>
    <p:sldId xmlns:r="http://schemas.openxmlformats.org/officeDocument/2006/relationships" id="280" r:id="R34090e008e1d4c92"/>
    <p:sldId xmlns:r="http://schemas.openxmlformats.org/officeDocument/2006/relationships" id="281" r:id="R8a19e7317eef4279"/>
    <p:sldId xmlns:r="http://schemas.openxmlformats.org/officeDocument/2006/relationships" id="282" r:id="Rba2f160e286f4537"/>
    <p:sldId xmlns:r="http://schemas.openxmlformats.org/officeDocument/2006/relationships" id="283" r:id="R5ce7522b86944fd1"/>
    <p:sldId xmlns:r="http://schemas.openxmlformats.org/officeDocument/2006/relationships" id="284" r:id="R5852493d10244752"/>
    <p:sldId xmlns:r="http://schemas.openxmlformats.org/officeDocument/2006/relationships" id="285" r:id="R8bed653e55974443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aa7ad287c541b8" /><Relationship Type="http://schemas.openxmlformats.org/officeDocument/2006/relationships/slideMaster" Target="/ppt/slideMasters/slideMaster1.xml" Id="R5bbbfb5f4176460e" /><Relationship Type="http://schemas.openxmlformats.org/officeDocument/2006/relationships/notesMaster" Target="/ppt/notesMasters/notesMaster1.xml" Id="R3215fc1f0a234926" /><Relationship Type="http://schemas.openxmlformats.org/officeDocument/2006/relationships/presProps" Target="/ppt/presProps.xml" Id="Rcabf7661428e4c0a" /><Relationship Type="http://schemas.openxmlformats.org/officeDocument/2006/relationships/viewProps" Target="/ppt/viewProps.xml" Id="R56a9c74ab1c84a6f" /><Relationship Type="http://schemas.openxmlformats.org/officeDocument/2006/relationships/tableStyles" Target="/ppt/tableStyles.xml" Id="Rf55e3e67d63f451a" /><Relationship Type="http://schemas.openxmlformats.org/officeDocument/2006/relationships/slide" Target="/ppt/slides/slide1.xml" Id="R257519830b944d6f" /><Relationship Type="http://schemas.openxmlformats.org/officeDocument/2006/relationships/slide" Target="/ppt/slides/slide2.xml" Id="R2ef7e4dea7a04677" /><Relationship Type="http://schemas.openxmlformats.org/officeDocument/2006/relationships/slide" Target="/ppt/slides/slide3.xml" Id="R114cc6663f2b4bab" /><Relationship Type="http://schemas.openxmlformats.org/officeDocument/2006/relationships/slide" Target="/ppt/slides/slide4.xml" Id="R2e631afa89bf4400" /><Relationship Type="http://schemas.openxmlformats.org/officeDocument/2006/relationships/slide" Target="/ppt/slides/slide5.xml" Id="R72ff390220814fa1" /><Relationship Type="http://schemas.openxmlformats.org/officeDocument/2006/relationships/slide" Target="/ppt/slides/slide6.xml" Id="Rf119e51d5de148dd" /><Relationship Type="http://schemas.openxmlformats.org/officeDocument/2006/relationships/slide" Target="/ppt/slides/slide7.xml" Id="Ra73a04d0d1e546f4" /><Relationship Type="http://schemas.openxmlformats.org/officeDocument/2006/relationships/slide" Target="/ppt/slides/slide8.xml" Id="R85e3cc0106fa43fc" /><Relationship Type="http://schemas.openxmlformats.org/officeDocument/2006/relationships/slide" Target="/ppt/slides/slide9.xml" Id="R6993602ac9c64b8e" /><Relationship Type="http://schemas.openxmlformats.org/officeDocument/2006/relationships/slide" Target="/ppt/slides/slide10.xml" Id="Ra904dad9b5214064" /><Relationship Type="http://schemas.openxmlformats.org/officeDocument/2006/relationships/slide" Target="/ppt/slides/slide11.xml" Id="R09a6df37a3c84806" /><Relationship Type="http://schemas.openxmlformats.org/officeDocument/2006/relationships/slide" Target="/ppt/slides/slide12.xml" Id="R06db6d6f39ab4e66" /><Relationship Type="http://schemas.openxmlformats.org/officeDocument/2006/relationships/slide" Target="/ppt/slides/slide13.xml" Id="Rb32f2e110c494a62" /><Relationship Type="http://schemas.openxmlformats.org/officeDocument/2006/relationships/slide" Target="/ppt/slides/slide14.xml" Id="R8c2f8a5c8fad4c76" /><Relationship Type="http://schemas.openxmlformats.org/officeDocument/2006/relationships/slide" Target="/ppt/slides/slide15.xml" Id="R99eb684509094bf8" /><Relationship Type="http://schemas.openxmlformats.org/officeDocument/2006/relationships/slide" Target="/ppt/slides/slide16.xml" Id="R5956af84e4cd48d6" /><Relationship Type="http://schemas.openxmlformats.org/officeDocument/2006/relationships/slide" Target="/ppt/slides/slide17.xml" Id="Rc91c1b0c913f4f11" /><Relationship Type="http://schemas.openxmlformats.org/officeDocument/2006/relationships/slide" Target="/ppt/slides/slide18.xml" Id="R7f0a2a38d11c4993" /><Relationship Type="http://schemas.openxmlformats.org/officeDocument/2006/relationships/slide" Target="/ppt/slides/slide19.xml" Id="Rb2463ded14724363" /><Relationship Type="http://schemas.openxmlformats.org/officeDocument/2006/relationships/slide" Target="/ppt/slides/slide20.xml" Id="R0e581ce4918b479e" /><Relationship Type="http://schemas.openxmlformats.org/officeDocument/2006/relationships/slide" Target="/ppt/slides/slide21.xml" Id="Re30ef7f47fa14caa" /><Relationship Type="http://schemas.openxmlformats.org/officeDocument/2006/relationships/slide" Target="/ppt/slides/slide22.xml" Id="Rfc0d612b5e444aab" /><Relationship Type="http://schemas.openxmlformats.org/officeDocument/2006/relationships/slide" Target="/ppt/slides/slide23.xml" Id="Rd97b2c766e77457f" /><Relationship Type="http://schemas.openxmlformats.org/officeDocument/2006/relationships/slide" Target="/ppt/slides/slide24.xml" Id="R851b303e6f5d497f" /><Relationship Type="http://schemas.openxmlformats.org/officeDocument/2006/relationships/slide" Target="/ppt/slides/slide25.xml" Id="R34090e008e1d4c92" /><Relationship Type="http://schemas.openxmlformats.org/officeDocument/2006/relationships/slide" Target="/ppt/slides/slide26.xml" Id="R8a19e7317eef4279" /><Relationship Type="http://schemas.openxmlformats.org/officeDocument/2006/relationships/slide" Target="/ppt/slides/slide27.xml" Id="Rba2f160e286f4537" /><Relationship Type="http://schemas.openxmlformats.org/officeDocument/2006/relationships/slide" Target="/ppt/slides/slide28.xml" Id="R5ce7522b86944fd1" /><Relationship Type="http://schemas.openxmlformats.org/officeDocument/2006/relationships/slide" Target="/ppt/slides/slide29.xml" Id="R5852493d10244752" /><Relationship Type="http://schemas.openxmlformats.org/officeDocument/2006/relationships/slide" Target="/ppt/slides/slide30.xml" Id="R8bed653e559744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dff21837494a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5da0fefdb04c2f" /><Relationship Type="http://schemas.openxmlformats.org/officeDocument/2006/relationships/notesMaster" Target="/ppt/notesMasters/notesMaster1.xml" Id="Rba0c12c0a74949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90376215cf49c7" /><Relationship Type="http://schemas.openxmlformats.org/officeDocument/2006/relationships/notesMaster" Target="/ppt/notesMasters/notesMaster1.xml" Id="Rf2b44d8878a540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0661126fff4a5f" /><Relationship Type="http://schemas.openxmlformats.org/officeDocument/2006/relationships/notesMaster" Target="/ppt/notesMasters/notesMaster1.xml" Id="Rbec48161dbd248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5fdd69ec0b43d3" /><Relationship Type="http://schemas.openxmlformats.org/officeDocument/2006/relationships/notesMaster" Target="/ppt/notesMasters/notesMaster1.xml" Id="R39eb1bc6af7546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c8db88e79c409a" /><Relationship Type="http://schemas.openxmlformats.org/officeDocument/2006/relationships/notesMaster" Target="/ppt/notesMasters/notesMaster1.xml" Id="R2425ad89752e4b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b7c61a258548f0" /><Relationship Type="http://schemas.openxmlformats.org/officeDocument/2006/relationships/notesMaster" Target="/ppt/notesMasters/notesMaster1.xml" Id="R5b941fef60194a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d15a76dc5a42a9" /><Relationship Type="http://schemas.openxmlformats.org/officeDocument/2006/relationships/notesMaster" Target="/ppt/notesMasters/notesMaster1.xml" Id="R4b38c6d9bce94c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8c426bf1304036" /><Relationship Type="http://schemas.openxmlformats.org/officeDocument/2006/relationships/notesMaster" Target="/ppt/notesMasters/notesMaster1.xml" Id="Re4de2417b2a64e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5534c920ed45f6" /><Relationship Type="http://schemas.openxmlformats.org/officeDocument/2006/relationships/notesMaster" Target="/ppt/notesMasters/notesMaster1.xml" Id="Ree766860be1b43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5adf7b7f7e64522" /><Relationship Type="http://schemas.openxmlformats.org/officeDocument/2006/relationships/notesMaster" Target="/ppt/notesMasters/notesMaster1.xml" Id="Ra8899da485af41a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d51b21fccfc4895" /><Relationship Type="http://schemas.openxmlformats.org/officeDocument/2006/relationships/notesMaster" Target="/ppt/notesMasters/notesMaster1.xml" Id="R8673eb9c5c29456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c200e28e68243a4" /><Relationship Type="http://schemas.openxmlformats.org/officeDocument/2006/relationships/notesMaster" Target="/ppt/notesMasters/notesMaster1.xml" Id="R8bf75ed28cd2400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c0a0ce9fa1f42c5" /><Relationship Type="http://schemas.openxmlformats.org/officeDocument/2006/relationships/notesMaster" Target="/ppt/notesMasters/notesMaster1.xml" Id="R0745e52e7fc1481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171d94b06534c34" /><Relationship Type="http://schemas.openxmlformats.org/officeDocument/2006/relationships/notesMaster" Target="/ppt/notesMasters/notesMaster1.xml" Id="R2dd79dbfb4fe40e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4491f2ec6a14305" /><Relationship Type="http://schemas.openxmlformats.org/officeDocument/2006/relationships/notesMaster" Target="/ppt/notesMasters/notesMaster1.xml" Id="R794d896aa21b453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f25d50250a44dba" /><Relationship Type="http://schemas.openxmlformats.org/officeDocument/2006/relationships/notesMaster" Target="/ppt/notesMasters/notesMaster1.xml" Id="R990efc496f3a46c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7d11932c2cd4eaf" /><Relationship Type="http://schemas.openxmlformats.org/officeDocument/2006/relationships/notesMaster" Target="/ppt/notesMasters/notesMaster1.xml" Id="Rae1e6b32c2ce417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ec5f3036b0e4854" /><Relationship Type="http://schemas.openxmlformats.org/officeDocument/2006/relationships/notesMaster" Target="/ppt/notesMasters/notesMaster1.xml" Id="R31cba19b9ffc468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2709297bc1d4368" /><Relationship Type="http://schemas.openxmlformats.org/officeDocument/2006/relationships/notesMaster" Target="/ppt/notesMasters/notesMaster1.xml" Id="R66e40e7bf75d44b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2bf49ccb0fe4efe" /><Relationship Type="http://schemas.openxmlformats.org/officeDocument/2006/relationships/notesMaster" Target="/ppt/notesMasters/notesMaster1.xml" Id="R02f146877af24af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a21568e9b91483e" /><Relationship Type="http://schemas.openxmlformats.org/officeDocument/2006/relationships/notesMaster" Target="/ppt/notesMasters/notesMaster1.xml" Id="Re6a6f8b8baa6467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f0b46446fbf4008" /><Relationship Type="http://schemas.openxmlformats.org/officeDocument/2006/relationships/notesMaster" Target="/ppt/notesMasters/notesMaster1.xml" Id="Ra1a5431cf6cb49a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e71cb4a8e1e4b7b" /><Relationship Type="http://schemas.openxmlformats.org/officeDocument/2006/relationships/notesMaster" Target="/ppt/notesMasters/notesMaster1.xml" Id="Rc0a76705d4d54bc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5b05bcd48344100" /><Relationship Type="http://schemas.openxmlformats.org/officeDocument/2006/relationships/notesMaster" Target="/ppt/notesMasters/notesMaster1.xml" Id="Rc8d49e39ec5d43f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50add64f029460e" /><Relationship Type="http://schemas.openxmlformats.org/officeDocument/2006/relationships/notesMaster" Target="/ppt/notesMasters/notesMaster1.xml" Id="R77b427ba302b441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81de49a312d46d3" /><Relationship Type="http://schemas.openxmlformats.org/officeDocument/2006/relationships/notesMaster" Target="/ppt/notesMasters/notesMaster1.xml" Id="R0a1d3e5bba9243e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769e43342f24b34" /><Relationship Type="http://schemas.openxmlformats.org/officeDocument/2006/relationships/notesMaster" Target="/ppt/notesMasters/notesMaster1.xml" Id="R1afe292cc510437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a1bc7144e4e44aa" /><Relationship Type="http://schemas.openxmlformats.org/officeDocument/2006/relationships/notesMaster" Target="/ppt/notesMasters/notesMaster1.xml" Id="R216f6a67bd1d4aa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7c98de1849f4de1" /><Relationship Type="http://schemas.openxmlformats.org/officeDocument/2006/relationships/notesMaster" Target="/ppt/notesMasters/notesMaster1.xml" Id="R8a4fdd33fac54c4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4479b0f4d874be8" /><Relationship Type="http://schemas.openxmlformats.org/officeDocument/2006/relationships/notesMaster" Target="/ppt/notesMasters/notesMaster1.xml" Id="R1d4e9becaa1045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010968749d4bb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69fa1037804df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81c8222c2c413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4295fd44bf47e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6b420e64c7465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8e5f27b0c241f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148eeee1a3469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568f42c24f461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cc71cf33904b6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56fa0435e247b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76bd1f7f114ef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C342DC-032B-475D-921E-FAA1175C176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9E54CB9-B6A9-4172-A39B-DC0BD5F9890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D26277-F9B3-43BA-9633-4B8B3CF41DC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C5E1EA2-2A22-4E61-AB8C-88326B1C56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0E0DF-74D5-42BA-B40A-94D9008E81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2E912A7-D30D-4312-99B7-90ED7524D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D8C21F9-6990-4CF0-B8C8-FB1FFC61FA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BDE35AB-9FD4-4B8C-942B-0107A1755A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78D8E77-B0B7-4B24-90F5-E957E2EE62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EECFC92-F1A3-4AE4-81D2-ABBFCBBE5E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F674C0-A832-4948-BFBC-94ED97C9EB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F22CA78-943C-4A13-9B17-DF923C6185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0BBFDAD-035C-4DAF-899C-64184A3559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0D48899-0BD8-4C8F-AD6F-82C4038EA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2F5C95-4C1F-4489-9733-4B9B460EEA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7CDF66-6A65-40F2-86F5-D7F1417733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F786F94-6F56-4057-A35E-2EB0883F59A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21E8C2B-4F37-48D9-8D50-9C12E5F24D2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66D49AD-46C7-4653-86ED-4FAD5F3976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20338B7-9AF3-4EA5-A8E1-AFEEB0A797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1077E7C-7172-48CE-B3E3-3EADF7481A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A66FCCE-4966-4391-8CA2-D63C4A3F54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0644ED-4C14-4264-A701-022174E9BC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7424908-2102-4A2E-810B-BDF1D296B8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7B842B8-44E2-4D66-8E5D-984194BFEC7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76AC2F1-C370-422B-BDAA-1F01BA4CDB9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08299B1-9B23-4FB1-8AE1-15B3ADA584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4F548CC-B1D5-47B6-AC15-2BD8902F36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A8AF213-7371-4A56-B267-F6C96D953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969DD5-3506-464A-A205-042706ECBD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E08D99D-C9DB-430E-9A4B-AC3C0B7E38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B517FFE-AF75-45E7-8FA2-D595695BBA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569A14D-26ED-4532-9A2C-41C8E1F035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DC0D9CB-9201-4CB0-9B40-A27CE4CD4E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9770935-1165-4269-821B-BBEA9C9082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3ECDB73-E2AE-4CA5-A0FE-15803FFD6F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E06930-4B09-4287-8439-F7D422CFB0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DFB7AA2-3ECD-416A-8B7B-756220E1494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ADC212D-3F01-400A-A68A-3ED3268A4D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769A6CC-12BC-4E8F-833D-86DCFB3A81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B894190-BED1-403F-8DBA-EAF88A268A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A061C8C-AA5C-4BAC-95E7-0530E46866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3EAD88-0798-4110-94AB-A1118483F8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56774FD-3742-4CFB-BA2A-251544C4769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1C1A8E2-CB98-4963-A0F3-912581D0B2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E0D356A-C752-48CA-B61F-FE9FB05CA4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1D9B523-4FD5-4BF2-A7EB-B5D2126B84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7C3A730-C54E-4948-89F3-5972C6014F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7DFE5DE-2AB1-42A9-A3E6-04B2F008B9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584CEC-8F1E-4908-9B56-C0F270DEE6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3DA41E-11EC-40FC-BA2D-E19E46C32B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2614D6-DBD1-437F-855D-84FAEAE60C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28C641-C77C-4EA6-BC2A-7AFDC83C5D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45215A6-5365-4AD1-A8EA-6D6F3651A9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9349587-965A-4194-BAE4-0541250C7D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435384B-9C86-47E3-9357-B13E3364B4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9F3F0-8F2E-4BCC-856D-36B3F8E116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D2613E-D198-46AF-BC91-D72CD811DD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309873071444dd" /><Relationship Type="http://schemas.openxmlformats.org/officeDocument/2006/relationships/slideLayout" Target="/ppt/slideLayouts/slideLayout1.xml" Id="Rfd72c95c50984da4" /><Relationship Type="http://schemas.openxmlformats.org/officeDocument/2006/relationships/slideLayout" Target="/ppt/slideLayouts/slideLayout2.xml" Id="R47a326a6cad34769" /><Relationship Type="http://schemas.openxmlformats.org/officeDocument/2006/relationships/slideLayout" Target="/ppt/slideLayouts/slideLayout3.xml" Id="R37e2edf68b6847bc" /><Relationship Type="http://schemas.openxmlformats.org/officeDocument/2006/relationships/slideLayout" Target="/ppt/slideLayouts/slideLayout4.xml" Id="R0c8d1ad6a1ca492d" /><Relationship Type="http://schemas.openxmlformats.org/officeDocument/2006/relationships/slideLayout" Target="/ppt/slideLayouts/slideLayout5.xml" Id="Re95fb25918eb4c33" /><Relationship Type="http://schemas.openxmlformats.org/officeDocument/2006/relationships/slideLayout" Target="/ppt/slideLayouts/slideLayout6.xml" Id="R7a69642a3a9440bf" /><Relationship Type="http://schemas.openxmlformats.org/officeDocument/2006/relationships/slideLayout" Target="/ppt/slideLayouts/slideLayout7.xml" Id="R7292672972ea4532" /><Relationship Type="http://schemas.openxmlformats.org/officeDocument/2006/relationships/slideLayout" Target="/ppt/slideLayouts/slideLayout8.xml" Id="R91431c1bcb314aa3" /><Relationship Type="http://schemas.openxmlformats.org/officeDocument/2006/relationships/slideLayout" Target="/ppt/slideLayouts/slideLayout9.xml" Id="Ra6f9052d5157450f" /><Relationship Type="http://schemas.openxmlformats.org/officeDocument/2006/relationships/slideLayout" Target="/ppt/slideLayouts/slideLayout10.xml" Id="R3f6959e41f2f474e" /><Relationship Type="http://schemas.openxmlformats.org/officeDocument/2006/relationships/slideLayout" Target="/ppt/slideLayouts/slideLayout11.xml" Id="R94c63c8f880f4b8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F6697F2-F773-41C7-BD72-C447725941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71FC6C-054E-4F91-8943-27D7B471FB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E0B561-5868-43D6-A47D-F23664DDA1E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23F8350-296D-42C9-82D4-DB96176F829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F62F9C-6AB1-446D-A321-B910C581F17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72c95c50984da4"/>
    <p:sldLayoutId xmlns:r="http://schemas.openxmlformats.org/officeDocument/2006/relationships" id="2147483650" r:id="R47a326a6cad34769"/>
    <p:sldLayoutId xmlns:r="http://schemas.openxmlformats.org/officeDocument/2006/relationships" id="2147483651" r:id="R37e2edf68b6847bc"/>
    <p:sldLayoutId xmlns:r="http://schemas.openxmlformats.org/officeDocument/2006/relationships" id="2147483652" r:id="R0c8d1ad6a1ca492d"/>
    <p:sldLayoutId xmlns:r="http://schemas.openxmlformats.org/officeDocument/2006/relationships" id="2147483653" r:id="Re95fb25918eb4c33"/>
    <p:sldLayoutId xmlns:r="http://schemas.openxmlformats.org/officeDocument/2006/relationships" id="2147483654" r:id="R7a69642a3a9440bf"/>
    <p:sldLayoutId xmlns:r="http://schemas.openxmlformats.org/officeDocument/2006/relationships" id="2147483655" r:id="R7292672972ea4532"/>
    <p:sldLayoutId xmlns:r="http://schemas.openxmlformats.org/officeDocument/2006/relationships" id="2147483656" r:id="R91431c1bcb314aa3"/>
    <p:sldLayoutId xmlns:r="http://schemas.openxmlformats.org/officeDocument/2006/relationships" id="2147483657" r:id="Ra6f9052d5157450f"/>
    <p:sldLayoutId xmlns:r="http://schemas.openxmlformats.org/officeDocument/2006/relationships" id="2147483658" r:id="R3f6959e41f2f474e"/>
    <p:sldLayoutId xmlns:r="http://schemas.openxmlformats.org/officeDocument/2006/relationships" id="2147483659" r:id="R94c63c8f880f4b8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1be546ebcc4169" /><Relationship Type="http://schemas.openxmlformats.org/officeDocument/2006/relationships/notesSlide" Target="/ppt/notesSlides/notesSlide1.xml" Id="R4139186ab0af45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d1a76920f474b8c" /><Relationship Type="http://schemas.openxmlformats.org/officeDocument/2006/relationships/notesSlide" Target="/ppt/notesSlides/notesSlide2.xml" Id="Ra3ce0273a7914c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ca5c3fc85904809" /><Relationship Type="http://schemas.openxmlformats.org/officeDocument/2006/relationships/notesSlide" Target="/ppt/notesSlides/notesSlide3.xml" Id="Rf2f44d44d23143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e3043909d7448f" /><Relationship Type="http://schemas.openxmlformats.org/officeDocument/2006/relationships/notesSlide" Target="/ppt/notesSlides/notesSlide4.xml" Id="R7e5923382c784a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b24b69f1ce40b8" /><Relationship Type="http://schemas.openxmlformats.org/officeDocument/2006/relationships/notesSlide" Target="/ppt/notesSlides/notesSlide5.xml" Id="R8dd3983f093544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bc18e1a41e4cb2" /><Relationship Type="http://schemas.openxmlformats.org/officeDocument/2006/relationships/notesSlide" Target="/ppt/notesSlides/notesSlide6.xml" Id="Rb48dbfa2d6b14b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83b065082942cd" /><Relationship Type="http://schemas.openxmlformats.org/officeDocument/2006/relationships/notesSlide" Target="/ppt/notesSlides/notesSlide7.xml" Id="R2b522588bdb949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9d37459ecab463b" /><Relationship Type="http://schemas.openxmlformats.org/officeDocument/2006/relationships/notesSlide" Target="/ppt/notesSlides/notesSlide8.xml" Id="Ra197d0b1ce904f9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8e1e0fb7034639" /><Relationship Type="http://schemas.openxmlformats.org/officeDocument/2006/relationships/notesSlide" Target="/ppt/notesSlides/notesSlide9.xml" Id="R2e548d46940447f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c7ad7bb8f1425d" /><Relationship Type="http://schemas.openxmlformats.org/officeDocument/2006/relationships/notesSlide" Target="/ppt/notesSlides/notesSlide10.xml" Id="R603b5110b94649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9371dbdac64ddf" /><Relationship Type="http://schemas.openxmlformats.org/officeDocument/2006/relationships/notesSlide" Target="/ppt/notesSlides/notesSlide11.xml" Id="R699578e3b01d49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e7ea53df724f0f" /><Relationship Type="http://schemas.openxmlformats.org/officeDocument/2006/relationships/notesSlide" Target="/ppt/notesSlides/notesSlide12.xml" Id="Reaaded7f4fb14a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d06c03f2a241f1" /><Relationship Type="http://schemas.openxmlformats.org/officeDocument/2006/relationships/notesSlide" Target="/ppt/notesSlides/notesSlide13.xml" Id="R172c0a22dadc4ce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b90ed4ff21a45a2" /><Relationship Type="http://schemas.openxmlformats.org/officeDocument/2006/relationships/notesSlide" Target="/ppt/notesSlides/notesSlide14.xml" Id="R442739e33ea84e9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1fc8476d7d4fb0" /><Relationship Type="http://schemas.openxmlformats.org/officeDocument/2006/relationships/notesSlide" Target="/ppt/notesSlides/notesSlide15.xml" Id="R3daeb369366d410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2ebbe8886c4191" /><Relationship Type="http://schemas.openxmlformats.org/officeDocument/2006/relationships/notesSlide" Target="/ppt/notesSlides/notesSlide16.xml" Id="Re2bcd1d0b23c433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b02f7fef2c4b03" /><Relationship Type="http://schemas.openxmlformats.org/officeDocument/2006/relationships/notesSlide" Target="/ppt/notesSlides/notesSlide17.xml" Id="R35729e7ed42d423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250bcfdc1f4df9" /><Relationship Type="http://schemas.openxmlformats.org/officeDocument/2006/relationships/notesSlide" Target="/ppt/notesSlides/notesSlide18.xml" Id="Rea7c706f30ad48e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7f5e7fbfee4401" /><Relationship Type="http://schemas.openxmlformats.org/officeDocument/2006/relationships/notesSlide" Target="/ppt/notesSlides/notesSlide19.xml" Id="R545f7a2278d94c5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5ff4e4afe164448" /><Relationship Type="http://schemas.openxmlformats.org/officeDocument/2006/relationships/notesSlide" Target="/ppt/notesSlides/notesSlide20.xml" Id="R3bd7905c163d4b1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06af290b1547fb" /><Relationship Type="http://schemas.openxmlformats.org/officeDocument/2006/relationships/notesSlide" Target="/ppt/notesSlides/notesSlide21.xml" Id="Rdbed091e71824cd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87e37617cf4b1d" /><Relationship Type="http://schemas.openxmlformats.org/officeDocument/2006/relationships/notesSlide" Target="/ppt/notesSlides/notesSlide22.xml" Id="R855c22e59a5d45c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fb7d0792d944e4" /><Relationship Type="http://schemas.openxmlformats.org/officeDocument/2006/relationships/notesSlide" Target="/ppt/notesSlides/notesSlide23.xml" Id="R93d71143af3843a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6788f4c22d4fa0" /><Relationship Type="http://schemas.openxmlformats.org/officeDocument/2006/relationships/notesSlide" Target="/ppt/notesSlides/notesSlide24.xml" Id="Rd67316855d73485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ba5db6559d46e6" /><Relationship Type="http://schemas.openxmlformats.org/officeDocument/2006/relationships/notesSlide" Target="/ppt/notesSlides/notesSlide25.xml" Id="R4e35bfcfe5fd415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503d8a774cc41df" /><Relationship Type="http://schemas.openxmlformats.org/officeDocument/2006/relationships/notesSlide" Target="/ppt/notesSlides/notesSlide26.xml" Id="R277c323cb8f6454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db6fe263b04b95" /><Relationship Type="http://schemas.openxmlformats.org/officeDocument/2006/relationships/notesSlide" Target="/ppt/notesSlides/notesSlide27.xml" Id="R973b9b91690b4b5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47210279674883" /><Relationship Type="http://schemas.openxmlformats.org/officeDocument/2006/relationships/notesSlide" Target="/ppt/notesSlides/notesSlide28.xml" Id="R320e0bf9dd78453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3bc9cc0982454a" /><Relationship Type="http://schemas.openxmlformats.org/officeDocument/2006/relationships/notesSlide" Target="/ppt/notesSlides/notesSlide29.xml" Id="Rc4a53a0813b347e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e39de707254e50" /><Relationship Type="http://schemas.openxmlformats.org/officeDocument/2006/relationships/notesSlide" Target="/ppt/notesSlides/notesSlide30.xml" Id="Rc44af569f0184db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051E57A-B349-4428-9A17-9B5477E3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54C4993-5C26-4688-A6D0-2507A34D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3016CA6-C802-4DCA-B047-E270C199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3F5E65D-ADBC-4AE5-96B3-ED649221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3D182D1-EA93-4191-839E-5FC47F6D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14F738C-1BB3-4C79-BF52-1410A514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39DAA58-82D5-4ECF-BE4C-E9C9B010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2026.07.23-13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9FEA38B-EE6D-4170-8A9B-AD1455A5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314343F-305C-4998-B4E2-463AAA69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EF1AA47-063B-4D2A-8C26-2F33E373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C5221E5-37DF-46E0-ACDA-745F29DA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8437225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B0C1E61-D56F-4B3C-84DC-FD0A5DDB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8A7B2C-63F8-4836-9850-7C508193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5B0A20-9FA0-494D-92F1-6EC18CF8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00FF4AF-FDE8-4865-93D8-8AF23AFE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45C7B0-E3AD-417C-B23F-08509570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63E2EE-1C41-43DD-95AD-8B120918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52C8519-AE58-4661-A842-AE73162D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2E94C66-83CC-4CE8-8FA7-08FF7CF6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Germany's two official decisions form a legal-evidence anchor.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spans a 195-country research frame, but there are 0 comparable retail-value donors.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887B75B-BEBB-4677-A6E9-7A39443A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3CA182C-BCC6-426C-9C83-F33AB46F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0226F52-E764-48F1-813B-78478207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2517386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1728E6-408D-4B1E-B0CF-CAE8B6F4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6AFC8EA-AA5F-4F5F-81A7-BC4D2FF4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9F3453E-A313-4529-A55D-85B6AD58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495F43E-6434-4D54-A468-DA348210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754A39A-6597-4502-A70D-F924E1F8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E919DD-9983-47B9-AE1A-3F8947B8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B445FE4-DFC2-42A1-A67C-DCF996AC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39978134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9B5E71-42B7-4031-9B80-77408BBC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332D59E-A2BC-49D1-924B-27D18B91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DAF8681-7FC5-49F1-BCF7-47ED914F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724F2B-F86C-444C-BC20-E7DED49B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478F954-91BD-4A37-A6D3-D2CC16F0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9945FB-D924-45BF-A5E6-564AC8B8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77A8777-C3D3-45D5-BFC0-C4B635C2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3C0B94-D0C4-404D-B2C3-52EA7F66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1541B6B-4347-4B20-BFC1-C345D8A7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900E115-4AA5-4DBA-8BD5-D495E1C7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671997-150B-4785-AEA5-C8C59FF2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11432942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F552F91-72E7-45B4-9FF4-02C57708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9E75FE5-5B10-41D2-8C1C-AEB9BE5C0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BFA4B54-9AAF-480A-A138-057D70A6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53C2C79-A026-4DF0-9EB0-BCB456C8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587E2C-3B6C-4C16-9375-D193C350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F41BCE3-F973-4E2B-B4FC-4A479815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90BDC3F-BB0C-487F-B27E-1DBAB230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F4CB889-43EA-4D85-9069-9D3744E8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1BBF953-9AA5-4CA1-AB9C-743B3B92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9F93E2F-4ADC-4E91-AA64-C760AB44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94EB8DD-EA55-4568-974E-80DC85BC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25018002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3832EA8-9DD3-46F6-94F1-8BB84003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E862DB-0FE9-433C-A793-663EDDCC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25E0A13-3469-453E-89E3-21D44195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736BAA1-5828-4AFB-B4C8-99B2D51B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2C21119-E333-4DF1-9AAD-BDE6B035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EC98DC-51EB-4946-88F4-AA6E68F1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CF50B60-B65C-4AEF-9382-91D709D1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4583629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0A2BCC1-7355-4434-83DB-47A2BF4A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2138F73-43AF-4F16-9AD4-59B616796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95D521F-AEAC-4E43-9401-BE0098BD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A382830-8461-4109-89F8-DA58975A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A1909C-099E-4737-80CB-101D0C21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34772A5-FDDB-49C4-B359-832C28A7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0469159-2B34-4BE3-802B-25D28925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1B0E5CD-36DF-4BE5-97CB-88623939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6D5D902-FDCB-41FA-A78C-1742542C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33EF91F-03E2-4427-A52C-D11B5FC3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25D82A6-6D42-4E7E-812F-09A63CA5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771EE7E-501C-4D7B-A6ED-133E5D8A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7E47ED7-77CA-4816-A545-A6AC42A2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3816D17-8DAB-405B-BBC8-562EB3EC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27F1669-6495-4C79-A781-7E10DB11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CA7676B-5451-47DC-8B56-F4E8942A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ACC8A84-2D42-4A93-B7B4-1280138A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D026A91-70BC-4294-A39E-CB95744B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EC3C3F9-E1FA-4952-8E13-151BC13A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62147864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800860-1524-4D0F-945E-D3D7CFDA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35646C4-101C-4D09-B6CE-52BBA8F5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1344CD6-8186-4077-A4C1-5A2E3E93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0921D73-0ED1-451B-AD75-C4EDB5FD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79AD021-E0B5-418A-AEB1-EEB4225F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9E5165-9E6C-44BC-9700-F079623F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ABECF29-4C17-402C-8CB1-59BEC3E1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2D184F9-7F03-48FE-93A2-F4360574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550B87C-8DEF-4644-9B20-C414F81B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D8370B5-0D1A-4532-A71A-138E0132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5186B17-A820-479E-A7BD-106771DC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9B2F415-C260-45D1-A930-1F2F47B9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BA37B59-B268-4F35-8D43-5AA802EB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CB51CC5-6C41-4C5A-882A-28CB94DF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A441D3E-4C7B-47F0-8224-D0A25167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23BBCEA-1A15-4D36-A1BF-3A27CC05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009CE49-C334-44C6-B32B-286FF5E4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A75FEA2-53F4-4981-80BD-6DA38A41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DD683C4-916F-42D4-8AA4-50089F16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FED7C9E-55F9-46A1-861F-590F7454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5CAA986-2CE6-4983-AEDB-61F4054E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F7711E4-AC6A-4820-8911-BFE0C996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6994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F954B1D-D0A3-405A-9096-0D59592C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F9CD039-89EB-4462-B4F7-A79BE683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0425B45-6C29-4ED8-B4A6-63001174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EA0ACA5-8741-420F-9339-C1B2A92C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F8854E9-DA91-49F7-AB84-27B0D9C7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5876B0E-C48E-4A9A-806B-9E900533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CA3A39-6361-4BA3-9207-94AB5D3A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4584976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76DF1D-6403-452F-A8A5-4D048742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82C04E-8A4E-4A4C-86D0-9731C301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E4C0A3C-C934-42B1-A278-D4742B15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C64E709-BCDD-4684-9078-0ACF6F5C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5C43747-64F2-46EB-B384-D7350887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1273629-FE0F-4864-BDAB-8B348E70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CD1A731-D3B3-44FB-A21C-64097C4C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AC3399-EDC3-461C-BBDA-84E238AE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1F43397-DF9F-4789-9A2E-86C555DE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C59F989-F3B7-4E2B-BD33-208ED903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034CE35-8D8A-471D-989E-B9E3A7BB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201042402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09BB6D-7C55-4990-B488-61885C10E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60992D-D9D3-443D-AEC2-218DE48C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9E40197-9541-4B51-A00E-C27A5CDA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6A4BB8D-F140-4156-8A9E-AE5E1C3F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612B912-D7C9-4A14-AB36-B8B36C55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DE0F23-877A-4190-98BE-1B3CEF00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D75DDC6-5E5A-4E74-915D-5B9C4B6B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96007773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D95543-96ED-41D7-8FC7-10058209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5A420B5-1D95-4D5A-B5DF-2F97B09E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21C187-9D80-4603-80D4-E56D7B70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615C65-D106-4312-AD53-CE5EA630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C14BCA2-30BB-4D00-AB63-90FD0CF6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79294C7-385F-45A9-8C7A-8B60AE55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AE5EC19-5F96-4263-BE51-6C155C2D1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F3B900C-4C0A-4EAE-B571-1EA78088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891618-DEAD-4A6A-8F21-C22BAB88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E9B0C87-1DA0-4996-9745-C5CA9527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A6ECB62-3810-488C-9F6A-8180E8C4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307C64D-51DD-4CA8-9255-96D1A4DA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B9477B3-4513-4716-ACC1-261CB925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09D02C7-9143-47EC-B8CB-B4FEC854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04F018D-0F3B-4EE0-89DC-89759437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2BD3DE0-EECC-44B0-AE88-02A680E0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72CC16A-4605-44C0-B7E9-6660A889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A807232-2EED-429E-8FED-D8D34FE2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3647FE1-19E8-4558-AA1B-6B00000D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2750FB3-5E34-4AC0-8D3B-EFC642D5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C6E6E97-FAC8-46A4-800A-741D55E6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88AD101-D750-4C54-8455-6154EBC0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7201431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33B89E3-B206-4DAE-8948-9CD3E449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D25749-4132-4101-9798-C38A2464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5-country official observations use different metrics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E712F8D-3F4A-42A9-9D3F-1CE54AF5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FFF568-95C5-422E-AE0F-A7FC47F2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3C57589-D4EC-436D-ABA6-9A0C8700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B4C52D8-86C7-41B2-9529-F990F5B4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CAD 1.16bn shipment value; 1,251,843 l of liquid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Sweden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26,000 l; SEK 80m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479B870-2BA3-4498-BC66-ED4E41C3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63497593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3D9D91-42FD-41A7-8A78-2ACF2D8D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6B9681D-E9B3-46AE-A7F1-2B08315A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anchors shipment value, not retail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7C1B21F-97E0-4107-AA59-D54ABD48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718DD95-A5A3-4846-9D70-B562E5F4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B4CDDE1-2B18-48A0-B31E-09543788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4342A8-1A30-4704-8F84-B916E832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1B0C95B-95DF-4FA5-8D6E-46D942FE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78EC24F-136D-468E-813B-B187B679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1.16bn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9B2FD9B-7675-4A66-B8BD-BF79B4DC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manufacturer/importer shipments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BD53EAB-DADD-46B9-80F8-E28EE7AB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FA7C8EB-AFF6-476B-8681-45063D7B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BD1DE8D-4957-4359-878F-E0056272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units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D341521-8910-4D4E-A09D-FD2D4924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8BE702-286D-4A4A-82B5-DD4A48A6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1.252m 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B2AD5F1-2376-4594-BF21-FE71E090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liquid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502BE9B-1895-4197-98D6-E99CE31D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60BE2E3-DCA0-4BDE-B684-694A28E6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572A418-9208-4F65-8757-D4EF07E2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3E810A1-04DE-46FA-9E8B-FA04DC11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 It is not consumer retail purchases, and Health Canada may revise the data.</a:t>
            </a:r>
          </a:p>
        </p:txBody>
      </p:sp>
    </p:spTree>
    <p:extLst>
      <p:ext uri="{BB962C8B-B14F-4D97-AF65-F5344CB8AC3E}">
        <p14:creationId xmlns:p14="http://schemas.microsoft.com/office/powerpoint/2010/main" val="17638544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0599FA8-7CE5-46BD-A1DC-BCE696D9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DEA5664-736E-4D1E-B566-38D0AC12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B9FA4E2-5748-46C4-974E-17EBAD26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7A9A44-07AF-4387-80A2-EC70F483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749A-E105-49D8-A423-B1B7C48F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7FA68C0-DC6A-4EA9-8D8D-106FE67D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F30A43-11FA-4EC2-AAD5-C309CE30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8332069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867004-A6E2-4BE9-B1CD-B50F1A0C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1B9C787-7C5E-49DB-8943-CFD3ADAA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AF7F31E-1D19-43BD-9883-37A6B8C6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17C97D-1377-4E38-81CD-D7A88A5C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CB0F57D-247C-46C3-931A-6DFE33EF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A31E5A0-4580-4B63-9D61-DAA7200F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733962A-6A80-4A89-9A9D-1A540342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9942CB-1F4E-4C1E-AAEC-57AD36AD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0209C9B-DBD3-4C34-B962-E775778E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F0B3287-19BB-4BA2-95F8-9C8A9A9A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7DDB0B4-BDFF-49A2-A443-E060DCEB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82DEC30-958B-4B1B-9E07-326037A3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8F67E80-2ABC-4F10-80AA-24924FAE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90B7C21-4CCD-4FB0-8695-43C6277F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D690FCB-AAE1-44BE-AD94-A182EC18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0B5F8C9-C506-4B17-827B-A0AFE933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6372C13-29BD-4000-86C4-638DE2B0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0B283BE-9D87-4E61-BC02-7523B1DE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3C06BF2-4DB5-46D4-BC64-857C220B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64826930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D1FF8F0-2614-454E-A810-CF969B93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26B8BB1-9507-46DE-949E-D4F803C3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CBC132-6202-46E8-B533-246ECE4D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F62B16D-F3FC-469B-9554-CED11D42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0E20569-BE15-47AB-BF32-499B4513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CC426C4-C4A1-4DB9-8A11-69CD098B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0ED11E9-F491-45B7-9B36-733CC191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C435B-CD0F-4390-917F-799328E1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2F282B4-6679-4E81-A28E-C1F64D4A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3D105F9-4660-44B6-86F7-617BBFF3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8C670B2-ED8C-4D48-818E-F850207E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CC9EA67-96D0-4A79-AE5E-AE1DF06B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1A24739-3186-4E87-9E6B-E20A295C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537B950-C4E1-4554-9A2E-EB9B4AAF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B4D62FF-4B86-4B78-97DD-3BC32710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230E3DD-171A-4EBA-A497-9FBE0998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range is wide because product scopes and methods may differ.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88AA57B-C285-4E81-B4EF-FC00145E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1B0B98E-2A52-44CF-95BE-5037ED38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12EFAF4-6BCA-42F7-B03E-27D7400A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estimates are compared with each other. They are not summed, and the range is not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124734194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53E284-30E5-4D5A-8040-AB420939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54668D-25AD-46B2-AE04-8734A479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D89D4B-C389-4E35-8D7C-242DE6C3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79D86C4-EFC3-4584-A05D-AF2022CC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562FC00-C9B2-474C-8375-C0632B10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Market-values model; Readiness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7A0F7DF-2942-469A-B5E1-F2BE114F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AC2DE86-E446-4995-963E-77C2A242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comparable consumer-retail donor count is 0; the hard gate is not met.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FE046D0-A598-473B-8A14-F2CACCA3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same product scope and calendar year.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Consumer retail value, not a shipment, tax or volume proxy.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 and regulatory types, plus direct validation in major economies.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51A5084-E8C6-49FA-ACCC-206A64BE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E02FCCC-62FA-40DD-BB34-26DEE165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16A6683-A388-4703-827A-FBFA5573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93062662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3813EE1-F5A6-4F73-80F4-17A52ACE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062370-A6CC-4B8D-9421-DD057C2D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7E1FB39-736A-4BD2-B8FE-E1F63EDA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951F2E8-0E3B-470B-AE82-7169F4D1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E500E5C-A8BA-43B7-90FA-63496DDF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772C533-8064-47CD-A4DE-96146514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2468CBB-4C62-497A-96EB-33901921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204058201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29EEE72-D24E-49D3-8D70-C077BB4A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82D642-FE05-4C21-B934-4FAF6380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27B1EAF-8D1F-4CA3-9977-4BDAD7EF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E71D32C-BDA4-46F3-98FB-620F758E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9563366-1E9F-4C91-8D47-4DE09F54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9831FC5-4F7A-4AD0-960A-49AC468F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4AB3847-6A60-4EEC-8838-76111330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EEEC07E-4C8E-49D7-96BF-267044DC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E0A60E3-8701-40EE-B59D-A09528CB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27187CC-5218-48CE-9B49-CFAEA8B4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A08580D-0FEF-4683-9B6F-F8DF37AA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179097696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9DE0481-9F6E-483D-8D1E-290D749C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62F6E6D-D264-4D2D-B568-8B66DE0B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8861EB2-FDB0-40A9-AE9B-ADB90BF2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29F361-A8E4-4F2F-B886-3CFD2AB1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1C45DA2-11DE-436E-BB05-5A498550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5D0AB95-C250-498A-975F-40E67BA7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2EFB5DC-02A9-4751-8F97-261A5332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9009873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E249F38-6C8A-40CD-907D-34182D18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52E8244-46C6-4FEE-9579-C32B276D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41CC54-9B76-4BCB-9133-2DAE33DA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738FF4-FD10-4CC1-9277-B094E571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20D6D59-CD57-4D88-BD66-F4D395DA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04E3C7E-5580-4E26-9F64-D91B51CD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F416BB5-EDB8-433F-A721-FD2EBB34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EA49241-0789-40B3-AF18-59C32CE1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F9E6B6B-7590-46E8-A121-04C250C4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C52B387-2F12-479D-A24A-DC009F82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47CCA0B-4FE6-47A8-AB78-0FDC4328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7DE9934-7846-483D-AD64-AAFF6DB8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B8A109A-D112-4BF5-93D6-7C92DF91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00D59AF-F370-4249-A255-CE938976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FF0F569-DED3-4EF4-8035-B74A17F3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A19F525-33F0-4727-9867-47DED010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529F785-4618-48A2-8959-A9DF145E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D5E40E1-3055-4386-AC89-B7613815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22BF5B81-80E3-4E01-A59A-6CF8344C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77281F4-A296-4F36-8E35-3EEBDD15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9E01C73-5B74-44D9-9FC4-8FDE913F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C6AD42F-A286-4095-A2B9-9056FC47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C191AA5-D774-4461-BAA8-80939864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39403928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0F080F5-AEE7-4701-8B27-91E53A6E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BDF2B-EFCD-4760-88F3-534D0E2A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2E1B238-0661-45BF-9C36-51142522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2F0E07E-85BE-466E-9EFD-66126403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607929F-A2C1-40F7-A56D-9491E675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35C4AF7-4B9B-4B8D-9317-3F6569F3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080D1D9-A264-419C-8316-006DD758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F14B8F-4E75-4280-B5AE-0D63FC42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D4032B4-CB36-4679-80CF-56FAB7B6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77721F3-98B3-403F-8BB2-1EEAFA9A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E9043C2-EA24-4385-8AA4-258A487B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B3C8187-DD3B-4E37-BC4D-47CF9407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CB9A0C1-9845-4901-9FC6-29377B56A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0CF97B9-42CF-4C70-93F0-079B7CB7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607FDB6-DC75-4C25-A327-2AFC5FC4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0EC1872-B77B-47C7-A207-4194AD78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937372B-FF0F-4731-9B7F-40A8655C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F6B83DC-8101-405D-BEBE-3C60D740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471830C3-1E31-4311-8B07-011395C3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95FBC64-F646-4F08-BD0B-9AA7880C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E2CBD1C-E1A3-41EF-A1BB-155F3F37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C02640E-F5CC-439E-A9AE-478A2CA8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750FB8D-B387-466F-90A0-A4489FED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73386993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5C4251-DD30-4EB0-801A-0F7F3CF7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9F0CE19-7A88-4EAF-A0BF-03763228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8255F7-90FB-4D9F-9B9C-D7E5CDB0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AFA33F-7FEE-4A76-9C6E-72965975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13F4A59-D8AE-411B-9A45-E4E5D459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053BCB9-800E-40DC-B685-3906A544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4D10272-BF1F-4ACC-B723-1ECC3A82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53414509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88B2F37-85AB-47BA-A5F5-3958377C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C850834-2CC6-40A8-92EA-24BECC9C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CE643F-AB0C-48EA-A3A8-2D0B64AB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228D90B-65FD-4040-8732-33AB791C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44DD6A-4487-4B24-A29C-78A00E17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92304E0-E855-4058-8038-5EA8C298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F2A4AB9-A49B-4C62-9852-341F3CCF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1563409105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AFC4C4-EF87-410D-B3EB-7A0D8B9F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9AEB923-215B-40CE-A9A3-E1D86FEE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A144F4B-7781-4925-8422-A6B3FB71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138703-06E8-49C2-8478-2A49CD78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F8ECA3B-94B9-4696-90A3-DD473788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869E98B-BCA1-4C53-9E36-1A963163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E0248A3-27A1-4C0D-8E37-1974B60D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33003932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7F88195-2670-4C8E-A7D9-A5871FD3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0B99480-AC69-40C7-AFF9-18FEBE26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6ACCB7-D298-45B6-82B1-C08D7F6B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740FE0-BC63-4BCF-886D-7B2B646B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90D52F0-BD45-4A8B-BDFA-7188E97F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D08278-7D83-417C-A1FF-242A0828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3FDC1E6-1530-464C-BC7A-238C5EF8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253238586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6411A4D-D88D-4A1B-B8C5-7EFA386B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C336C17-66AD-4A65-B953-A847234A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E1CDA4E-FDAF-49E4-980C-1CE623B3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A163E15-45E1-4064-992B-77F6A8CA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60EF4E-D745-4B5B-9373-EB90BA8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25D1F95-E7D9-4C30-996F-EBF9AF4D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F3A461-275C-4ABA-913D-99CC4F51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69303777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B5E52A-1334-4811-88BA-C93FB99A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995AE80-A047-4FAC-A1B1-A41BBB34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83CEF9-4244-4411-8220-7C469B3D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CF45D2B-E6E7-4DBB-BC6B-B6CA2312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2393769-F92E-4CC8-BBFF-45BF7719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FA17C4-0923-43E3-AF3A-1AF04015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F96E1AE-AEE9-400C-BE11-C615F08B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644122-DC99-429E-82C4-4FEB46CC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5EF15B5-E035-40F9-8C49-B611B9D1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D674E92-7F24-4C32-9EC0-CBD97FFD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472E25B-2B64-4A1F-B705-A26FF82D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3062ECB-B038-4333-BDB5-D896ED3F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00EFF30-0B64-445A-81BC-AC8D2C48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7328975-13E5-4D45-80F4-514350A8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92C91379-897F-4F4C-A6B4-D6F16C1E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84EAEAE-39BD-4E18-AB17-2A59A299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F1FAA8D-49A7-4D23-B931-A2EDB166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B6B74CF-3F95-4C7A-9707-3B55A634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87BEB93B-3BCD-486A-A018-33E4B1F9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6D90297-F560-4CC9-AD15-EFD487AD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6B1D748-8D0D-401C-BE29-DD91D108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62EF81B-D945-45BC-9BDE-9D5C82D3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88FC618-64F8-4E17-83CE-05466AD9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44891567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3B652D-B8EF-495E-BB24-1D048635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D1B1544-A42F-4357-B5BD-13C544C8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B0598DE-0D4A-468F-B30F-AEB030B4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462E71B-0A8D-4AA3-B6FB-29597377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2026.07.23-13 · 2026-07-22 · 30 / 30</a:t>
            </a:r>
          </a:p>
        </p:txBody>
      </p:sp>
    </p:spTree>
    <p:extLst>
      <p:ext uri="{BB962C8B-B14F-4D97-AF65-F5344CB8AC3E}">
        <p14:creationId xmlns:p14="http://schemas.microsoft.com/office/powerpoint/2010/main" val="7915319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2026-07-23T15:58:04.7210000Z</dcterms:created>
  <dcterms:modified xsi:type="dcterms:W3CDTF">2026-07-23T15:58:04.7210000Z</dcterms:modified>
</coreProperties>
</file>