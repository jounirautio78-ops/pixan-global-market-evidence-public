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40e4b74ccd4ed9" /><Relationship Type="http://schemas.openxmlformats.org/officeDocument/2006/relationships/extended-properties" Target="/docProps/app.xml" Id="R685f79f447f74899" /><Relationship Type="http://schemas.openxmlformats.org/officeDocument/2006/relationships/officeDocument" Target="/ppt/presentation.xml" Id="R0ba72da92e6e4c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1adf3a77e1447f"/>
  </p:sldMasterIdLst>
  <p:notesMasterIdLst>
    <p:notesMasterId xmlns:r="http://schemas.openxmlformats.org/officeDocument/2006/relationships" r:id="R41dec96fdb044c8d"/>
  </p:notesMasterIdLst>
  <p:sldIdLst>
    <p:sldId xmlns:r="http://schemas.openxmlformats.org/officeDocument/2006/relationships" id="256" r:id="Rfc30aaef6a0a44b8"/>
    <p:sldId xmlns:r="http://schemas.openxmlformats.org/officeDocument/2006/relationships" id="257" r:id="R7eba762524404ff7"/>
    <p:sldId xmlns:r="http://schemas.openxmlformats.org/officeDocument/2006/relationships" id="258" r:id="R124cee1c5c5744c8"/>
    <p:sldId xmlns:r="http://schemas.openxmlformats.org/officeDocument/2006/relationships" id="259" r:id="R36b1e15f9dd3465a"/>
    <p:sldId xmlns:r="http://schemas.openxmlformats.org/officeDocument/2006/relationships" id="260" r:id="Rb1e9da04972549be"/>
    <p:sldId xmlns:r="http://schemas.openxmlformats.org/officeDocument/2006/relationships" id="261" r:id="R9acbb5d40e5d40d9"/>
    <p:sldId xmlns:r="http://schemas.openxmlformats.org/officeDocument/2006/relationships" id="262" r:id="R326a04bf61ac466d"/>
    <p:sldId xmlns:r="http://schemas.openxmlformats.org/officeDocument/2006/relationships" id="263" r:id="R8a3d69c9d767448a"/>
    <p:sldId xmlns:r="http://schemas.openxmlformats.org/officeDocument/2006/relationships" id="264" r:id="R3a7e57f7e28a413f"/>
    <p:sldId xmlns:r="http://schemas.openxmlformats.org/officeDocument/2006/relationships" id="265" r:id="R2b6403398b674732"/>
    <p:sldId xmlns:r="http://schemas.openxmlformats.org/officeDocument/2006/relationships" id="266" r:id="R61e9bcef32004e3b"/>
    <p:sldId xmlns:r="http://schemas.openxmlformats.org/officeDocument/2006/relationships" id="267" r:id="Re07fc9607f5849a4"/>
    <p:sldId xmlns:r="http://schemas.openxmlformats.org/officeDocument/2006/relationships" id="268" r:id="R08e19592ef1a4426"/>
    <p:sldId xmlns:r="http://schemas.openxmlformats.org/officeDocument/2006/relationships" id="269" r:id="R9f0973bf1d69416e"/>
    <p:sldId xmlns:r="http://schemas.openxmlformats.org/officeDocument/2006/relationships" id="270" r:id="Rcad8b0d8bf6f486b"/>
    <p:sldId xmlns:r="http://schemas.openxmlformats.org/officeDocument/2006/relationships" id="271" r:id="Rbdc312f4ca744e36"/>
    <p:sldId xmlns:r="http://schemas.openxmlformats.org/officeDocument/2006/relationships" id="272" r:id="R6bf0134ba45f4736"/>
    <p:sldId xmlns:r="http://schemas.openxmlformats.org/officeDocument/2006/relationships" id="273" r:id="R2c0b2a3d456140f6"/>
    <p:sldId xmlns:r="http://schemas.openxmlformats.org/officeDocument/2006/relationships" id="274" r:id="R421dd1e2e8484a51"/>
    <p:sldId xmlns:r="http://schemas.openxmlformats.org/officeDocument/2006/relationships" id="275" r:id="R3b1c3d5c0604497d"/>
    <p:sldId xmlns:r="http://schemas.openxmlformats.org/officeDocument/2006/relationships" id="276" r:id="R35933ffc825c47f4"/>
    <p:sldId xmlns:r="http://schemas.openxmlformats.org/officeDocument/2006/relationships" id="277" r:id="Rda4f815b98b04d5b"/>
    <p:sldId xmlns:r="http://schemas.openxmlformats.org/officeDocument/2006/relationships" id="278" r:id="R6e02011eb7394863"/>
    <p:sldId xmlns:r="http://schemas.openxmlformats.org/officeDocument/2006/relationships" id="279" r:id="R8d7cd3514636455b"/>
    <p:sldId xmlns:r="http://schemas.openxmlformats.org/officeDocument/2006/relationships" id="280" r:id="R95f061038c2e4a72"/>
    <p:sldId xmlns:r="http://schemas.openxmlformats.org/officeDocument/2006/relationships" id="281" r:id="R2aa56499e99b4a5c"/>
    <p:sldId xmlns:r="http://schemas.openxmlformats.org/officeDocument/2006/relationships" id="282" r:id="Rc07947bf0fa347e9"/>
    <p:sldId xmlns:r="http://schemas.openxmlformats.org/officeDocument/2006/relationships" id="283" r:id="Rd668b6210fb048e3"/>
    <p:sldId xmlns:r="http://schemas.openxmlformats.org/officeDocument/2006/relationships" id="284" r:id="R15620b8caa6144ac"/>
    <p:sldId xmlns:r="http://schemas.openxmlformats.org/officeDocument/2006/relationships" id="285" r:id="R5e17397d82d948e9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1e526111274728" /><Relationship Type="http://schemas.openxmlformats.org/officeDocument/2006/relationships/slideMaster" Target="/ppt/slideMasters/slideMaster1.xml" Id="R6c1adf3a77e1447f" /><Relationship Type="http://schemas.openxmlformats.org/officeDocument/2006/relationships/notesMaster" Target="/ppt/notesMasters/notesMaster1.xml" Id="R41dec96fdb044c8d" /><Relationship Type="http://schemas.openxmlformats.org/officeDocument/2006/relationships/presProps" Target="/ppt/presProps.xml" Id="Rf9c7339d089e4f9f" /><Relationship Type="http://schemas.openxmlformats.org/officeDocument/2006/relationships/viewProps" Target="/ppt/viewProps.xml" Id="Rd3a41534b6fd410a" /><Relationship Type="http://schemas.openxmlformats.org/officeDocument/2006/relationships/tableStyles" Target="/ppt/tableStyles.xml" Id="R4da54841d4504c53" /><Relationship Type="http://schemas.openxmlformats.org/officeDocument/2006/relationships/slide" Target="/ppt/slides/slide1.xml" Id="Rfc30aaef6a0a44b8" /><Relationship Type="http://schemas.openxmlformats.org/officeDocument/2006/relationships/slide" Target="/ppt/slides/slide2.xml" Id="R7eba762524404ff7" /><Relationship Type="http://schemas.openxmlformats.org/officeDocument/2006/relationships/slide" Target="/ppt/slides/slide3.xml" Id="R124cee1c5c5744c8" /><Relationship Type="http://schemas.openxmlformats.org/officeDocument/2006/relationships/slide" Target="/ppt/slides/slide4.xml" Id="R36b1e15f9dd3465a" /><Relationship Type="http://schemas.openxmlformats.org/officeDocument/2006/relationships/slide" Target="/ppt/slides/slide5.xml" Id="Rb1e9da04972549be" /><Relationship Type="http://schemas.openxmlformats.org/officeDocument/2006/relationships/slide" Target="/ppt/slides/slide6.xml" Id="R9acbb5d40e5d40d9" /><Relationship Type="http://schemas.openxmlformats.org/officeDocument/2006/relationships/slide" Target="/ppt/slides/slide7.xml" Id="R326a04bf61ac466d" /><Relationship Type="http://schemas.openxmlformats.org/officeDocument/2006/relationships/slide" Target="/ppt/slides/slide8.xml" Id="R8a3d69c9d767448a" /><Relationship Type="http://schemas.openxmlformats.org/officeDocument/2006/relationships/slide" Target="/ppt/slides/slide9.xml" Id="R3a7e57f7e28a413f" /><Relationship Type="http://schemas.openxmlformats.org/officeDocument/2006/relationships/slide" Target="/ppt/slides/slide10.xml" Id="R2b6403398b674732" /><Relationship Type="http://schemas.openxmlformats.org/officeDocument/2006/relationships/slide" Target="/ppt/slides/slide11.xml" Id="R61e9bcef32004e3b" /><Relationship Type="http://schemas.openxmlformats.org/officeDocument/2006/relationships/slide" Target="/ppt/slides/slide12.xml" Id="Re07fc9607f5849a4" /><Relationship Type="http://schemas.openxmlformats.org/officeDocument/2006/relationships/slide" Target="/ppt/slides/slide13.xml" Id="R08e19592ef1a4426" /><Relationship Type="http://schemas.openxmlformats.org/officeDocument/2006/relationships/slide" Target="/ppt/slides/slide14.xml" Id="R9f0973bf1d69416e" /><Relationship Type="http://schemas.openxmlformats.org/officeDocument/2006/relationships/slide" Target="/ppt/slides/slide15.xml" Id="Rcad8b0d8bf6f486b" /><Relationship Type="http://schemas.openxmlformats.org/officeDocument/2006/relationships/slide" Target="/ppt/slides/slide16.xml" Id="Rbdc312f4ca744e36" /><Relationship Type="http://schemas.openxmlformats.org/officeDocument/2006/relationships/slide" Target="/ppt/slides/slide17.xml" Id="R6bf0134ba45f4736" /><Relationship Type="http://schemas.openxmlformats.org/officeDocument/2006/relationships/slide" Target="/ppt/slides/slide18.xml" Id="R2c0b2a3d456140f6" /><Relationship Type="http://schemas.openxmlformats.org/officeDocument/2006/relationships/slide" Target="/ppt/slides/slide19.xml" Id="R421dd1e2e8484a51" /><Relationship Type="http://schemas.openxmlformats.org/officeDocument/2006/relationships/slide" Target="/ppt/slides/slide20.xml" Id="R3b1c3d5c0604497d" /><Relationship Type="http://schemas.openxmlformats.org/officeDocument/2006/relationships/slide" Target="/ppt/slides/slide21.xml" Id="R35933ffc825c47f4" /><Relationship Type="http://schemas.openxmlformats.org/officeDocument/2006/relationships/slide" Target="/ppt/slides/slide22.xml" Id="Rda4f815b98b04d5b" /><Relationship Type="http://schemas.openxmlformats.org/officeDocument/2006/relationships/slide" Target="/ppt/slides/slide23.xml" Id="R6e02011eb7394863" /><Relationship Type="http://schemas.openxmlformats.org/officeDocument/2006/relationships/slide" Target="/ppt/slides/slide24.xml" Id="R8d7cd3514636455b" /><Relationship Type="http://schemas.openxmlformats.org/officeDocument/2006/relationships/slide" Target="/ppt/slides/slide25.xml" Id="R95f061038c2e4a72" /><Relationship Type="http://schemas.openxmlformats.org/officeDocument/2006/relationships/slide" Target="/ppt/slides/slide26.xml" Id="R2aa56499e99b4a5c" /><Relationship Type="http://schemas.openxmlformats.org/officeDocument/2006/relationships/slide" Target="/ppt/slides/slide27.xml" Id="Rc07947bf0fa347e9" /><Relationship Type="http://schemas.openxmlformats.org/officeDocument/2006/relationships/slide" Target="/ppt/slides/slide28.xml" Id="Rd668b6210fb048e3" /><Relationship Type="http://schemas.openxmlformats.org/officeDocument/2006/relationships/slide" Target="/ppt/slides/slide29.xml" Id="R15620b8caa6144ac" /><Relationship Type="http://schemas.openxmlformats.org/officeDocument/2006/relationships/slide" Target="/ppt/slides/slide30.xml" Id="R5e17397d82d948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947c19937a4f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b091560f5c42ad" /><Relationship Type="http://schemas.openxmlformats.org/officeDocument/2006/relationships/notesMaster" Target="/ppt/notesMasters/notesMaster1.xml" Id="R34ed21322a4c43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3355d802ab46dd" /><Relationship Type="http://schemas.openxmlformats.org/officeDocument/2006/relationships/notesMaster" Target="/ppt/notesMasters/notesMaster1.xml" Id="Re4fd67d9d5d845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9cdacba6f4f4518" /><Relationship Type="http://schemas.openxmlformats.org/officeDocument/2006/relationships/notesMaster" Target="/ppt/notesMasters/notesMaster1.xml" Id="Rff0b7e6e77674c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bf7bbb3ce549cd" /><Relationship Type="http://schemas.openxmlformats.org/officeDocument/2006/relationships/notesMaster" Target="/ppt/notesMasters/notesMaster1.xml" Id="R23c981a44ed947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be6b789b8d9408f" /><Relationship Type="http://schemas.openxmlformats.org/officeDocument/2006/relationships/notesMaster" Target="/ppt/notesMasters/notesMaster1.xml" Id="R5d045d401ab646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aede89294041b3" /><Relationship Type="http://schemas.openxmlformats.org/officeDocument/2006/relationships/notesMaster" Target="/ppt/notesMasters/notesMaster1.xml" Id="R9782e6b4d8304b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814c17a3e84d09" /><Relationship Type="http://schemas.openxmlformats.org/officeDocument/2006/relationships/notesMaster" Target="/ppt/notesMasters/notesMaster1.xml" Id="R7f7e41e2cb98408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83caa3504e4cd8" /><Relationship Type="http://schemas.openxmlformats.org/officeDocument/2006/relationships/notesMaster" Target="/ppt/notesMasters/notesMaster1.xml" Id="R3b31a78ef61d41e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e50a135dbea4b2e" /><Relationship Type="http://schemas.openxmlformats.org/officeDocument/2006/relationships/notesMaster" Target="/ppt/notesMasters/notesMaster1.xml" Id="Rd8e7aef8c9ac45c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d9142349364095" /><Relationship Type="http://schemas.openxmlformats.org/officeDocument/2006/relationships/notesMaster" Target="/ppt/notesMasters/notesMaster1.xml" Id="Ra170e33b8ce84e6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91a815362c34f05" /><Relationship Type="http://schemas.openxmlformats.org/officeDocument/2006/relationships/notesMaster" Target="/ppt/notesMasters/notesMaster1.xml" Id="Rd4fd18f975c545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8f6e631dfc748a4" /><Relationship Type="http://schemas.openxmlformats.org/officeDocument/2006/relationships/notesMaster" Target="/ppt/notesMasters/notesMaster1.xml" Id="R6c91fd52c25c4ef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cf2e8deea584cf5" /><Relationship Type="http://schemas.openxmlformats.org/officeDocument/2006/relationships/notesMaster" Target="/ppt/notesMasters/notesMaster1.xml" Id="Rf61b815a19534cd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a270d4391fa4b4e" /><Relationship Type="http://schemas.openxmlformats.org/officeDocument/2006/relationships/notesMaster" Target="/ppt/notesMasters/notesMaster1.xml" Id="R95eda9b4e2ab49c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60515313728404f" /><Relationship Type="http://schemas.openxmlformats.org/officeDocument/2006/relationships/notesMaster" Target="/ppt/notesMasters/notesMaster1.xml" Id="R2951e103f3c0402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9589880be804de8" /><Relationship Type="http://schemas.openxmlformats.org/officeDocument/2006/relationships/notesMaster" Target="/ppt/notesMasters/notesMaster1.xml" Id="R51cd486a33534e2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30f75bf86314a37" /><Relationship Type="http://schemas.openxmlformats.org/officeDocument/2006/relationships/notesMaster" Target="/ppt/notesMasters/notesMaster1.xml" Id="R62aa689d193c405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ead13e2e08940e3" /><Relationship Type="http://schemas.openxmlformats.org/officeDocument/2006/relationships/notesMaster" Target="/ppt/notesMasters/notesMaster1.xml" Id="R57c556659f754e6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8c531e79d074c1a" /><Relationship Type="http://schemas.openxmlformats.org/officeDocument/2006/relationships/notesMaster" Target="/ppt/notesMasters/notesMaster1.xml" Id="R5ce0aa3825e9428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31c1a57558b4717" /><Relationship Type="http://schemas.openxmlformats.org/officeDocument/2006/relationships/notesMaster" Target="/ppt/notesMasters/notesMaster1.xml" Id="R31b962ce90144e6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82f95f8a71a4dca" /><Relationship Type="http://schemas.openxmlformats.org/officeDocument/2006/relationships/notesMaster" Target="/ppt/notesMasters/notesMaster1.xml" Id="R078a544a32c84dc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43b2adebf8f4bef" /><Relationship Type="http://schemas.openxmlformats.org/officeDocument/2006/relationships/notesMaster" Target="/ppt/notesMasters/notesMaster1.xml" Id="R68aad7530a8a4e4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5a79831e4914044" /><Relationship Type="http://schemas.openxmlformats.org/officeDocument/2006/relationships/notesMaster" Target="/ppt/notesMasters/notesMaster1.xml" Id="Re09f4b3e2ac2487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2659a422de04ab4" /><Relationship Type="http://schemas.openxmlformats.org/officeDocument/2006/relationships/notesMaster" Target="/ppt/notesMasters/notesMaster1.xml" Id="R859ca9f465e44ef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50e5d7b90924011" /><Relationship Type="http://schemas.openxmlformats.org/officeDocument/2006/relationships/notesMaster" Target="/ppt/notesMasters/notesMaster1.xml" Id="Rdb98a16097c5424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a1b1a1b4c9e425a" /><Relationship Type="http://schemas.openxmlformats.org/officeDocument/2006/relationships/notesMaster" Target="/ppt/notesMasters/notesMaster1.xml" Id="Rbdc34036bb104e0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8861a5371524f95" /><Relationship Type="http://schemas.openxmlformats.org/officeDocument/2006/relationships/notesMaster" Target="/ppt/notesMasters/notesMaster1.xml" Id="Re7ff717749d5433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0d1510608044a88" /><Relationship Type="http://schemas.openxmlformats.org/officeDocument/2006/relationships/notesMaster" Target="/ppt/notesMasters/notesMaster1.xml" Id="Rdc41f090e52d43a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35566576a054fa1" /><Relationship Type="http://schemas.openxmlformats.org/officeDocument/2006/relationships/notesMaster" Target="/ppt/notesMasters/notesMaster1.xml" Id="R54b41f6b7fef439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2df5e5843cd4096" /><Relationship Type="http://schemas.openxmlformats.org/officeDocument/2006/relationships/notesMaster" Target="/ppt/notesMasters/notesMaster1.xml" Id="Ra9b0c552541d42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7a28bef9964f6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222c4fea8b449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ece3045357471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06fe5c2d9d423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547c4c403349f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84c045989e427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ef67d7883c4e0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5c57c1ecc049e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2931c8961e49b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e092052f9f49e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92c466884c498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3B98A7-D2FE-4DE7-B918-75B6DA128BC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3D67B24-38F4-4932-9050-8FA2C3176B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FBF9E66-8443-4964-A0AC-057FD3B52D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26CBD61-96C3-47E8-BC33-13418A9081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9EB7641-DA2A-46C4-BD10-F22D585562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4808B0-7D96-4B5E-B39A-277093D2E5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10B08A4-9F8F-43C3-822A-F11FB28BEE6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6097A8D-CD7F-48C9-B237-CCD33BFE78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EC62916-0701-4CFD-A0B6-8E9313203A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640CB8E-28C0-4255-9936-658889E233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5CB5FD-BC1C-4423-9E3D-C4F34D7959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412B89F-5B13-4826-8468-0CAB778E56E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A802B7A-3C63-40ED-9811-5C5CD80EE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FF39A4F-9A0C-48EA-8E83-3C120D4BC65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733548F-D102-478D-9346-ECF219E6DD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B6C61CC-FE82-4B45-BEEB-B4ABD8846C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776FC49-2E03-4A7A-B372-2491BBF47C2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5009E25-9DA6-4412-8240-57FD8B7A944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CF20E65-E36D-465A-B478-4587AA06D0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162C88B-484B-4E4B-92FF-1FAA43E183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F5E806C-1795-4EF2-AD4C-B32964B081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0335A6B-CF6F-47FE-A729-AFCE50D9D6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62CC6D-0B85-4F7D-ABBA-B908316029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1605261-9DA1-44EE-AAED-2E914534BAA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3FFF682-0EF0-4F69-8E40-02464641C1D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5BD3027-674F-4D30-BC5E-ECCF9C4FB05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58A29E6-D9E5-4BF8-B87E-98E371DE0A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37B7EF1-3D11-45F8-9D0C-F6A161AA1B0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7BA5518-9723-485C-9928-AA42D6DAB7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3AB610-4E31-441E-9B1E-89B1C8905C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368C961-985F-42BD-89A6-FB0C83D505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D98139F-6937-4546-9B2B-0A35A89F91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1B49DF1-C546-4EB5-AEC9-A09F1EBE4B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9FFD490-5F1C-4253-B975-0A3F48FF5A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563DF2A-1EB8-4AA2-BCCC-948B7C71BF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DC68225-46BA-4B3F-91B8-A314DCDB22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DD77149-237F-4A2F-B8E5-5D49778C68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6E0F1E8-E96A-41FF-83E8-58C0BFD2D35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FDE6535-0D77-4846-B8DD-05CF3609054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4694A17-59C9-4360-A0E3-8A18D7FCB5E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A3B6C84-1310-48E3-920E-B513B07107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DA8AFB3-A548-4C46-A4B6-72EECD6A80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4CE5C-263D-4243-86FC-F97F87583F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37C6517-4B74-4D29-A3CA-2ADDC2ECF86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FDCEE5E-3433-45EA-9622-D88467388D6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4B7A113-DB3E-45DE-A5B8-B7AD7C3176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3F3E393-366A-469A-B965-6A920C21C4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F4BA61E-6277-4C4C-8950-386D864D88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D07FFAF-CB12-4FEA-BC72-A6ECCAA291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7237A50-CED0-4F69-BE6A-EAE83AC253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B807C7-F29D-4273-895F-59F3300CA5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2B15A48-1FD5-43A5-9F88-FE0611FF50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E619904-16DD-40E1-84FA-08CEAACBB9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38A236D-F1B2-4547-9E65-C798AD3A37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0CB4E27-FF9D-4CFC-9577-EBB2E8325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CDE117A-CB01-4F49-9216-FE816C626C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2EA8BB0-A7E9-4375-B864-E0A00FC12E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A265AF3-533C-4BDF-BFB3-5D63E4C5D2F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7e62424ce09479b" /><Relationship Type="http://schemas.openxmlformats.org/officeDocument/2006/relationships/slideLayout" Target="/ppt/slideLayouts/slideLayout1.xml" Id="R5baf3107de0f4f73" /><Relationship Type="http://schemas.openxmlformats.org/officeDocument/2006/relationships/slideLayout" Target="/ppt/slideLayouts/slideLayout2.xml" Id="R3a4d8d1cfe344276" /><Relationship Type="http://schemas.openxmlformats.org/officeDocument/2006/relationships/slideLayout" Target="/ppt/slideLayouts/slideLayout3.xml" Id="R84574b73c86541ae" /><Relationship Type="http://schemas.openxmlformats.org/officeDocument/2006/relationships/slideLayout" Target="/ppt/slideLayouts/slideLayout4.xml" Id="R81a10cdb4d0847ae" /><Relationship Type="http://schemas.openxmlformats.org/officeDocument/2006/relationships/slideLayout" Target="/ppt/slideLayouts/slideLayout5.xml" Id="R8c735832d5694326" /><Relationship Type="http://schemas.openxmlformats.org/officeDocument/2006/relationships/slideLayout" Target="/ppt/slideLayouts/slideLayout6.xml" Id="Rb2e2e927331c4bdc" /><Relationship Type="http://schemas.openxmlformats.org/officeDocument/2006/relationships/slideLayout" Target="/ppt/slideLayouts/slideLayout7.xml" Id="R4cb06447c4c7401a" /><Relationship Type="http://schemas.openxmlformats.org/officeDocument/2006/relationships/slideLayout" Target="/ppt/slideLayouts/slideLayout8.xml" Id="Rb739ba67b56a4952" /><Relationship Type="http://schemas.openxmlformats.org/officeDocument/2006/relationships/slideLayout" Target="/ppt/slideLayouts/slideLayout9.xml" Id="R446938b03bdf4fee" /><Relationship Type="http://schemas.openxmlformats.org/officeDocument/2006/relationships/slideLayout" Target="/ppt/slideLayouts/slideLayout10.xml" Id="R33b6780a2a4141dd" /><Relationship Type="http://schemas.openxmlformats.org/officeDocument/2006/relationships/slideLayout" Target="/ppt/slideLayouts/slideLayout11.xml" Id="R5332020e88094d6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64393508-6F6B-4477-9A31-2F6325BBDD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C08220-6508-461E-B4EC-0042D3FA02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31B5BEF-5040-4993-B73C-38CFCD4B590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5A3C9C9-1F44-4298-B879-ABF41B9265C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48EAD3-BDD4-4464-92FF-6B83720277D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af3107de0f4f73"/>
    <p:sldLayoutId xmlns:r="http://schemas.openxmlformats.org/officeDocument/2006/relationships" id="2147483650" r:id="R3a4d8d1cfe344276"/>
    <p:sldLayoutId xmlns:r="http://schemas.openxmlformats.org/officeDocument/2006/relationships" id="2147483651" r:id="R84574b73c86541ae"/>
    <p:sldLayoutId xmlns:r="http://schemas.openxmlformats.org/officeDocument/2006/relationships" id="2147483652" r:id="R81a10cdb4d0847ae"/>
    <p:sldLayoutId xmlns:r="http://schemas.openxmlformats.org/officeDocument/2006/relationships" id="2147483653" r:id="R8c735832d5694326"/>
    <p:sldLayoutId xmlns:r="http://schemas.openxmlformats.org/officeDocument/2006/relationships" id="2147483654" r:id="Rb2e2e927331c4bdc"/>
    <p:sldLayoutId xmlns:r="http://schemas.openxmlformats.org/officeDocument/2006/relationships" id="2147483655" r:id="R4cb06447c4c7401a"/>
    <p:sldLayoutId xmlns:r="http://schemas.openxmlformats.org/officeDocument/2006/relationships" id="2147483656" r:id="Rb739ba67b56a4952"/>
    <p:sldLayoutId xmlns:r="http://schemas.openxmlformats.org/officeDocument/2006/relationships" id="2147483657" r:id="R446938b03bdf4fee"/>
    <p:sldLayoutId xmlns:r="http://schemas.openxmlformats.org/officeDocument/2006/relationships" id="2147483658" r:id="R33b6780a2a4141dd"/>
    <p:sldLayoutId xmlns:r="http://schemas.openxmlformats.org/officeDocument/2006/relationships" id="2147483659" r:id="R5332020e88094d65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cdb463dbbb94585" /><Relationship Type="http://schemas.openxmlformats.org/officeDocument/2006/relationships/notesSlide" Target="/ppt/notesSlides/notesSlide1.xml" Id="R71c50c8c31c441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8da0bb0237493e" /><Relationship Type="http://schemas.openxmlformats.org/officeDocument/2006/relationships/notesSlide" Target="/ppt/notesSlides/notesSlide2.xml" Id="R5eb7737aa46543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02276a498f45f0" /><Relationship Type="http://schemas.openxmlformats.org/officeDocument/2006/relationships/notesSlide" Target="/ppt/notesSlides/notesSlide3.xml" Id="R81feb681157d40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91d0121ae0492b" /><Relationship Type="http://schemas.openxmlformats.org/officeDocument/2006/relationships/notesSlide" Target="/ppt/notesSlides/notesSlide4.xml" Id="R4bbf005ce9e542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fb9329bf5954f6a" /><Relationship Type="http://schemas.openxmlformats.org/officeDocument/2006/relationships/notesSlide" Target="/ppt/notesSlides/notesSlide5.xml" Id="R883ec136189d4f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11f584024984147" /><Relationship Type="http://schemas.openxmlformats.org/officeDocument/2006/relationships/notesSlide" Target="/ppt/notesSlides/notesSlide6.xml" Id="R93de71e967a34c4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1d626951e854f3a" /><Relationship Type="http://schemas.openxmlformats.org/officeDocument/2006/relationships/notesSlide" Target="/ppt/notesSlides/notesSlide7.xml" Id="R9bb6114910b341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06008889b0460e" /><Relationship Type="http://schemas.openxmlformats.org/officeDocument/2006/relationships/notesSlide" Target="/ppt/notesSlides/notesSlide8.xml" Id="R617cc91a30e4460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3e83e0b434c4832" /><Relationship Type="http://schemas.openxmlformats.org/officeDocument/2006/relationships/notesSlide" Target="/ppt/notesSlides/notesSlide9.xml" Id="Rd077597ede004f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c517a81fa54604" /><Relationship Type="http://schemas.openxmlformats.org/officeDocument/2006/relationships/notesSlide" Target="/ppt/notesSlides/notesSlide10.xml" Id="R42acc69fee314ea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ada371b06f451b" /><Relationship Type="http://schemas.openxmlformats.org/officeDocument/2006/relationships/notesSlide" Target="/ppt/notesSlides/notesSlide11.xml" Id="R3b0a0794dc174e5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4015bd126143db" /><Relationship Type="http://schemas.openxmlformats.org/officeDocument/2006/relationships/notesSlide" Target="/ppt/notesSlides/notesSlide12.xml" Id="R3f4e05ffee4243d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f94643fdbe4bef" /><Relationship Type="http://schemas.openxmlformats.org/officeDocument/2006/relationships/notesSlide" Target="/ppt/notesSlides/notesSlide13.xml" Id="Re0a02b09208d480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7a511c001540dc" /><Relationship Type="http://schemas.openxmlformats.org/officeDocument/2006/relationships/notesSlide" Target="/ppt/notesSlides/notesSlide14.xml" Id="R800961112b044c6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bde4b55a134368" /><Relationship Type="http://schemas.openxmlformats.org/officeDocument/2006/relationships/notesSlide" Target="/ppt/notesSlides/notesSlide15.xml" Id="Rccf74d01b69f4df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9f46421e324584" /><Relationship Type="http://schemas.openxmlformats.org/officeDocument/2006/relationships/notesSlide" Target="/ppt/notesSlides/notesSlide16.xml" Id="R3fb898f2b2ef41e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1fc408b50d14994" /><Relationship Type="http://schemas.openxmlformats.org/officeDocument/2006/relationships/notesSlide" Target="/ppt/notesSlides/notesSlide17.xml" Id="Rf2b7ce6bd7f243e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b9373fe100481c" /><Relationship Type="http://schemas.openxmlformats.org/officeDocument/2006/relationships/notesSlide" Target="/ppt/notesSlides/notesSlide18.xml" Id="Ref088cc2c79c4dc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a48e7fe64d40a5" /><Relationship Type="http://schemas.openxmlformats.org/officeDocument/2006/relationships/notesSlide" Target="/ppt/notesSlides/notesSlide19.xml" Id="Rfda64fed254a424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cbba12590f84678" /><Relationship Type="http://schemas.openxmlformats.org/officeDocument/2006/relationships/notesSlide" Target="/ppt/notesSlides/notesSlide20.xml" Id="R0dacacbe3c5746f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c149c12b12d49fc" /><Relationship Type="http://schemas.openxmlformats.org/officeDocument/2006/relationships/notesSlide" Target="/ppt/notesSlides/notesSlide21.xml" Id="R7c4e3e9a46de46d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789b1a0ace24343" /><Relationship Type="http://schemas.openxmlformats.org/officeDocument/2006/relationships/notesSlide" Target="/ppt/notesSlides/notesSlide22.xml" Id="Rd511e509379143e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a2cc25da004abc" /><Relationship Type="http://schemas.openxmlformats.org/officeDocument/2006/relationships/notesSlide" Target="/ppt/notesSlides/notesSlide23.xml" Id="Rbc3fba480cfd429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e0744e8518c4897" /><Relationship Type="http://schemas.openxmlformats.org/officeDocument/2006/relationships/notesSlide" Target="/ppt/notesSlides/notesSlide24.xml" Id="R8b1d071aa8784ed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e4b00c7e6b49c4" /><Relationship Type="http://schemas.openxmlformats.org/officeDocument/2006/relationships/notesSlide" Target="/ppt/notesSlides/notesSlide25.xml" Id="Rd1f68b6a69d84d5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f94c0b867040f3" /><Relationship Type="http://schemas.openxmlformats.org/officeDocument/2006/relationships/notesSlide" Target="/ppt/notesSlides/notesSlide26.xml" Id="R7fe7c7271f2b468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a84ca1e37b4879" /><Relationship Type="http://schemas.openxmlformats.org/officeDocument/2006/relationships/notesSlide" Target="/ppt/notesSlides/notesSlide27.xml" Id="R43f55e4f416b41c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619494ce2234c35" /><Relationship Type="http://schemas.openxmlformats.org/officeDocument/2006/relationships/notesSlide" Target="/ppt/notesSlides/notesSlide28.xml" Id="R0bd97a7855804c9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bf98730166488f" /><Relationship Type="http://schemas.openxmlformats.org/officeDocument/2006/relationships/notesSlide" Target="/ppt/notesSlides/notesSlide29.xml" Id="Reaa642c572174c2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14eb09d6fc34580" /><Relationship Type="http://schemas.openxmlformats.org/officeDocument/2006/relationships/notesSlide" Target="/ppt/notesSlides/notesSlide30.xml" Id="R0d6dfa4c0ba441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5DF30F0-081B-4C8D-A03A-61424582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7616238-5984-4B7E-875A-9DF506C3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EAD78F2-3C1F-4916-AB6E-15417E83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C756FC8-41BD-4509-8048-E35EABD9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B1EE55C-C17D-423F-AAC1-68A41573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0C6244D-D873-4022-B12B-BD42A026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96B34B6-118C-402C-947A-30AC4FCB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2026.07.23-15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9FC2F3-1B3B-4768-B16E-DE3BE727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7F3BD61-DC39-4EEA-AD9E-781A2E59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954A671-787E-4C4C-81C9-B7B8CF89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3BF1763-AB74-488B-A2B1-73761063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99238202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D998F17-17DC-41BF-BDCF-A47CB217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DEAD40-1154-4B63-8C05-E1ADAB95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7E12CF1-E758-4669-B4BD-5D82FA32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67EE039-1F1D-4F1C-8AA1-1C4526E7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A385B61-F571-4417-989E-A8EFD3D44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8B7B74A-B297-4258-B9E1-B963B85A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62BBAD5-1421-4BBA-9CD4-BED3E53B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5F650A1-B5FA-4EB8-8477-F9E94B5E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Germany's two official decisions form a legal-evidence anchor.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spans a 195-country research frame, but there are 0 comparable retail-value donors.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3A44990-10C4-4516-A239-6BF1BAAB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0220F5E-3027-4282-8D05-9AA0181A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F66DDDB-6C5D-4D78-A98A-D4F04E60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03388208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CBE1A1F-6E3E-4CDD-B62A-F9E019C1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68C5348-7373-4615-BFE9-CE0AC0B8F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C90CA42-FDB0-4D34-BDEF-C169956F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A02F624-5B8C-4967-9E52-204B9C42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9E54F09-B569-45EA-B35D-BA9AB563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87714B0-C468-4FFB-B8A6-7EFCC2BC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EB8B114-EE5F-43EF-8A65-D609A14ED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18848426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CA2F5EC-F146-4A3C-8BCB-1C2A4096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46666C9-4D88-4634-93B6-7BE17D1BE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20F4830-28C9-4253-8BEE-60F18653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63C110E-E8BC-441E-A0C5-1768678F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CA2F002-2581-42CC-8DBF-54119955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353B01-65EC-4D57-8F13-D1BC9899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4B6BA03-2C9C-4040-AB66-BC019E58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D70F010-6822-4FFC-BB16-93974C86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E16E8A66-AE12-4BE1-A7D5-D40E0682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66C4C52-E2CF-4C2B-B364-E78C9058A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49CD5CC-1FE0-48B0-924F-0684ABAF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156218345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3B22094-308E-404F-B6B0-2C0DA270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BA78067-57D2-4E96-8666-017F52E3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5AC7FA8-AFEC-4C03-B4D3-F5DF86FA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51EE4FA-49E6-46F1-A2EB-CD89F442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B4B3538-511D-48C6-B6FC-D743D821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50CB543-C60D-4B5C-BC5D-4D80A7DA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CCF289D-70BB-4418-AA90-6C73939E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90C0C56-63C4-4713-A098-BF2208E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E7CE5FE-54CD-41B1-94A8-8D31D66E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86EB784-9EF8-4BD4-9D2A-29DEEC204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1E8B1AA-27F3-4569-BB68-4DD650DC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207734826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0A0E51-136C-48FE-84F5-D3979536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0C6C774-5091-4F22-85E0-14997385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060A86-D6E0-4250-AD93-955A9F99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15769F0-C7BC-4303-AA72-233DF4144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C230549-F7CD-403D-9B78-6529CEE5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62245A3-4A19-4787-BA13-444CF2A5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C84D986-E5DE-4FDB-8EB3-79EB1DB9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6797715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2B2AD93-010D-4D2D-A885-AEF2C5C2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9D758CF-D607-4130-BC45-742DB1A2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3B05665-F0B7-429D-AF8F-CA2331D3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EF2C2C0-06CC-4EA9-BC3A-2F7B665A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00343C2-0143-4EBF-B50F-A4D1C72B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6DEEAF0-D1DE-4B15-B0CD-A2010D56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D3BEB69-0FBD-47F6-9993-8C1DC9CC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1A2E53C-905B-4BBA-BC5E-8819E325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0DBDD85-FCB0-4B7E-B3A0-46473E1B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ED96C81-E24D-46E8-923E-2F72E2AF9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43DD4A3-EAC4-41CA-B9EE-2E18B348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D912934-E470-410E-937E-61EC1D6B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84B0DE9-748A-4B73-8670-889DAB8D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E5996C6-E675-4DB6-B137-290693AA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0B4B6F1-85BA-4899-9652-C0942501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79C9983-E922-4A82-BE4F-0FEEF2C1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442E244-F650-4AD2-BCDD-27B0A8D4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D4E95EA-073A-4CEF-8B76-E7C9DDF4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4A28EC2-E035-4E73-BF79-BF5AFFCF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49407879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339FFEB-4B32-4800-91F5-248690EC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2E8EEE-0AD7-4B1D-9A59-C9373C67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0DE16AE-86DC-4034-9627-254467BC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C8331CE-A6BE-4A33-8503-22D397B7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9CE38A0-7FC6-4A70-9CDA-963F41DE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FA52789-565A-4537-8CF6-2FFE17BC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3688693-3885-48F9-A93A-C7D2878F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0D8A48-6F40-4D37-B6BF-CC8DCF092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72F1F77-3E5D-4404-95AB-6952CE9F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125E783-9C23-48AD-BE03-7F7116EB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6B9C17F-B1CD-440C-9C28-F881BAC4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324FDBB-0F5F-4D06-A412-D92A827A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BA47080-9AEB-4F28-99ED-EBE73A15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2E331EA-AF44-4AB2-B7F6-1E1A297F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F1700C6-635A-42B6-9494-AEAD5DC8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3FE9D46-92D6-4ADB-B634-577261BD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0A327A9-F1D9-4CA9-A35B-3F19D76F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B10A940-7368-4C87-A733-15FB977A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64974E59-6ED8-45CB-9364-BE45F542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06D78CD-2889-4CB8-ABA8-D8C59573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64F1C1F-88A3-4DD2-8DEB-FF243002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A7D0E78-2CA0-4356-B817-5D2A956F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47246144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091A8EB-BB21-4058-8E00-6E6DBC68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BD2E201-BB99-4B06-80D5-BE8D3F15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B1C1DC0-66FA-45C1-9C49-C64818B3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58BD86F-A113-4B19-9BDE-80C93DFEA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4A79E66-0BDD-43C0-B0DC-8EF96472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D772EB5-4CF9-4FB4-AC65-12F49BF1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8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9CF08FB-BFB6-4B43-A522-A8CE4DB0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9069092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3FA86A8-3FA6-4581-9E72-6AF4017C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4DA863-0C97-4E69-8EA6-7399BCD5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52AD50E-9748-4C6B-8359-7F65EE72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89CC23E-6DA1-496B-ACF7-AA3CEE0F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1F30F44-E7DF-4144-B540-52222377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D6AE050-D71A-4BE7-8F9E-C7F638A7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1346544-0074-404F-AD1F-4498D6AF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AACEB0F-3898-4CAE-964A-FBA6FB47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E98D14F-D799-4364-834C-18519CA8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08C3DEF-B45C-468C-9DF8-D4227A6F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CFB0685-EC5D-4C38-A2F1-98560E06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7210165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ACBA6BB-7358-4090-959E-B6076CE9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6D3D8A-7E79-4507-B97E-F493C440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EC9AF5B-910D-4403-A8AD-469C6B0C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58476C3-D055-4566-8AE8-D36A30486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9C32EA2-8E50-49A2-A708-017F0170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1F406EB-32C9-4BF1-BF57-BD9E8FB7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67F45F5-A9FD-43D3-AD78-FAAE445F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47011061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9FDAE13-94D8-4E5F-986D-03A16A5C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E53A25-DAB6-4946-8FDC-EA24D76C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84F4AC0-8414-416A-9628-E8DBB9D7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6B8CB1-F5C4-422A-8EE6-96A57CB09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89105D7-CE54-4EDC-8535-E1F0CDE1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76A275D-4AF0-43EA-B9CA-E97B3DF5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72DD68D-1E5B-47F4-97E0-33A47F244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2F8E984-3110-4B71-97AC-E43CD5F9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FE62F71-E04D-4705-853B-DE7B8881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1062214-2A17-4557-B947-3DA03E0C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3A94DB2-B7D6-4F31-AF18-8C0234A4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780594D-D3CE-4E9C-A0F7-63F2AAEC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C8C7FD0-E85E-4F90-A406-C6FADCC3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1666EE8-1C69-4373-A610-84559D55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EB2FF47-F632-4FD5-BB24-57E4C2CF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1C6BACFE-8935-4FCD-8B02-03BC80D4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CD35D1D-DD57-4138-9050-BBAD7E20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44AC600-371A-4F70-BC39-7297A979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68596E0-0389-4F41-A313-23AE8ED2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BAC98CB5-9B76-4F52-9FA5-A85C7D555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779DD26-DC27-406A-8350-89822781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06425BE-949C-403C-BCA6-368BED811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72857463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6745540-D9D6-4BF8-B21B-52AA2CEF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B7D4D17-3EF1-4D94-AF70-644963F8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5-country official observations use different metrics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97AF97D-51C9-4A74-B8C8-19D9E912B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43CF665-D3E5-487B-81CB-99D6D6C7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F20A454-19EC-4715-963C-7BAF1366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Health Canada; Destatis; Vero; Sejm; Swedish Government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EE9E4B-C07D-4BE5-9D55-E872EA49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CAD 1.16bn shipment value; 1,251,843 l of liquid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Sweden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26,000 l; SEK 80m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1B7616-22A2-46DA-9569-ECB5E23F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72753655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35CA511-2141-4653-8F89-E9387CAC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8BA628-0D56-4702-B8BF-AD2B98E4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anchors shipment value, not retail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A956113-AEF6-4E39-8E1E-88DF33145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812F2F2-7F76-44BB-896E-EF84B68B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C7CDE2-BDC2-486C-A1E8-8F2F8739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F6A295D-3789-4636-B036-320A1005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4658361-47FF-4A61-9F0C-5DDAF0C9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F98D0FE-7C38-4CF4-9D63-4BF3CC9B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1.16bn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E4FDD68-D3AB-4A51-B448-0C82DDC4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manufacturer/importer shipments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DA1C121-54DB-4F59-8ED6-C71A911C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C8873B8-53B1-4F08-AE90-1B01AF63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118.9m units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B3236D4-2FC4-45CA-836B-41C68609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units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52AAD0C-BC46-404A-9486-2256B4CC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56C02AA-FEBA-4AEE-A627-B7DFBAFF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1.252m 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47197A3-D7D9-4DEE-A281-AF138A99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reported liquid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D4C1D95-C16B-4E42-8695-EAC83263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4BF0B48D-BB26-4B33-9C07-B67BC3FC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9308CE8-C6FD-4162-AE06-B337B3C3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EF38176-23F4-4027-95BF-2B7FC37E3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official full-year shipment value to wholesalers or retailers covers all four reported product categories. It is not consumer retail purchases, and Health Canada may revise the data.</a:t>
            </a:r>
          </a:p>
        </p:txBody>
      </p:sp>
    </p:spTree>
    <p:extLst>
      <p:ext uri="{BB962C8B-B14F-4D97-AF65-F5344CB8AC3E}">
        <p14:creationId xmlns:p14="http://schemas.microsoft.com/office/powerpoint/2010/main" val="100044479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05A41A8-E4FA-4822-A83D-6C24FB1D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3914EC8-09F2-4DA4-BC73-863DFA85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8FCD2C9-FF16-4F7B-9D79-816AC47D0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A13BCC5-E100-4A26-8044-123DB7DD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F2A9110-4D33-4071-BEDF-4E7D47FE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43940D-ABE9-49AB-B389-9FF47AEA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674A5C1-BA2D-403B-84F5-F6378F3D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76749375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EF898F0-6F48-4351-8A65-C6C1CD03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B081CD2-C02E-4D01-95C2-0F70B498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10A2380-0FC5-4322-96C7-8C4FE27E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94DA584-0306-48E9-BEDD-D527C895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C95FC7D-69DF-480D-B2EE-024041E8D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8C9AD06-6F2F-461F-9413-4EA62A36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60CB0AC-4372-41C8-A578-861FE5FC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2BB6DA2-9CE6-441E-A545-43427FD2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BB970A5-E9D5-42C2-8E2D-5709556A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340A95A-E07A-4A9D-B114-3DED20C6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C595141-1629-43D3-8148-E3AD4DFC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51ED1F4-27EC-4595-A584-741AFCDF6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A8379C-2F54-43B5-9407-25026EBD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258FC30-B868-4F74-9F45-A00F00CD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4DCA781-CF4C-4929-AF9B-1AA524E5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3EF24C7-1837-4FFB-BCDA-D41CB29E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B9B4875-402A-41C6-9A09-3280CB71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612014E-4DD9-4C61-9C89-712A1C73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9D55597-A827-4DC5-AFB9-71124A89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5307003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1E72BD2-0DAD-493F-9E70-A96BA284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C7DB466-532B-4A22-BBE4-37E11333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79E429-9097-4BB4-9605-C4B78286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1B082CA-3388-42B4-89E7-697B4549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B7C2822-0053-4279-8825-2FA23032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6ED322C-B223-497E-BB1B-A67801B0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5F222EF-4096-4BA2-B3C1-2AFA063A7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6D7293E-B111-4D73-BDD2-35592DF1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7204EBF-DF5F-4EA2-A12E-471B5AF0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55D01E1-8905-4FBD-9F47-CBF5AA00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D98EC9C-F823-431A-81D9-7E60372E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DE22EF3-399F-43CA-8C49-73388ED2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33947C0-0EB8-49BC-B9CA-58050D29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099024E-54C5-4B6D-9F5D-0FED564C4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8E81500-AE27-4C15-94A9-BC372107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DFF3B78-1205-48E8-A4AC-A6AC3104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range is wide because product scopes and methods may differ.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03BF453-26AD-4720-94B2-98F6A46F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C725D0F-83FB-44D7-AA77-3600331C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8964BC1-E8D7-482B-9B81-E082956A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estimates are compared with each other. They are not summed, and the range is not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123652018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ECCACC-E72C-4AC2-B22D-837AA3AA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B106F01-8517-427E-922E-C909AA3E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A96FBA9-8348-4F5E-AB06-188F2BC3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147842B-E6D1-462E-94D1-9C505635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0387B6A-5272-4BBD-9527-CABC3DBB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Market-values model; Readiness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061993B-D1DC-4743-9F19-F8BDF236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570F061-5E96-4054-AC5C-30F858D3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comparable consumer-retail donor count is 0; the hard gate is not met.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02A859-C20D-4614-9752-4FB13CAB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same product scope and calendar year.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Consumer retail value, not a shipment, tax or volume proxy.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 and regulatory types, plus direct validation in major economies.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8E8E2BA-83DE-4BD3-8455-4DB56FC9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72A8F4F-D57C-4CCA-AB1F-748EF666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773EE02-CAC7-4900-BDB9-6155F9D5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24726994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954B448-B94F-44A1-9834-B660AB22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889263-5DF1-4158-A946-4C038C4B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CB2085-4BF5-4F1F-8F86-5138C42F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E4733D4-FE70-4AF0-BA15-25CC9291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3F190E8-90F0-4F61-9ABF-D718E69C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F39ACBE-5EC4-4B60-A7BD-D0D14BCC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60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B717BCE-D21C-4A9F-86DF-16F30FE6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371648555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8CA4135-B5A9-4E83-B012-EBE0646B5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49B3941-C222-4B78-8CF4-12C6BD4F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A860AC-1113-4A40-B2BF-53D86AAD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701ACE9-5F85-4695-BB64-CE3FD926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3D4289-3CCC-4C29-A5CA-B2DC9C7E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5FB4CEF-550B-468E-968F-AA9036CD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A868732-480D-45F6-B65A-3FDD8E7F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A1C6381-390B-4135-B1DF-8E8317EC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0BA48DB-30CB-414B-BBBD-D386D67E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A39BF4F-6C2C-4F4C-BC2D-42FA660B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0112DFD-CBFB-420F-BB46-0051AE40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177141309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1EA30AE-3698-4510-89BD-1A761A39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BFEBB94-8E54-4A0B-800F-6AB6B306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A6990FB-D806-443E-B672-3C2DFF72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DC0F592-409A-4AEE-8DFA-D3CC1A47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10013B-1D6B-4B03-A1DD-DFB1452F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101D68E-35E1-4858-ADAB-D10AF53A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898A0E5-0F2F-4529-AAA5-B0BB1551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16616855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8251797-4708-4B6E-BF0B-2EBF6A810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CAF0127-C40A-4A49-AFDB-8C9EEAA5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46649F0-112E-45E9-A60C-21B0D842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598B5C-61AE-41F9-BB01-D1C7843D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8E7E52E-6D49-48B1-938F-4CD793CC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1A17E22-7218-4D69-99A8-2D024328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7507865-2D62-4D64-973E-62178246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E151E6-2F54-4AD4-B9D5-87ED9B2B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A96C4EF-1EE2-496E-9CE2-1C559CFC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602F4FC-6969-44E1-90D1-F002DB7D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29E489A-EDBC-4B52-A8B3-DBBDCFF0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6DD3ECF-8B3C-4CE6-AC75-B39D834A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299553E-2755-4688-B7B9-17621F2B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397107C-2B18-47F8-99DE-05613E94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CD4B8F5-C906-4743-BEB5-62C7C7D3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8EA2E9F-D410-4CC1-83F6-242D513E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DDACD4B-A16C-47FE-8EEE-BC4222AC2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64505E6-C5F2-4C15-83F3-65C92090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FC99567B-DBB8-4367-8BCB-06CD6246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0C59E49-6DA4-426B-B8CB-BF1227E2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1E46C67-4571-45AA-95EC-704FE044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104ECE72-332F-407C-B208-4081AA77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B0516F1-9D68-4832-93BD-D7691AA5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141719664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B21771-AC80-42B7-B7E6-CA8473CF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F715272-E949-4998-A8B0-F1D7C8D1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D96491A-CB7B-4176-961F-71D3A635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828E4DA-5CD3-48F5-B309-51C51F530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DB81B50-4B66-4E64-980B-F2F0A45D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071F2C-2D2D-4341-B150-ACB5321F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F5CB4FC-F29C-4E04-8253-3EAFB78C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0072504-580D-4FB1-B0DD-5D9331D0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74C329C-659D-44F4-9A68-016D0EA6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1DB0885-610B-466A-94E4-99E5D2BC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113894E-2877-4B66-9647-9A0B26DF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D8989D9-DE1A-41A2-909D-86ED38CE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9BD8727-29E2-416C-9899-43A7F89D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63AD981-F552-4EF1-91CE-6F836601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3D039FAC-2F5F-4EAC-9FC6-159E077B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73A4C5C-A2A9-49F8-BFBD-32D3467BC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568B7F8-D69C-469C-B3F6-89F0BC13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D2383AA-977B-4AA6-A1E1-102D9CF93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496D5E6C-7945-4DC4-A659-B169DD50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90AD79E-68D2-4789-AAC4-DF27E088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23883B9-4502-48D9-8E6E-C45B589C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AE08402-BDE7-474D-A235-DA9E07AB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D6025C6-F10C-48DE-A0F0-B30E2198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73943037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8E764E8-F07A-48B6-9E51-16E0BD49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88A384B-C3E6-4C3D-AD90-7E13395E1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ADF716D-0A50-4980-BAEF-9D6D7686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E24C5C4-7D2F-4BF9-B7A4-3DE3E59D1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69B5467-F923-41CC-BF19-44BBFC47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61D4722-A0AD-48DC-8438-6D3B7238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5EA4933-518D-4C25-B5D3-CBA1E3C4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29856215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3EFD112-544A-4F3B-BAE4-705F9E654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052E7C3-89DF-4CD6-8C4F-E09E030F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A40DA73-A59A-41E7-B05D-20823855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DB249C0-DC75-4D82-9EB1-F7796917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25F7AC1-74A9-4DF5-AAA7-6819BF33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FD636C9-2577-41EB-A476-2EE09C51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435C232-1654-43F3-826E-B5820C86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9439175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9A8737A-36E6-4A39-8F77-CB762DF5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F040002-741A-48E5-96F6-8DA10C46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51442A0-2A60-404C-9BD7-4A5B8D56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F00B5A5-8CDB-4C80-B7A6-518AF08B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7775223-8069-47E0-86DD-15FC2049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B9F81F4-197E-49CC-AE35-8D242AF7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777EE5-1BEC-486D-A6CE-AA4B31D3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436014905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04BBBF-865B-4D05-AD1D-B8CFFF7F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FBF83C6-959F-4B2E-AD64-C970F1C0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BBF07A-5BE4-4DF1-9B42-53CA26AEA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3020F89-66CC-47CE-ABAE-E9BDFCC6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FE7157E-7D3F-4F42-8613-259E4F894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81AEE8D-AF20-417D-B10C-A1FAAF04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653286B-5278-49D5-A9D3-DC153A4A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34978468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0E6BBFA-6C88-43E8-9817-74C602D9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704F942-60FE-416B-9313-C1EDFBC5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EEB479B-7AC1-4155-A2EC-5FA9C783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32765A8-F560-43B2-A2C2-DED7FC4D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3B5FEA7-09E7-4087-AC1E-4C5C69E4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5434194-F368-4FB6-8B6D-363C4C7B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3F5CB61-F8A9-4868-B836-7CF1DAD9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1811767928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759CF45-23D3-4C31-8EB7-B94FE6C7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960F9F-1F5A-4C5F-BFBB-840194EA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A5ED83-E685-4FE1-8D39-C27301C5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4FBD3B2-3D0E-455B-8249-C42C643B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E76BB81-C829-48DD-856D-96750591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D7C38A7-5D1C-4115-9FC0-45A1A2F05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B69B5FB-5FB9-4BC1-8054-8DF3ADF7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3096471-29A8-442E-9278-267853DB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2883062-4C1E-4B96-9C08-DA1369D7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0FC2C7A-D258-40CF-8FC1-2CD802B1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124134A-48DB-4EBF-97A2-3410B543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7C9AE86-D2D4-4F91-9DFE-E1CE1BA7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845258D-D125-4652-895B-88C85A66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7CE76BE-8E19-4404-B664-C5FE0040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930DBA3A-D28E-49F1-8040-38E567D1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69F9244-F6FB-45D4-A301-A47290B0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11AEA2F-4774-4BCB-B1FD-44EA84705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80A168C-2684-4EF7-8B30-D1D8BD6F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237A968-0019-46EC-8497-E88DAE26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B2C1DF3-12BF-4DE7-A229-325D09AC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209A6E5-39CA-4CA2-AB0F-000044D17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60E7D52-01C0-4FAC-9170-48B158CA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E8A2270-18D3-4C97-87E5-2F3568A3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77562689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CE001A7-44AC-41BA-B382-DA15593D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ECC96B-5555-4085-97AD-EF93EAC6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ABA2B99-5BCF-42D8-90D3-EED2B6BA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6544F76-CD74-474F-8A2C-221AA278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2026.07.23-15 · 2026-07-22 · 30 / 30</a:t>
            </a:r>
          </a:p>
        </p:txBody>
      </p:sp>
    </p:spTree>
    <p:extLst>
      <p:ext uri="{BB962C8B-B14F-4D97-AF65-F5344CB8AC3E}">
        <p14:creationId xmlns:p14="http://schemas.microsoft.com/office/powerpoint/2010/main" val="193310039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2026-07-23T18:16:44.2870000Z</dcterms:created>
  <dcterms:modified xsi:type="dcterms:W3CDTF">2026-07-23T18:16:44.2870000Z</dcterms:modified>
</coreProperties>
</file>