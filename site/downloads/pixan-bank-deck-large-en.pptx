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4a115840644c4b" /><Relationship Type="http://schemas.openxmlformats.org/officeDocument/2006/relationships/extended-properties" Target="/docProps/app.xml" Id="Rce14d0da2fad4c1e" /><Relationship Type="http://schemas.openxmlformats.org/officeDocument/2006/relationships/officeDocument" Target="/ppt/presentation.xml" Id="R782734bcf28645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368825e36b4fd9"/>
  </p:sldMasterIdLst>
  <p:notesMasterIdLst>
    <p:notesMasterId xmlns:r="http://schemas.openxmlformats.org/officeDocument/2006/relationships" r:id="R4b9fc06309fc4204"/>
  </p:notesMasterIdLst>
  <p:sldIdLst>
    <p:sldId xmlns:r="http://schemas.openxmlformats.org/officeDocument/2006/relationships" id="256" r:id="R5819343070634cef"/>
    <p:sldId xmlns:r="http://schemas.openxmlformats.org/officeDocument/2006/relationships" id="257" r:id="R9d432ab0e0034038"/>
    <p:sldId xmlns:r="http://schemas.openxmlformats.org/officeDocument/2006/relationships" id="258" r:id="R8d478dd64edb40da"/>
    <p:sldId xmlns:r="http://schemas.openxmlformats.org/officeDocument/2006/relationships" id="259" r:id="R87025964a6a24a7d"/>
    <p:sldId xmlns:r="http://schemas.openxmlformats.org/officeDocument/2006/relationships" id="260" r:id="R72441db936224662"/>
    <p:sldId xmlns:r="http://schemas.openxmlformats.org/officeDocument/2006/relationships" id="261" r:id="Raa617ee634394417"/>
    <p:sldId xmlns:r="http://schemas.openxmlformats.org/officeDocument/2006/relationships" id="262" r:id="R89eb1c3f3db24944"/>
    <p:sldId xmlns:r="http://schemas.openxmlformats.org/officeDocument/2006/relationships" id="263" r:id="Rb235f95d3c2948f6"/>
    <p:sldId xmlns:r="http://schemas.openxmlformats.org/officeDocument/2006/relationships" id="264" r:id="Rdf5f42d5f0e7480f"/>
    <p:sldId xmlns:r="http://schemas.openxmlformats.org/officeDocument/2006/relationships" id="265" r:id="R6d1bc062ed034f8a"/>
    <p:sldId xmlns:r="http://schemas.openxmlformats.org/officeDocument/2006/relationships" id="266" r:id="Rf8d60cb95d594bb1"/>
    <p:sldId xmlns:r="http://schemas.openxmlformats.org/officeDocument/2006/relationships" id="267" r:id="R5e56c8370c5645ea"/>
    <p:sldId xmlns:r="http://schemas.openxmlformats.org/officeDocument/2006/relationships" id="268" r:id="R47dd90e9007f47ac"/>
    <p:sldId xmlns:r="http://schemas.openxmlformats.org/officeDocument/2006/relationships" id="269" r:id="Rd1fb6aafd1d8430f"/>
    <p:sldId xmlns:r="http://schemas.openxmlformats.org/officeDocument/2006/relationships" id="270" r:id="R584ac5112598460f"/>
    <p:sldId xmlns:r="http://schemas.openxmlformats.org/officeDocument/2006/relationships" id="271" r:id="Re001857d585044f2"/>
    <p:sldId xmlns:r="http://schemas.openxmlformats.org/officeDocument/2006/relationships" id="272" r:id="Rc0cc41df25304854"/>
    <p:sldId xmlns:r="http://schemas.openxmlformats.org/officeDocument/2006/relationships" id="273" r:id="Rb9ef766d173f49c4"/>
    <p:sldId xmlns:r="http://schemas.openxmlformats.org/officeDocument/2006/relationships" id="274" r:id="R82891c044bb6447e"/>
    <p:sldId xmlns:r="http://schemas.openxmlformats.org/officeDocument/2006/relationships" id="275" r:id="R61c24c2cb01a42f4"/>
    <p:sldId xmlns:r="http://schemas.openxmlformats.org/officeDocument/2006/relationships" id="276" r:id="R841b2a2999df4b53"/>
    <p:sldId xmlns:r="http://schemas.openxmlformats.org/officeDocument/2006/relationships" id="277" r:id="Raed329f1439a4e4f"/>
    <p:sldId xmlns:r="http://schemas.openxmlformats.org/officeDocument/2006/relationships" id="278" r:id="Ra49e624f541f4eed"/>
    <p:sldId xmlns:r="http://schemas.openxmlformats.org/officeDocument/2006/relationships" id="279" r:id="R8e793e9cb4ec43fe"/>
    <p:sldId xmlns:r="http://schemas.openxmlformats.org/officeDocument/2006/relationships" id="280" r:id="Rb47d13aec2e245ff"/>
    <p:sldId xmlns:r="http://schemas.openxmlformats.org/officeDocument/2006/relationships" id="281" r:id="R0a79524b069e40fc"/>
    <p:sldId xmlns:r="http://schemas.openxmlformats.org/officeDocument/2006/relationships" id="282" r:id="Rd96bf982a48d4e2f"/>
    <p:sldId xmlns:r="http://schemas.openxmlformats.org/officeDocument/2006/relationships" id="283" r:id="R02697207f4724baa"/>
    <p:sldId xmlns:r="http://schemas.openxmlformats.org/officeDocument/2006/relationships" id="284" r:id="R719193222f574680"/>
    <p:sldId xmlns:r="http://schemas.openxmlformats.org/officeDocument/2006/relationships" id="285" r:id="Rc49b7ce462f249db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d33dac89794085" /><Relationship Type="http://schemas.openxmlformats.org/officeDocument/2006/relationships/slideMaster" Target="/ppt/slideMasters/slideMaster1.xml" Id="Rce368825e36b4fd9" /><Relationship Type="http://schemas.openxmlformats.org/officeDocument/2006/relationships/notesMaster" Target="/ppt/notesMasters/notesMaster1.xml" Id="R4b9fc06309fc4204" /><Relationship Type="http://schemas.openxmlformats.org/officeDocument/2006/relationships/presProps" Target="/ppt/presProps.xml" Id="R3b26043ce5e74ca4" /><Relationship Type="http://schemas.openxmlformats.org/officeDocument/2006/relationships/viewProps" Target="/ppt/viewProps.xml" Id="R5c7ff04c19e44eb3" /><Relationship Type="http://schemas.openxmlformats.org/officeDocument/2006/relationships/tableStyles" Target="/ppt/tableStyles.xml" Id="R98fd83eb5b0e4406" /><Relationship Type="http://schemas.openxmlformats.org/officeDocument/2006/relationships/slide" Target="/ppt/slides/slide1.xml" Id="R5819343070634cef" /><Relationship Type="http://schemas.openxmlformats.org/officeDocument/2006/relationships/slide" Target="/ppt/slides/slide2.xml" Id="R9d432ab0e0034038" /><Relationship Type="http://schemas.openxmlformats.org/officeDocument/2006/relationships/slide" Target="/ppt/slides/slide3.xml" Id="R8d478dd64edb40da" /><Relationship Type="http://schemas.openxmlformats.org/officeDocument/2006/relationships/slide" Target="/ppt/slides/slide4.xml" Id="R87025964a6a24a7d" /><Relationship Type="http://schemas.openxmlformats.org/officeDocument/2006/relationships/slide" Target="/ppt/slides/slide5.xml" Id="R72441db936224662" /><Relationship Type="http://schemas.openxmlformats.org/officeDocument/2006/relationships/slide" Target="/ppt/slides/slide6.xml" Id="Raa617ee634394417" /><Relationship Type="http://schemas.openxmlformats.org/officeDocument/2006/relationships/slide" Target="/ppt/slides/slide7.xml" Id="R89eb1c3f3db24944" /><Relationship Type="http://schemas.openxmlformats.org/officeDocument/2006/relationships/slide" Target="/ppt/slides/slide8.xml" Id="Rb235f95d3c2948f6" /><Relationship Type="http://schemas.openxmlformats.org/officeDocument/2006/relationships/slide" Target="/ppt/slides/slide9.xml" Id="Rdf5f42d5f0e7480f" /><Relationship Type="http://schemas.openxmlformats.org/officeDocument/2006/relationships/slide" Target="/ppt/slides/slide10.xml" Id="R6d1bc062ed034f8a" /><Relationship Type="http://schemas.openxmlformats.org/officeDocument/2006/relationships/slide" Target="/ppt/slides/slide11.xml" Id="Rf8d60cb95d594bb1" /><Relationship Type="http://schemas.openxmlformats.org/officeDocument/2006/relationships/slide" Target="/ppt/slides/slide12.xml" Id="R5e56c8370c5645ea" /><Relationship Type="http://schemas.openxmlformats.org/officeDocument/2006/relationships/slide" Target="/ppt/slides/slide13.xml" Id="R47dd90e9007f47ac" /><Relationship Type="http://schemas.openxmlformats.org/officeDocument/2006/relationships/slide" Target="/ppt/slides/slide14.xml" Id="Rd1fb6aafd1d8430f" /><Relationship Type="http://schemas.openxmlformats.org/officeDocument/2006/relationships/slide" Target="/ppt/slides/slide15.xml" Id="R584ac5112598460f" /><Relationship Type="http://schemas.openxmlformats.org/officeDocument/2006/relationships/slide" Target="/ppt/slides/slide16.xml" Id="Re001857d585044f2" /><Relationship Type="http://schemas.openxmlformats.org/officeDocument/2006/relationships/slide" Target="/ppt/slides/slide17.xml" Id="Rc0cc41df25304854" /><Relationship Type="http://schemas.openxmlformats.org/officeDocument/2006/relationships/slide" Target="/ppt/slides/slide18.xml" Id="Rb9ef766d173f49c4" /><Relationship Type="http://schemas.openxmlformats.org/officeDocument/2006/relationships/slide" Target="/ppt/slides/slide19.xml" Id="R82891c044bb6447e" /><Relationship Type="http://schemas.openxmlformats.org/officeDocument/2006/relationships/slide" Target="/ppt/slides/slide20.xml" Id="R61c24c2cb01a42f4" /><Relationship Type="http://schemas.openxmlformats.org/officeDocument/2006/relationships/slide" Target="/ppt/slides/slide21.xml" Id="R841b2a2999df4b53" /><Relationship Type="http://schemas.openxmlformats.org/officeDocument/2006/relationships/slide" Target="/ppt/slides/slide22.xml" Id="Raed329f1439a4e4f" /><Relationship Type="http://schemas.openxmlformats.org/officeDocument/2006/relationships/slide" Target="/ppt/slides/slide23.xml" Id="Ra49e624f541f4eed" /><Relationship Type="http://schemas.openxmlformats.org/officeDocument/2006/relationships/slide" Target="/ppt/slides/slide24.xml" Id="R8e793e9cb4ec43fe" /><Relationship Type="http://schemas.openxmlformats.org/officeDocument/2006/relationships/slide" Target="/ppt/slides/slide25.xml" Id="Rb47d13aec2e245ff" /><Relationship Type="http://schemas.openxmlformats.org/officeDocument/2006/relationships/slide" Target="/ppt/slides/slide26.xml" Id="R0a79524b069e40fc" /><Relationship Type="http://schemas.openxmlformats.org/officeDocument/2006/relationships/slide" Target="/ppt/slides/slide27.xml" Id="Rd96bf982a48d4e2f" /><Relationship Type="http://schemas.openxmlformats.org/officeDocument/2006/relationships/slide" Target="/ppt/slides/slide28.xml" Id="R02697207f4724baa" /><Relationship Type="http://schemas.openxmlformats.org/officeDocument/2006/relationships/slide" Target="/ppt/slides/slide29.xml" Id="R719193222f574680" /><Relationship Type="http://schemas.openxmlformats.org/officeDocument/2006/relationships/slide" Target="/ppt/slides/slide30.xml" Id="Rc49b7ce462f249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c4b59b0f0c43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5f263fdc6b4c21" /><Relationship Type="http://schemas.openxmlformats.org/officeDocument/2006/relationships/notesMaster" Target="/ppt/notesMasters/notesMaster1.xml" Id="Rcf44e06f27bf4d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8a5d497614f03" /><Relationship Type="http://schemas.openxmlformats.org/officeDocument/2006/relationships/notesMaster" Target="/ppt/notesMasters/notesMaster1.xml" Id="R996bcdad30de4a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c05eb63fa14c8a" /><Relationship Type="http://schemas.openxmlformats.org/officeDocument/2006/relationships/notesMaster" Target="/ppt/notesMasters/notesMaster1.xml" Id="R6f76c6f37d6044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e4a56d25df4fa0" /><Relationship Type="http://schemas.openxmlformats.org/officeDocument/2006/relationships/notesMaster" Target="/ppt/notesMasters/notesMaster1.xml" Id="R803b830db11848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896ffae2a745c6" /><Relationship Type="http://schemas.openxmlformats.org/officeDocument/2006/relationships/notesMaster" Target="/ppt/notesMasters/notesMaster1.xml" Id="Rc8769ab231e346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30eb183fe14a53" /><Relationship Type="http://schemas.openxmlformats.org/officeDocument/2006/relationships/notesMaster" Target="/ppt/notesMasters/notesMaster1.xml" Id="R47f09331781346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99fd760cff4d39" /><Relationship Type="http://schemas.openxmlformats.org/officeDocument/2006/relationships/notesMaster" Target="/ppt/notesMasters/notesMaster1.xml" Id="R458575f1c79242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20eb0e3f63416c" /><Relationship Type="http://schemas.openxmlformats.org/officeDocument/2006/relationships/notesMaster" Target="/ppt/notesMasters/notesMaster1.xml" Id="Re88cbcc197794c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f3e08e3504435b" /><Relationship Type="http://schemas.openxmlformats.org/officeDocument/2006/relationships/notesMaster" Target="/ppt/notesMasters/notesMaster1.xml" Id="Rf2648aa6cf23455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efa5fea5fa4d20" /><Relationship Type="http://schemas.openxmlformats.org/officeDocument/2006/relationships/notesMaster" Target="/ppt/notesMasters/notesMaster1.xml" Id="R22fa11e60e6e41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b7fa8d872a4c09" /><Relationship Type="http://schemas.openxmlformats.org/officeDocument/2006/relationships/notesMaster" Target="/ppt/notesMasters/notesMaster1.xml" Id="Ra8c6c8b8ec224f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62278fbdd749cb" /><Relationship Type="http://schemas.openxmlformats.org/officeDocument/2006/relationships/notesMaster" Target="/ppt/notesMasters/notesMaster1.xml" Id="R9f0313e6145e4ec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8583990c6404d96" /><Relationship Type="http://schemas.openxmlformats.org/officeDocument/2006/relationships/notesMaster" Target="/ppt/notesMasters/notesMaster1.xml" Id="R9e133173f8f54d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d1e98ca2c34a2c" /><Relationship Type="http://schemas.openxmlformats.org/officeDocument/2006/relationships/notesMaster" Target="/ppt/notesMasters/notesMaster1.xml" Id="Rb514e8a3602a49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b425f8d2f34942" /><Relationship Type="http://schemas.openxmlformats.org/officeDocument/2006/relationships/notesMaster" Target="/ppt/notesMasters/notesMaster1.xml" Id="R3984f8e92f3245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53d446306749a0" /><Relationship Type="http://schemas.openxmlformats.org/officeDocument/2006/relationships/notesMaster" Target="/ppt/notesMasters/notesMaster1.xml" Id="Rd960643d400840d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c3c83ba36147de" /><Relationship Type="http://schemas.openxmlformats.org/officeDocument/2006/relationships/notesMaster" Target="/ppt/notesMasters/notesMaster1.xml" Id="Rd88cd9835bac4d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5474d1406d84e18" /><Relationship Type="http://schemas.openxmlformats.org/officeDocument/2006/relationships/notesMaster" Target="/ppt/notesMasters/notesMaster1.xml" Id="R3a9d7039835546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7a868e9040c498a" /><Relationship Type="http://schemas.openxmlformats.org/officeDocument/2006/relationships/notesMaster" Target="/ppt/notesMasters/notesMaster1.xml" Id="Rf79d8b0d275b4a6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08c17565004396" /><Relationship Type="http://schemas.openxmlformats.org/officeDocument/2006/relationships/notesMaster" Target="/ppt/notesMasters/notesMaster1.xml" Id="R3070f5ce460c477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858271f681c4930" /><Relationship Type="http://schemas.openxmlformats.org/officeDocument/2006/relationships/notesMaster" Target="/ppt/notesMasters/notesMaster1.xml" Id="Rab61b31bc0ec487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560a30e169e4d82" /><Relationship Type="http://schemas.openxmlformats.org/officeDocument/2006/relationships/notesMaster" Target="/ppt/notesMasters/notesMaster1.xml" Id="R13dafa848fe4451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0cacc7ced924481" /><Relationship Type="http://schemas.openxmlformats.org/officeDocument/2006/relationships/notesMaster" Target="/ppt/notesMasters/notesMaster1.xml" Id="R09f0e03ca7404e3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8758a7ab724c79" /><Relationship Type="http://schemas.openxmlformats.org/officeDocument/2006/relationships/notesMaster" Target="/ppt/notesMasters/notesMaster1.xml" Id="R6e8631969ae1414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265c15d45d9402f" /><Relationship Type="http://schemas.openxmlformats.org/officeDocument/2006/relationships/notesMaster" Target="/ppt/notesMasters/notesMaster1.xml" Id="R430220fa17f94d6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f97d2f5248e4079" /><Relationship Type="http://schemas.openxmlformats.org/officeDocument/2006/relationships/notesMaster" Target="/ppt/notesMasters/notesMaster1.xml" Id="Rfae7accb4db846b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b283b7e81544095" /><Relationship Type="http://schemas.openxmlformats.org/officeDocument/2006/relationships/notesMaster" Target="/ppt/notesMasters/notesMaster1.xml" Id="Ra87c4ae0bb2b458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391f6c2d0fb4f5c" /><Relationship Type="http://schemas.openxmlformats.org/officeDocument/2006/relationships/notesMaster" Target="/ppt/notesMasters/notesMaster1.xml" Id="R2e201703aa2e484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811a8aef4444332" /><Relationship Type="http://schemas.openxmlformats.org/officeDocument/2006/relationships/notesMaster" Target="/ppt/notesMasters/notesMaster1.xml" Id="R0d08ae81d5f04eb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08bf028d5c64707" /><Relationship Type="http://schemas.openxmlformats.org/officeDocument/2006/relationships/notesMaster" Target="/ppt/notesMasters/notesMaster1.xml" Id="Ra2038c0e22334b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6effd5ea340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003fbd02c41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0df8d67214430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5a97a5837c45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2fada93ceb4e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f1ae618d494c3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1250f3b4fc40b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98cba0bb6434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02b21bfdc48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26fc5257f409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4f8bfdce947f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2B498F-C8F5-40F2-8817-89594F8B0B1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C1D041E-B309-4935-A433-51313FA49C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ACBE5B-6F51-48A2-A75A-2C2D4C1D91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611E20A-C95B-42F0-897B-F886F7D993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F0B808-1A19-4D0C-B679-9C7F4935F0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4A62BD-86ED-4F8C-985E-B6A14FE00A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44C21F2-2083-4189-AE68-4FD75AF957E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5D2667-7AE5-49B2-9B2E-413CF5F950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441044-0EE1-4520-989B-C5C9253BFB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BEF862-173E-4274-92D9-D0CBED0A96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CCB851-1801-416E-B7AC-417D4BCE3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0FCE41-1382-44A1-8EB6-7320692690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1BBCAF-B5CB-4C91-B0A4-415D3E336E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D5D1573-9EDA-4072-A63A-55415C8148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9CD300-961C-426F-B85C-03EBEC6E05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F360B6-5637-461F-A0A2-AE90D23898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41805B-72CC-4D97-B4F4-9D19974C171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3B71B21-D5BA-4913-83A6-03406A863B8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364A685-3879-40D1-91C4-73FFA0F260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E8500F8-521A-47EB-AADF-E4FDD20140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F9C0102-EB42-460A-8B03-1EBEA004D6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178986-0670-4175-8FAB-CDD1B91C2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4BEB0C-54DD-4B44-904E-EC2E9BCC68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B162B1A-DD94-480B-83C2-63383DF21A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D9BADA5-B6E6-412C-8C31-F618A0AE900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60BC57E-83C8-4488-8F6D-E12A2C7417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6BD92F1-2855-4D32-A1A2-2DA6F1B478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AB70325-27D8-4567-9A37-A1387F4B27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32778FB-4639-43ED-BEE0-1C9928EF33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6C24D9-B103-43EE-B444-D1259E30B1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856551E-CBD2-454A-B1BE-3BD3B47272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AA97748-BCF4-44F5-A6C8-4CBC951A78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83B9CF2-2D12-4AA5-87E7-F8CE07872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F499B53-BF1E-4A8E-A0F1-8139BE046C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874C5E9-8459-4C45-B3DC-6B20534D06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E569568-FE13-42CA-8289-FCF0D11C9B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E64830-6404-4302-9414-EB451EB943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49C431E-2565-4672-AC36-A5EDCA0F1F6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07CA220-25ED-4348-A0E4-3E1FFC2DCE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1EFB20-9C02-4922-B46D-C7C28141C7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0EF1C33-F4D6-45E4-B3AE-FE8834B94C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73C38-FBE6-4644-A151-608DE6C7C3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9F0477-BC24-4934-8FDC-CC003220F2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EEAA784-6F00-4E5F-B5D6-961C9A92BC5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AFB2E4-9B93-41A7-866B-9BA49BB9D5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A893AE-F857-4153-9E5D-8C4211A6F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8D231C-2876-44DC-B0EA-13F9E9674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885D03C-2787-4568-96BF-BE5882C99F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CE4B95-2B64-4D7A-8907-870990D7C7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C5D85F-FF13-43C5-A26C-70183439E8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85B98D-A421-4953-942A-3F88591E2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7DE992-2165-4085-A16F-3B26B421A7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6FA4924-71D7-4358-A986-17050009B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F46077C-E8A1-4F20-A66C-58465938AF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676CFC-4027-4C7A-AB7A-3F2D5DD657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184D48-B98B-43AC-A701-220C52AF19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028F9D-DD50-4739-999A-C742F06C70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BE7AB0-A249-4409-87EB-AC123689AB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f0732afb2e4514" /><Relationship Type="http://schemas.openxmlformats.org/officeDocument/2006/relationships/slideLayout" Target="/ppt/slideLayouts/slideLayout1.xml" Id="R155d5e078f5041c8" /><Relationship Type="http://schemas.openxmlformats.org/officeDocument/2006/relationships/slideLayout" Target="/ppt/slideLayouts/slideLayout2.xml" Id="Rfceffbe568ad4021" /><Relationship Type="http://schemas.openxmlformats.org/officeDocument/2006/relationships/slideLayout" Target="/ppt/slideLayouts/slideLayout3.xml" Id="R81f394d44b364983" /><Relationship Type="http://schemas.openxmlformats.org/officeDocument/2006/relationships/slideLayout" Target="/ppt/slideLayouts/slideLayout4.xml" Id="R6dd83de2137241d2" /><Relationship Type="http://schemas.openxmlformats.org/officeDocument/2006/relationships/slideLayout" Target="/ppt/slideLayouts/slideLayout5.xml" Id="R05009a37861a461e" /><Relationship Type="http://schemas.openxmlformats.org/officeDocument/2006/relationships/slideLayout" Target="/ppt/slideLayouts/slideLayout6.xml" Id="Rc6511cc0fbae4e26" /><Relationship Type="http://schemas.openxmlformats.org/officeDocument/2006/relationships/slideLayout" Target="/ppt/slideLayouts/slideLayout7.xml" Id="Rb7ec10971e724373" /><Relationship Type="http://schemas.openxmlformats.org/officeDocument/2006/relationships/slideLayout" Target="/ppt/slideLayouts/slideLayout8.xml" Id="R464ed4f1fc3c424f" /><Relationship Type="http://schemas.openxmlformats.org/officeDocument/2006/relationships/slideLayout" Target="/ppt/slideLayouts/slideLayout9.xml" Id="Rbb05dd0c94bb412e" /><Relationship Type="http://schemas.openxmlformats.org/officeDocument/2006/relationships/slideLayout" Target="/ppt/slideLayouts/slideLayout10.xml" Id="R88efe05268784aed" /><Relationship Type="http://schemas.openxmlformats.org/officeDocument/2006/relationships/slideLayout" Target="/ppt/slideLayouts/slideLayout11.xml" Id="Ra780f3f56c4a47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6925245-E049-4EA6-8448-E77C9A03B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68FDDC-AAEB-4AD3-ACDD-A7D1FB9C7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681373-3E9F-4ED8-92B3-207312A3502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8D44A7-42C8-4025-8579-BC1FA92928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0A2098-0853-47C4-BD4E-0D05CF9558C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5d5e078f5041c8"/>
    <p:sldLayoutId xmlns:r="http://schemas.openxmlformats.org/officeDocument/2006/relationships" id="2147483650" r:id="Rfceffbe568ad4021"/>
    <p:sldLayoutId xmlns:r="http://schemas.openxmlformats.org/officeDocument/2006/relationships" id="2147483651" r:id="R81f394d44b364983"/>
    <p:sldLayoutId xmlns:r="http://schemas.openxmlformats.org/officeDocument/2006/relationships" id="2147483652" r:id="R6dd83de2137241d2"/>
    <p:sldLayoutId xmlns:r="http://schemas.openxmlformats.org/officeDocument/2006/relationships" id="2147483653" r:id="R05009a37861a461e"/>
    <p:sldLayoutId xmlns:r="http://schemas.openxmlformats.org/officeDocument/2006/relationships" id="2147483654" r:id="Rc6511cc0fbae4e26"/>
    <p:sldLayoutId xmlns:r="http://schemas.openxmlformats.org/officeDocument/2006/relationships" id="2147483655" r:id="Rb7ec10971e724373"/>
    <p:sldLayoutId xmlns:r="http://schemas.openxmlformats.org/officeDocument/2006/relationships" id="2147483656" r:id="R464ed4f1fc3c424f"/>
    <p:sldLayoutId xmlns:r="http://schemas.openxmlformats.org/officeDocument/2006/relationships" id="2147483657" r:id="Rbb05dd0c94bb412e"/>
    <p:sldLayoutId xmlns:r="http://schemas.openxmlformats.org/officeDocument/2006/relationships" id="2147483658" r:id="R88efe05268784aed"/>
    <p:sldLayoutId xmlns:r="http://schemas.openxmlformats.org/officeDocument/2006/relationships" id="2147483659" r:id="Ra780f3f56c4a475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6220e9109540e6" /><Relationship Type="http://schemas.openxmlformats.org/officeDocument/2006/relationships/notesSlide" Target="/ppt/notesSlides/notesSlide1.xml" Id="R9a298c61746b48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f7a9047b5f4935" /><Relationship Type="http://schemas.openxmlformats.org/officeDocument/2006/relationships/notesSlide" Target="/ppt/notesSlides/notesSlide2.xml" Id="R70e5a01b8218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91ba42bea64ee3" /><Relationship Type="http://schemas.openxmlformats.org/officeDocument/2006/relationships/notesSlide" Target="/ppt/notesSlides/notesSlide3.xml" Id="Rda91a510feb141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f2573cee684809" /><Relationship Type="http://schemas.openxmlformats.org/officeDocument/2006/relationships/notesSlide" Target="/ppt/notesSlides/notesSlide4.xml" Id="R4f1e1d3eb7ff48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720e14c49442e7" /><Relationship Type="http://schemas.openxmlformats.org/officeDocument/2006/relationships/notesSlide" Target="/ppt/notesSlides/notesSlide5.xml" Id="R52423ed4c5c843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123bda342d4fd1" /><Relationship Type="http://schemas.openxmlformats.org/officeDocument/2006/relationships/notesSlide" Target="/ppt/notesSlides/notesSlide6.xml" Id="R68a71700f2b54e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4b11e305ff4d89" /><Relationship Type="http://schemas.openxmlformats.org/officeDocument/2006/relationships/notesSlide" Target="/ppt/notesSlides/notesSlide7.xml" Id="R3dca02c96f0c47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9b66636ca14323" /><Relationship Type="http://schemas.openxmlformats.org/officeDocument/2006/relationships/notesSlide" Target="/ppt/notesSlides/notesSlide8.xml" Id="R84084b2c5b1f49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0e962fb80b48d1" /><Relationship Type="http://schemas.openxmlformats.org/officeDocument/2006/relationships/notesSlide" Target="/ppt/notesSlides/notesSlide9.xml" Id="Rac7e7c21c7c94d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66207b8671432b" /><Relationship Type="http://schemas.openxmlformats.org/officeDocument/2006/relationships/notesSlide" Target="/ppt/notesSlides/notesSlide10.xml" Id="R9b34156fd4e94a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3e7dba270147b1" /><Relationship Type="http://schemas.openxmlformats.org/officeDocument/2006/relationships/notesSlide" Target="/ppt/notesSlides/notesSlide11.xml" Id="R8c16e00be56048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79843a7bf14e03" /><Relationship Type="http://schemas.openxmlformats.org/officeDocument/2006/relationships/notesSlide" Target="/ppt/notesSlides/notesSlide12.xml" Id="Re81ffd70a4f244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c1f539d90d4fbc" /><Relationship Type="http://schemas.openxmlformats.org/officeDocument/2006/relationships/notesSlide" Target="/ppt/notesSlides/notesSlide13.xml" Id="R813f9e4cccf74f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1db12044ed4a9b" /><Relationship Type="http://schemas.openxmlformats.org/officeDocument/2006/relationships/notesSlide" Target="/ppt/notesSlides/notesSlide14.xml" Id="Ra199a5b9f77243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a9317a4ab1404c" /><Relationship Type="http://schemas.openxmlformats.org/officeDocument/2006/relationships/notesSlide" Target="/ppt/notesSlides/notesSlide15.xml" Id="Re62503565ac041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91e8137134ec6" /><Relationship Type="http://schemas.openxmlformats.org/officeDocument/2006/relationships/notesSlide" Target="/ppt/notesSlides/notesSlide16.xml" Id="Ra05eea99e908419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03854648444aa1" /><Relationship Type="http://schemas.openxmlformats.org/officeDocument/2006/relationships/notesSlide" Target="/ppt/notesSlides/notesSlide17.xml" Id="R7a16fa23f3d445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7a30d246b442dc" /><Relationship Type="http://schemas.openxmlformats.org/officeDocument/2006/relationships/notesSlide" Target="/ppt/notesSlides/notesSlide18.xml" Id="R97458e447f694b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ea0f28145f45ff" /><Relationship Type="http://schemas.openxmlformats.org/officeDocument/2006/relationships/notesSlide" Target="/ppt/notesSlides/notesSlide19.xml" Id="Rf9b70369e57a44c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cc568ab9bc43c1" /><Relationship Type="http://schemas.openxmlformats.org/officeDocument/2006/relationships/notesSlide" Target="/ppt/notesSlides/notesSlide20.xml" Id="R743cdc00177c4dd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14fa4c3d0348e1" /><Relationship Type="http://schemas.openxmlformats.org/officeDocument/2006/relationships/notesSlide" Target="/ppt/notesSlides/notesSlide21.xml" Id="R007c296ce698418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94e04bdc454d8b" /><Relationship Type="http://schemas.openxmlformats.org/officeDocument/2006/relationships/notesSlide" Target="/ppt/notesSlides/notesSlide22.xml" Id="Ra8ca80d4102f4dc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74506a6413446b" /><Relationship Type="http://schemas.openxmlformats.org/officeDocument/2006/relationships/notesSlide" Target="/ppt/notesSlides/notesSlide23.xml" Id="Re392e0a15d7b42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4551206ae94a4d" /><Relationship Type="http://schemas.openxmlformats.org/officeDocument/2006/relationships/notesSlide" Target="/ppt/notesSlides/notesSlide24.xml" Id="Rd71d20bcba7747e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4bbc5710f54c7c" /><Relationship Type="http://schemas.openxmlformats.org/officeDocument/2006/relationships/notesSlide" Target="/ppt/notesSlides/notesSlide25.xml" Id="Rfcb24368925e443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a9bf9a9b0b4016" /><Relationship Type="http://schemas.openxmlformats.org/officeDocument/2006/relationships/notesSlide" Target="/ppt/notesSlides/notesSlide26.xml" Id="R75206ea76fcc44f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a7333277dd49b4" /><Relationship Type="http://schemas.openxmlformats.org/officeDocument/2006/relationships/notesSlide" Target="/ppt/notesSlides/notesSlide27.xml" Id="R2d2d15c3e953458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269abede58418b" /><Relationship Type="http://schemas.openxmlformats.org/officeDocument/2006/relationships/notesSlide" Target="/ppt/notesSlides/notesSlide28.xml" Id="Rb801870001984c9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06fb92226245d0" /><Relationship Type="http://schemas.openxmlformats.org/officeDocument/2006/relationships/notesSlide" Target="/ppt/notesSlides/notesSlide29.xml" Id="R79e8726cb4a9437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45a997404d4f33" /><Relationship Type="http://schemas.openxmlformats.org/officeDocument/2006/relationships/notesSlide" Target="/ppt/notesSlides/notesSlide30.xml" Id="R2f2f64df6ad048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D503E17-79D3-4B5A-B27B-C579E48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CAC493-BAF1-40AF-938F-47205524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BBC59F-0684-4A01-A24A-176E47F9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4D6E15A-247D-4891-B3E0-E7218917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032E93A-832A-4E89-A460-529F837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EF7646-FF06-407B-9375-295FD11E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B8DBE83-FE04-42C1-A432-5FD464A5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609DB8-5CF7-4F45-B697-B1066B85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50DE0A-4BBF-4175-AB59-FB865EA9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3FBF516-5785-4B31-87C8-80BE94E3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04C718-3A1D-4E29-A11A-3C568BD6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7685246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98C20B-8300-46FE-95D0-DEF3B16C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F260AB-6F63-423B-8829-E7C7999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0F1127A-93D1-43F6-8B4D-DD63E6E1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37D148-F506-4A55-81A0-F638B0E3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68EF28-9BE0-4528-9AB3-9523A97C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898CBC-5EF7-43E1-9BA0-100298E3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16CF06-0529-4AF5-95B7-33ED3AEB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FCD49B8-409F-493B-8DAB-EC2799EE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1D519DA-A338-45A0-8B1C-C29BA597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5CFD7D2-40CA-4D62-8B49-3EFAEE2A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016661-D977-4CFC-8E5B-B271753F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4101853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A16BA5-657E-4D1C-9C46-FBC6B765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229E67-CF59-47D1-8174-C8B5014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CE1930-8787-42A3-858B-D39811DB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F2595C-4786-4EA4-98D0-C6CC94AF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C3C739-479D-43F3-A6C3-D79F6732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93A345-A91F-4CA9-8B1E-F685447F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E9BAFA-8DA0-474A-879C-8A4E9077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1961571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D5D8A54-63FA-4E60-A789-9B52FF7D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9089B8-8057-4D56-BCB4-EDD3AFC0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50C2726-EF55-4AC2-A0B6-372B0C0F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6FCD45-A7A6-413A-8280-2A5290CE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7A8A1E-F087-4E89-8590-A039A9C1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32B6A1-2C88-4F3E-BFAC-FD45E31B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848A425-A76F-4A7D-AE69-2C06A06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2371DC-0C0E-4053-9F1D-40F2C119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2C19195-8D90-4E41-B84A-507A7253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2822808-359D-48BA-B312-028990D6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4A6B22-2B82-4E60-A607-6C2E7229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8940648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B7B651-1020-41E9-91CE-0FE90FC5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14A4FB-446E-43C0-BA22-1487A2BB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F5F6A12-C56C-4F04-9374-25BCEA2B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62D643-90D7-40E5-97EA-4260B64A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067EC8-2395-47A3-82B5-B338937A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7AD425-CF41-4C54-AB36-AEE2B527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13AD58E-B12E-4DF8-9BF2-9C2D001F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543AFB-39A2-467F-B91F-4BB345B8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71DA8E-5599-4DD2-937F-AD5E7D0C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BF92752-A926-49A5-BB23-EFD23246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75C6931-EE28-4B6D-B4FC-49FD8D55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3288535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B7248C-A747-4BAE-AE2D-DCA6EBFE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189F40-93D1-425C-B384-3EAC6DC3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D0C8D4-C87C-4561-A685-C06F682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EBEA15-89B8-4EBC-8333-CF9243C7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A5A2D8-2684-470A-8BC8-FE715392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941D4CC-3F37-420C-AB1E-DE4C55CA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3F68360-DFC5-46BB-816A-FA12A316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0192174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FB185D-3D88-4F05-B803-00E18BFC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467872-A2FE-47D2-9B01-80E1C9EA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E5C6F3D-68C8-42D0-9EFC-CF296B2B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A66CDA3-1792-40E6-80C3-9967BB59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D6EBBC-ACA5-4E0A-BA27-FB0B8B8E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2A78975-7507-48FB-AAFA-00913B36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D1FF03D-325A-44A9-80E8-E45EA86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6458468-F078-44E4-BC8C-AD902E79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E04001-B602-49EB-AA8A-AB3BF6CA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D97C715-1712-4108-ACB4-8DE4F68A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ACADBA-0C55-4EE0-ABA7-94C6502B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D3C2EE-EA55-4A38-82D2-DB74E52D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75D936A-061F-48AE-B339-3B9352A4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FABE12B-D7C1-4ACB-9F92-16C42832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85AE99-3B7D-432E-BFBA-EB43010B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244EEA-8A33-4DFB-9697-5A95720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79B632A-A8B1-4B38-A344-B69935ED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CAB1C89-C141-4273-BC1E-38B919B2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1F2D772-82B4-444E-841F-8F15C3C1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17752469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CDC484-70BA-44F4-9663-BB094187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2C593D-62C5-482E-B406-27876913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10CF91-9B9C-4CED-B24B-4F18B495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CBE4A4-F9A0-4C2C-8E5E-31BCB05B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C6F1A0-8497-4FBF-A0FB-E290E840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CD3847-85D5-4AB7-AE48-D300E45A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DF988E0-E9C9-4F20-9DA7-EB42927C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987DC6-76C2-48C2-B6DF-F26D0F04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9800A12-319C-4962-9D0B-C4BF9F71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67896F4-8F73-462A-83AB-B885421A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54FA05-BABB-44BF-88F9-E5B213F0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FB0541B-5F4E-43D0-B2B7-1C2D9F80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391C445-6853-4211-98CE-2213D9A7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58F9BB8-D578-41A8-97CA-683AA9ED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C7B955E-5AC3-45BD-839E-2D40A80E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1712B5A-3125-45A9-BE59-E6CCD65A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2576BA8-6B35-4A51-BBDA-CBA1F43A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EB42671-6489-4B20-ADA9-44C8FED8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B906517-CBE3-445A-A3D0-DA19142B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5818A31-2EA0-47FB-AE33-0AFC178E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18D366B-9DBA-4178-B263-3A1EFA65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F24983B-244D-4F61-8BA2-7CA29988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403601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922B50-4DAC-4D18-8F3E-490A7536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382A01-B6F7-4475-9343-871181C8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1D95E78-9CAB-4AEA-BE34-C3E085CE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B8B0468-F97E-4662-BDD0-19FA95FC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C20B36-22B2-4E63-95E4-40CBC166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5B9497-CACC-42B6-B012-56141660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221A6FC-3B7F-4206-A2AC-2386CE3C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3303443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C45BB6-D56E-48F8-A679-651379D8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3177054-5663-4F90-B0E9-99E70D40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564E50-B3B1-4A5D-871F-5989D8C6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B9A5F-FA91-49FD-8BC3-B9CBCFC0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EB67338-D202-4893-98FE-E5DE2831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7364A2-EE86-4D6B-B6E8-68C21601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4F1E488-D5F7-4EA2-BE7B-4C60A424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B9AAD-2D05-4A43-9C98-073FEDD6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38C0B5C-0A08-4C5A-B60B-412FFA1B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4B629AA-2AE5-4770-A396-59EA3914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81E536E-D9D1-40FA-B95C-8830CB8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46770819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AF5A30-829A-474A-A55A-7CFCBEDB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BD63AA-E924-46CF-807C-2BCFB6C8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9CA240-9B4B-425F-8FF6-AC05AE9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859EDF8-EE1A-45D8-80A7-9FAB8547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4A108F-59BA-4DEB-9F13-611321A5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AE9A08-19FA-4203-B17A-9A811CC2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973C98-F6E0-4933-835C-BD0323C0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20245529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9E634A-8FF3-4D93-867C-10F1FB65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C08E6A-6165-4F61-BDCB-CE9692AB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7EC350-3FA8-4709-BED9-6C0A67A1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63E2C3-FA1A-4F6B-8CDE-1C02F1AA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27AFEC-974D-4468-9AAB-4579713E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FE06E3-41B4-4891-A25B-62A93349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41E4915-B188-4BF6-B59A-71174674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120C88-F2C0-47FB-A0FF-A14770A5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AF6AD5A-FF74-4410-863F-9EA83CBA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EF62206-73E4-4BA7-90BE-BE92023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C09B54-C26A-4476-A522-017D6FFE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2CAD627-1C50-42B7-B72F-29BAF4AE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91B8B7E-62B2-4E01-811E-F168CDF0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7C87468-64E7-427C-8556-C0D6040C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DA49FD2-F046-4E09-AE82-ABCAAD36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2AEE45A-9019-45EE-AC25-8099A072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2A9619E-D287-4E33-9DA8-9E7FB398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A6D844D-8773-4313-B01A-25849387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E07C1F4-F115-4C80-9D84-27807D5C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02813B9-F700-497C-AE86-C36B8D71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41580E1-1B20-434C-AB50-A179AAC4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8750209-D14D-4A97-B578-43B5EF36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85957673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644FF1-3637-4EBE-A9D6-317484E8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6EC65B9-E1F3-4887-A1AC-37B4707C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4626DE-42B9-47AC-A4C1-E4B7CDAA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0109BD-7762-4574-8965-AC274762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5BB7DC-02B8-4035-895D-380A7136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96D0A8-69FF-434E-AED6-763007A7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8F06E5-36DB-4065-AA18-96BA1103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0886008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400B25-E7F3-475B-BC10-BC8D8E6E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7AB691-D315-47F1-BCA1-44AD254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0EC5417-42B7-424F-9085-73E28137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0735F7-F679-4F96-B9F5-5210082B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14CD34-1D95-4BDE-A8D5-1BA729E4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FB3341-83F7-430F-98AE-15248F8A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6BC302F-F48E-49EA-89D4-DBC55FA7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3D4A28-1C17-482A-9581-AD7BED2A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AA6257-A2D3-4C66-9AFB-D1E4D4B8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035AB71-60BC-476F-8376-01E48E7C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9033EC-FB40-4A20-8260-7817F89D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7F955F-767F-4D0D-BC31-8EF3AB08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34EC2F7-12E0-48CA-B1E5-049763CA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FA36C9F-A367-4123-8E3D-10B9F03C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59C3F4-926E-444C-9144-42ED2131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EEA54E1-B608-4911-8A46-E596BA64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E6E6E95-3CE6-44DA-8BC7-D0081529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00DCFD4-FE90-421E-9528-B06026AB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F36E921-80B0-4546-86C1-3DBA8598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8667336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244F35-37E9-4363-8B41-486451F9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53F181-D724-46A2-897D-24011A36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147DF7-CEBC-468E-ACD1-12C0D50F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410586-7D1D-4F59-8AA5-BDEA738B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AD36F7-6AEA-4F61-9E68-A233F1D4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69FAA5-7F12-4B1D-AE07-F19E67F6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2FB58A-E2E7-4660-96B1-67737CE4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46039294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215898-9589-46F1-99E5-A90FA625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787C59-B95A-48AF-8BF9-8DDB3E2E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572BB9E-35E0-430D-BB32-71704140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FBF207-D5A1-4236-9758-2FEA01DC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D82362-7F0C-403E-BF4B-FA77E866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920B37-19FB-4B35-AB96-1F979FA4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3D430B2-AE33-4BB5-81BB-691D2854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3EBDDD-1624-4A9C-8232-121D367B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86FDA5-1AE6-4E87-9FB5-962C4D2F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78E46C7-C008-431B-A378-CC05A983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A53ED6-B274-4F8D-A0F4-ED2E5819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AF69404-EC1D-444C-A82D-AFDF91A9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102459C-DE5F-4134-9E3D-AD618840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F9AAF1E-5928-4A70-817C-C4DBC507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2C3E49C-5E11-4ECF-AE9B-5E2EE352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A35529-5F92-47B9-9187-60242E8E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25EBFD0-61B7-438A-8B87-74940982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5E8EA21-151B-490A-9968-7DF7D90C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72941C7-D573-4EFA-8645-DC50C2A5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850715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F409980-77AB-4F06-9C74-4022B866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0F98C2-2A22-4FE0-BA32-E240ACC4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C25CBA6-60A5-42C4-99E7-8EE1E2E8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211843-2945-4A5F-B6A2-3B915702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F44FD1-9E12-4E33-B4DD-E14C2E28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75185C-D340-4540-84BE-8495EF6A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D2A497D-4C71-44AE-AAEE-3ACA5703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DB865A-E978-4C57-95E5-7203DBA2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9B35ADB-EDA5-4ABB-8532-88D21A3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25A5264-240A-46EB-A6C9-2036E30D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1549BC-8A32-4FCD-836C-E474B6CE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6482E0E-FB44-43E6-931F-C2BBC196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AF5AE85-8196-494D-8D7E-15DD6695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7611A24-5B1E-410F-820F-9064B1D0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B3810FA-E989-4FCE-A46B-07F4FD6B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9CA7405-9A67-4C49-8EC5-1369F732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283E2F2-705D-4958-8457-880F1D97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8FF71C3-13C7-4ACC-ABE1-388C7AA9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06BF32-D3AF-4D43-B620-DF25284D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6580453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E0C3FF-0188-4E10-9697-05512FEA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D4C97B-A469-4CAC-9E05-FDCA299C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06BFF2-0EBD-489F-B597-9EF11798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E8E249-0D2D-4DFE-B6EB-EAB7C140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B4B6F6-D07B-4351-A6B6-3820F2A3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11F6C-2F27-4A62-A259-A91FBE0C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0C0FB65-E50D-43D8-97E7-138C27FD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DCC38-796D-4BA7-96E3-FFD9B60A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9392533-9426-4B32-BC3B-73738243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BA3090-2D70-4D8F-9E47-F3CD8422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CE716EA-1C69-451C-B1A1-1F1D3402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209995037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CC518-4625-4E78-9207-A79A309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CF82FE-8751-43AB-B7F9-97A883BD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A63E86-7C35-4EC0-AC7A-1FA08FF6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F3F080-EFDA-4DE4-BF86-DC2DE019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F904BA-FAF9-4F78-B2F7-05AA493C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44E94F-CAD8-4C2B-8774-FD963192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A5DB2E-7EE4-4F34-A286-3CB9B9F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104184582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684A8-B9ED-4B33-A1FB-41F9755C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5F8D3D0-2C8D-4B53-8F4A-3F5A907D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59277A-CAA9-4DEB-BB64-E6CD35B7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BE8294-7DAD-4770-BAA0-374E3A71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DB7E52-220C-4EB3-9802-99A378E9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A52631-3B07-4567-8D89-F2CAE381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140370-D140-413B-978F-44F78E8A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E0E92-A99A-4FB6-8FDE-1CE15BF2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092EAC2-9C13-40E8-ACE0-D335DFB5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8B03450-CC1C-4AB3-B3F1-D7C92231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370F3D-A567-42FD-BB37-6C6711D2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56722451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3D6D7B-9BF3-46EE-AFC5-4C7990D6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2DDCAC-22DC-470A-A0E2-8140CC19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C61226-432E-40A9-A79C-D874ED48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F742D0-3CBF-4536-B3A0-3BF669ED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2248A0-5645-41D8-9480-65A97EC2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879735-5B1E-495F-92B5-912939C2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0FB373-22B2-488C-98C7-A09593A1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52593049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C1AE68-4E43-4D1A-96A3-F8FCBC31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E8D07E-9805-4A1C-AD49-2A216894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6AA89-BA3C-45FF-9C40-244AF735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FF69BA-2B45-49E0-8399-D458803B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BEFADF-1524-4584-857C-A7F5E020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5C4238-DE6F-4C6A-A1B7-9FA7AAC3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A98660C-C734-440B-9B59-58508D5B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60609DB-7064-4513-AD50-D73CBEEC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D56DF5-556C-4891-994E-72F15F94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A7032C-9D01-4C5F-B892-76BAF787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B4A20B6-462A-4B83-8929-AA734EEE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8A0660F-3CAE-4313-83A8-5CD8DA16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D889CCE-86B1-4DFA-AB54-3D89245B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D21E898-0159-487D-811F-C3DAC2A2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924260B-AB61-4E69-A05B-43870891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B0E105B-EC1A-492E-8F5D-A6E9A4FF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21D6859-87D8-4B21-A524-5A5AA5DD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BA79293-7144-4553-A2B9-4693155D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2FC7A2F-67C1-4559-85B0-5710F6FF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C0E70A-5D00-45E2-AF00-D6FC58B3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E73A95D-DEA6-4ABA-8AB3-3055BD52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51A791A-BC29-4A94-BF42-13226653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430E9FC-6B87-474D-B163-FB10AF7D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34451478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CF3436-1928-4EF4-8D16-4824357F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83DD90-B2C3-4E3E-84E8-F6BF1328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4DEC27A-4AF7-4CE9-B5E9-5582D0F1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1DBDA0-B8EA-4096-984C-151DD72C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28AEB55-BEFD-415A-AF4D-4DD2A2FE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6152FB-1213-4505-A2E6-B5802178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DA29974-1ED8-4873-868F-04DCCA53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BFA89F-D9BE-4248-BEEB-57241453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33807F1-866D-47AF-98A6-934C41D0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07D76C-5590-4C27-9C23-C55C2BD3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4EB9FAB-4F69-463C-8793-BDA37CF1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DB80B56-F7D4-438C-8D08-E3158BCB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43A6C73-14BD-428D-8BEB-83B6F498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9340BB2-4E23-4080-A01B-EDAAE10A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EF390C3-446F-41C2-82C6-07D0BEDF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26575A5-A4FD-40FD-8895-C2F786EA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4F2AE71-3F5B-4EF2-BCA8-D570DB5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45EB32-FFB3-47C6-8C9C-C5D8F82E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2A9EEC1-AF11-4031-B903-98FD6F78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017A1D8-3FAA-40F2-93D4-1C881A64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B53DF6D-BB7D-4C35-99C1-03B7F28F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E2AAC0E-5FE1-4F05-80A7-77E33F5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1254B59-2F0C-4F6E-B6BC-5402F339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172530926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47A91F-50F1-46C9-B34C-D5576869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588564-6686-4811-A73E-C7F807DB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F4F7B9-0B16-4E59-81BC-3A451277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A3B97F-3E52-433F-A2C9-DB17FC3C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A35E34-DF02-4B4B-998D-E002193F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C8AEA2-BE51-4360-A005-10FB753E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19DC55-D22A-4D25-899E-94490596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15802083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C203A3-994D-4218-9534-2A174DFF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BF3B91-10DB-48B6-8876-42A1AF48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65685BB-4B49-4B39-8725-8A36662D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6D7E78-51D4-4B67-BDC4-ACA200DC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E0936C-E652-41A6-AA24-CEAFCA28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E983800-8081-4B11-A272-74E1EF41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6590F4-6B56-4047-979F-38D0D801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211807865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D46AAE-CA64-4DA8-A4C6-6F48D344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45EFC9-94DE-4108-97AC-21AED5D6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5E44FD3-197D-4B36-9885-04AAAF9D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27C09D-97FC-4D99-AE63-8F00321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84D5CB-05C4-4C63-AD67-2B3EE5D0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F2D1DF-756F-4A8F-83A0-23B1A2A1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4F9D4A4-D60F-4722-8FAB-154E7B1E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209291636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BCBD1E-0492-4D76-9295-F2BA0759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728EFA-3062-4FEB-9542-30D74778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AB192F-0EC6-4015-BA8C-040F4E44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03CFBE-BC44-4E98-9147-E0BD3D73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A03CEDD-8AA3-4A8F-8DB8-A5E54ECE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30E3E05-EE87-483C-A2DD-A2B7D2AE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DE247A5-AAE5-4631-9A74-33EC50F1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19427609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40A477-15AD-4313-AA40-A43F1781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14F240-C6FB-481C-9DE3-DC193860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8CF239-D61B-4E10-B284-7ED41D8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B1E7CD-9455-4BA9-A4C8-02D28A63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28A300C-216F-4D08-9236-AFD4BDD6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54C5B4-8C71-44AB-BE6A-4BA18DB6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EC0802-9D51-4133-83AB-E518599D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11010933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BB895E-8DDB-4D79-839D-67640AD9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A5AD96-D6EB-43E5-BC75-318A31B3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14C374-7F39-4CAB-8431-8C541FF8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6E40CD-35C4-4E98-87DC-DF3BD35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78CF8F-7C47-487B-8530-9D89DBF9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8C33C93-7ACF-474D-98D1-52E1BE7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3ECA411-4401-4EF3-A718-181780C9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3180229-F2E2-4B85-83F4-08F620F4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FAC7313-C4F7-4D1F-A9D0-DAC3C00B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9DDA47-68E9-4E59-8487-67F31ADB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92E9AC5-39BB-43C5-AEFC-C3B65D75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841C9B-DB62-48D3-9A46-E6CEE272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30F5BF1-B1EB-4818-B559-4E39D3F4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554236E-305B-4FE6-A640-2CE0B925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19F0A05-A819-46C3-8A5F-9859A46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B6A7004-1D98-48B6-9B40-D10F6A3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501D4BE-0692-4E77-86EF-64E36346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37F6FC5-16A5-47D8-B2B1-CE09767C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F230AB3-9729-4978-9F11-CBA77784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C36A3D4-3486-403B-A584-DC825779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E3E6DEA-A694-44FB-AFD4-E5939E0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D8C80F-398F-49EE-AA93-C04A0599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87C5874-AE54-44B4-AD51-24DD69FC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56299318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9160436-3A70-4D7E-B326-E54C5EC3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BD78B8-07D1-437D-B78A-A86C9F67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C656FF-F531-4CC9-9533-03E0316D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AA2B48-8A8C-4DA4-A627-B92AEE47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2026.07.22-8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5593230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2026-07-22T19:03:27.5890000Z</dcterms:created>
  <dcterms:modified xsi:type="dcterms:W3CDTF">2026-07-22T19:03:27.5890000Z</dcterms:modified>
</coreProperties>
</file>