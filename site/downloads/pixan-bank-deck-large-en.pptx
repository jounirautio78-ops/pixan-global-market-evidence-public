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b612079b68450e" /><Relationship Type="http://schemas.openxmlformats.org/officeDocument/2006/relationships/extended-properties" Target="/docProps/app.xml" Id="R8431fabf31b64d07" /><Relationship Type="http://schemas.openxmlformats.org/officeDocument/2006/relationships/officeDocument" Target="/ppt/presentation.xml" Id="R30af2acceb194d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d9e58007314189"/>
  </p:sldMasterIdLst>
  <p:notesMasterIdLst>
    <p:notesMasterId xmlns:r="http://schemas.openxmlformats.org/officeDocument/2006/relationships" r:id="Rd17578207ee94816"/>
  </p:notesMasterIdLst>
  <p:sldIdLst>
    <p:sldId xmlns:r="http://schemas.openxmlformats.org/officeDocument/2006/relationships" id="256" r:id="R79979baa40eb4adc"/>
    <p:sldId xmlns:r="http://schemas.openxmlformats.org/officeDocument/2006/relationships" id="257" r:id="R7ee5a8c9cced4130"/>
    <p:sldId xmlns:r="http://schemas.openxmlformats.org/officeDocument/2006/relationships" id="258" r:id="R6773d034adbd474f"/>
    <p:sldId xmlns:r="http://schemas.openxmlformats.org/officeDocument/2006/relationships" id="259" r:id="Rb0b4b57ac72f42d0"/>
    <p:sldId xmlns:r="http://schemas.openxmlformats.org/officeDocument/2006/relationships" id="260" r:id="Rd1e4b6e107174148"/>
    <p:sldId xmlns:r="http://schemas.openxmlformats.org/officeDocument/2006/relationships" id="261" r:id="R5415b63d7ef84bd0"/>
    <p:sldId xmlns:r="http://schemas.openxmlformats.org/officeDocument/2006/relationships" id="262" r:id="Rd2a39dbf45054026"/>
    <p:sldId xmlns:r="http://schemas.openxmlformats.org/officeDocument/2006/relationships" id="263" r:id="Rd8576c3b8c9b4af3"/>
    <p:sldId xmlns:r="http://schemas.openxmlformats.org/officeDocument/2006/relationships" id="264" r:id="Rdf5dcb77da45443c"/>
    <p:sldId xmlns:r="http://schemas.openxmlformats.org/officeDocument/2006/relationships" id="265" r:id="R0d5948ad158b47c6"/>
    <p:sldId xmlns:r="http://schemas.openxmlformats.org/officeDocument/2006/relationships" id="266" r:id="R60a62d4789024879"/>
    <p:sldId xmlns:r="http://schemas.openxmlformats.org/officeDocument/2006/relationships" id="267" r:id="R9a8237d500c1427b"/>
    <p:sldId xmlns:r="http://schemas.openxmlformats.org/officeDocument/2006/relationships" id="268" r:id="R3a7a62f370e84bd1"/>
    <p:sldId xmlns:r="http://schemas.openxmlformats.org/officeDocument/2006/relationships" id="269" r:id="R35d797de53da4759"/>
    <p:sldId xmlns:r="http://schemas.openxmlformats.org/officeDocument/2006/relationships" id="270" r:id="Rcd703596bfb94fca"/>
    <p:sldId xmlns:r="http://schemas.openxmlformats.org/officeDocument/2006/relationships" id="271" r:id="R57354a94da8b4841"/>
    <p:sldId xmlns:r="http://schemas.openxmlformats.org/officeDocument/2006/relationships" id="272" r:id="Rf42d2418ff8a4405"/>
    <p:sldId xmlns:r="http://schemas.openxmlformats.org/officeDocument/2006/relationships" id="273" r:id="Rc6d8493529144836"/>
    <p:sldId xmlns:r="http://schemas.openxmlformats.org/officeDocument/2006/relationships" id="274" r:id="R84b5ee8c096a4248"/>
    <p:sldId xmlns:r="http://schemas.openxmlformats.org/officeDocument/2006/relationships" id="275" r:id="Ra1e964d07cbd48df"/>
    <p:sldId xmlns:r="http://schemas.openxmlformats.org/officeDocument/2006/relationships" id="276" r:id="Ra3a419ac6ca74b37"/>
    <p:sldId xmlns:r="http://schemas.openxmlformats.org/officeDocument/2006/relationships" id="277" r:id="R59f42377e4c44c23"/>
    <p:sldId xmlns:r="http://schemas.openxmlformats.org/officeDocument/2006/relationships" id="278" r:id="R78e312d07c564767"/>
    <p:sldId xmlns:r="http://schemas.openxmlformats.org/officeDocument/2006/relationships" id="279" r:id="R4ba3d9064ae64fe9"/>
    <p:sldId xmlns:r="http://schemas.openxmlformats.org/officeDocument/2006/relationships" id="280" r:id="R6e386dfb800e452a"/>
    <p:sldId xmlns:r="http://schemas.openxmlformats.org/officeDocument/2006/relationships" id="281" r:id="R7d667840ed614359"/>
    <p:sldId xmlns:r="http://schemas.openxmlformats.org/officeDocument/2006/relationships" id="282" r:id="R0d6cd7fc6f134536"/>
    <p:sldId xmlns:r="http://schemas.openxmlformats.org/officeDocument/2006/relationships" id="283" r:id="R9edce2e0f0134254"/>
    <p:sldId xmlns:r="http://schemas.openxmlformats.org/officeDocument/2006/relationships" id="284" r:id="Raf5a49a4491a4a8d"/>
    <p:sldId xmlns:r="http://schemas.openxmlformats.org/officeDocument/2006/relationships" id="285" r:id="Rc090ea86fdc0450e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1e68ab354b470b" /><Relationship Type="http://schemas.openxmlformats.org/officeDocument/2006/relationships/slideMaster" Target="/ppt/slideMasters/slideMaster1.xml" Id="R6cd9e58007314189" /><Relationship Type="http://schemas.openxmlformats.org/officeDocument/2006/relationships/notesMaster" Target="/ppt/notesMasters/notesMaster1.xml" Id="Rd17578207ee94816" /><Relationship Type="http://schemas.openxmlformats.org/officeDocument/2006/relationships/presProps" Target="/ppt/presProps.xml" Id="R620397df75cb4012" /><Relationship Type="http://schemas.openxmlformats.org/officeDocument/2006/relationships/viewProps" Target="/ppt/viewProps.xml" Id="R60c688c568e945f7" /><Relationship Type="http://schemas.openxmlformats.org/officeDocument/2006/relationships/tableStyles" Target="/ppt/tableStyles.xml" Id="R3ba1c3a507a946ec" /><Relationship Type="http://schemas.openxmlformats.org/officeDocument/2006/relationships/slide" Target="/ppt/slides/slide1.xml" Id="R79979baa40eb4adc" /><Relationship Type="http://schemas.openxmlformats.org/officeDocument/2006/relationships/slide" Target="/ppt/slides/slide2.xml" Id="R7ee5a8c9cced4130" /><Relationship Type="http://schemas.openxmlformats.org/officeDocument/2006/relationships/slide" Target="/ppt/slides/slide3.xml" Id="R6773d034adbd474f" /><Relationship Type="http://schemas.openxmlformats.org/officeDocument/2006/relationships/slide" Target="/ppt/slides/slide4.xml" Id="Rb0b4b57ac72f42d0" /><Relationship Type="http://schemas.openxmlformats.org/officeDocument/2006/relationships/slide" Target="/ppt/slides/slide5.xml" Id="Rd1e4b6e107174148" /><Relationship Type="http://schemas.openxmlformats.org/officeDocument/2006/relationships/slide" Target="/ppt/slides/slide6.xml" Id="R5415b63d7ef84bd0" /><Relationship Type="http://schemas.openxmlformats.org/officeDocument/2006/relationships/slide" Target="/ppt/slides/slide7.xml" Id="Rd2a39dbf45054026" /><Relationship Type="http://schemas.openxmlformats.org/officeDocument/2006/relationships/slide" Target="/ppt/slides/slide8.xml" Id="Rd8576c3b8c9b4af3" /><Relationship Type="http://schemas.openxmlformats.org/officeDocument/2006/relationships/slide" Target="/ppt/slides/slide9.xml" Id="Rdf5dcb77da45443c" /><Relationship Type="http://schemas.openxmlformats.org/officeDocument/2006/relationships/slide" Target="/ppt/slides/slide10.xml" Id="R0d5948ad158b47c6" /><Relationship Type="http://schemas.openxmlformats.org/officeDocument/2006/relationships/slide" Target="/ppt/slides/slide11.xml" Id="R60a62d4789024879" /><Relationship Type="http://schemas.openxmlformats.org/officeDocument/2006/relationships/slide" Target="/ppt/slides/slide12.xml" Id="R9a8237d500c1427b" /><Relationship Type="http://schemas.openxmlformats.org/officeDocument/2006/relationships/slide" Target="/ppt/slides/slide13.xml" Id="R3a7a62f370e84bd1" /><Relationship Type="http://schemas.openxmlformats.org/officeDocument/2006/relationships/slide" Target="/ppt/slides/slide14.xml" Id="R35d797de53da4759" /><Relationship Type="http://schemas.openxmlformats.org/officeDocument/2006/relationships/slide" Target="/ppt/slides/slide15.xml" Id="Rcd703596bfb94fca" /><Relationship Type="http://schemas.openxmlformats.org/officeDocument/2006/relationships/slide" Target="/ppt/slides/slide16.xml" Id="R57354a94da8b4841" /><Relationship Type="http://schemas.openxmlformats.org/officeDocument/2006/relationships/slide" Target="/ppt/slides/slide17.xml" Id="Rf42d2418ff8a4405" /><Relationship Type="http://schemas.openxmlformats.org/officeDocument/2006/relationships/slide" Target="/ppt/slides/slide18.xml" Id="Rc6d8493529144836" /><Relationship Type="http://schemas.openxmlformats.org/officeDocument/2006/relationships/slide" Target="/ppt/slides/slide19.xml" Id="R84b5ee8c096a4248" /><Relationship Type="http://schemas.openxmlformats.org/officeDocument/2006/relationships/slide" Target="/ppt/slides/slide20.xml" Id="Ra1e964d07cbd48df" /><Relationship Type="http://schemas.openxmlformats.org/officeDocument/2006/relationships/slide" Target="/ppt/slides/slide21.xml" Id="Ra3a419ac6ca74b37" /><Relationship Type="http://schemas.openxmlformats.org/officeDocument/2006/relationships/slide" Target="/ppt/slides/slide22.xml" Id="R59f42377e4c44c23" /><Relationship Type="http://schemas.openxmlformats.org/officeDocument/2006/relationships/slide" Target="/ppt/slides/slide23.xml" Id="R78e312d07c564767" /><Relationship Type="http://schemas.openxmlformats.org/officeDocument/2006/relationships/slide" Target="/ppt/slides/slide24.xml" Id="R4ba3d9064ae64fe9" /><Relationship Type="http://schemas.openxmlformats.org/officeDocument/2006/relationships/slide" Target="/ppt/slides/slide25.xml" Id="R6e386dfb800e452a" /><Relationship Type="http://schemas.openxmlformats.org/officeDocument/2006/relationships/slide" Target="/ppt/slides/slide26.xml" Id="R7d667840ed614359" /><Relationship Type="http://schemas.openxmlformats.org/officeDocument/2006/relationships/slide" Target="/ppt/slides/slide27.xml" Id="R0d6cd7fc6f134536" /><Relationship Type="http://schemas.openxmlformats.org/officeDocument/2006/relationships/slide" Target="/ppt/slides/slide28.xml" Id="R9edce2e0f0134254" /><Relationship Type="http://schemas.openxmlformats.org/officeDocument/2006/relationships/slide" Target="/ppt/slides/slide29.xml" Id="Raf5a49a4491a4a8d" /><Relationship Type="http://schemas.openxmlformats.org/officeDocument/2006/relationships/slide" Target="/ppt/slides/slide30.xml" Id="Rc090ea86fdc045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7827c89b7444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7e52208aef4790" /><Relationship Type="http://schemas.openxmlformats.org/officeDocument/2006/relationships/notesMaster" Target="/ppt/notesMasters/notesMaster1.xml" Id="R1ef468c2b3cf4b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d1e5749ed44ee1" /><Relationship Type="http://schemas.openxmlformats.org/officeDocument/2006/relationships/notesMaster" Target="/ppt/notesMasters/notesMaster1.xml" Id="R9d75ee4fdce247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7fc31803e04709" /><Relationship Type="http://schemas.openxmlformats.org/officeDocument/2006/relationships/notesMaster" Target="/ppt/notesMasters/notesMaster1.xml" Id="R3cbad77b2dfb4a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38884debed4d9b" /><Relationship Type="http://schemas.openxmlformats.org/officeDocument/2006/relationships/notesMaster" Target="/ppt/notesMasters/notesMaster1.xml" Id="Ra5b03071a2f14f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c8205f17eb41be" /><Relationship Type="http://schemas.openxmlformats.org/officeDocument/2006/relationships/notesMaster" Target="/ppt/notesMasters/notesMaster1.xml" Id="R1f009ff6c21f4f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f4407acb264122" /><Relationship Type="http://schemas.openxmlformats.org/officeDocument/2006/relationships/notesMaster" Target="/ppt/notesMasters/notesMaster1.xml" Id="R8d346bf1ec5542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f0a3e9eaeb4552" /><Relationship Type="http://schemas.openxmlformats.org/officeDocument/2006/relationships/notesMaster" Target="/ppt/notesMasters/notesMaster1.xml" Id="Rffd25925ba604f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1facf76eb54467" /><Relationship Type="http://schemas.openxmlformats.org/officeDocument/2006/relationships/notesMaster" Target="/ppt/notesMasters/notesMaster1.xml" Id="R3b14f96f34de48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c90f44b321a4527" /><Relationship Type="http://schemas.openxmlformats.org/officeDocument/2006/relationships/notesMaster" Target="/ppt/notesMasters/notesMaster1.xml" Id="Re0afc3e1ddf7414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f495d457244b43" /><Relationship Type="http://schemas.openxmlformats.org/officeDocument/2006/relationships/notesMaster" Target="/ppt/notesMasters/notesMaster1.xml" Id="R28ffe2c5226142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e8596a25084cf2" /><Relationship Type="http://schemas.openxmlformats.org/officeDocument/2006/relationships/notesMaster" Target="/ppt/notesMasters/notesMaster1.xml" Id="R2425153f778d471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c4df9df9ca4edb" /><Relationship Type="http://schemas.openxmlformats.org/officeDocument/2006/relationships/notesMaster" Target="/ppt/notesMasters/notesMaster1.xml" Id="R3181da25d8dc46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f27bdafd0ed4b86" /><Relationship Type="http://schemas.openxmlformats.org/officeDocument/2006/relationships/notesMaster" Target="/ppt/notesMasters/notesMaster1.xml" Id="Rec5869a7f26d461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de954389db4544" /><Relationship Type="http://schemas.openxmlformats.org/officeDocument/2006/relationships/notesMaster" Target="/ppt/notesMasters/notesMaster1.xml" Id="Rf11896e2c7d8407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bd8ffc4155e494e" /><Relationship Type="http://schemas.openxmlformats.org/officeDocument/2006/relationships/notesMaster" Target="/ppt/notesMasters/notesMaster1.xml" Id="R5f678b8c24af47a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306d8c4d4bb40e1" /><Relationship Type="http://schemas.openxmlformats.org/officeDocument/2006/relationships/notesMaster" Target="/ppt/notesMasters/notesMaster1.xml" Id="R1228f2e077074e9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5daae307a524246" /><Relationship Type="http://schemas.openxmlformats.org/officeDocument/2006/relationships/notesMaster" Target="/ppt/notesMasters/notesMaster1.xml" Id="R911d151597cd4ff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930178b1f37478d" /><Relationship Type="http://schemas.openxmlformats.org/officeDocument/2006/relationships/notesMaster" Target="/ppt/notesMasters/notesMaster1.xml" Id="R2a4a97af774041f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f4f849a1ea3481c" /><Relationship Type="http://schemas.openxmlformats.org/officeDocument/2006/relationships/notesMaster" Target="/ppt/notesMasters/notesMaster1.xml" Id="R78a2b7e42b1643f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721221b8dea41cd" /><Relationship Type="http://schemas.openxmlformats.org/officeDocument/2006/relationships/notesMaster" Target="/ppt/notesMasters/notesMaster1.xml" Id="R12c1c44668a5400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7194d2749664735" /><Relationship Type="http://schemas.openxmlformats.org/officeDocument/2006/relationships/notesMaster" Target="/ppt/notesMasters/notesMaster1.xml" Id="Rf18cb94978f642b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adc10fa6a71412a" /><Relationship Type="http://schemas.openxmlformats.org/officeDocument/2006/relationships/notesMaster" Target="/ppt/notesMasters/notesMaster1.xml" Id="R2c08a6ac54314d8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b095804605444aa" /><Relationship Type="http://schemas.openxmlformats.org/officeDocument/2006/relationships/notesMaster" Target="/ppt/notesMasters/notesMaster1.xml" Id="R6a4288375e294b1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6064c757105425b" /><Relationship Type="http://schemas.openxmlformats.org/officeDocument/2006/relationships/notesMaster" Target="/ppt/notesMasters/notesMaster1.xml" Id="Re787584df3174a7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9c99a2b6e1745a8" /><Relationship Type="http://schemas.openxmlformats.org/officeDocument/2006/relationships/notesMaster" Target="/ppt/notesMasters/notesMaster1.xml" Id="Rdc5ecf7d28354b5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008b19b05924976" /><Relationship Type="http://schemas.openxmlformats.org/officeDocument/2006/relationships/notesMaster" Target="/ppt/notesMasters/notesMaster1.xml" Id="R75abfff275f54d1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f25e9bae8664d0f" /><Relationship Type="http://schemas.openxmlformats.org/officeDocument/2006/relationships/notesMaster" Target="/ppt/notesMasters/notesMaster1.xml" Id="Rc4636eece3214cc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c8b0b091dde4f5a" /><Relationship Type="http://schemas.openxmlformats.org/officeDocument/2006/relationships/notesMaster" Target="/ppt/notesMasters/notesMaster1.xml" Id="R4745fb5234d1402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e263878f2ee4792" /><Relationship Type="http://schemas.openxmlformats.org/officeDocument/2006/relationships/notesMaster" Target="/ppt/notesMasters/notesMaster1.xml" Id="R87d38278cb2a4cc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cacd6d99582403e" /><Relationship Type="http://schemas.openxmlformats.org/officeDocument/2006/relationships/notesMaster" Target="/ppt/notesMasters/notesMaster1.xml" Id="R2752511706ca49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69095c3a1b40b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7ac83a0d4d405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c7de486c474a9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b6bbb941ea4a5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8a89f24ca24d1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7ac369aad9407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0e5a5a8b524ed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6fa9435bf2457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5437322714ed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6ed72e6611488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07908526244a0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7bad94dcaa4a35" /><Relationship Type="http://schemas.openxmlformats.org/officeDocument/2006/relationships/slideLayout" Target="/ppt/slideLayouts/slideLayout1.xml" Id="R8db233a1c2e441c4" /><Relationship Type="http://schemas.openxmlformats.org/officeDocument/2006/relationships/slideLayout" Target="/ppt/slideLayouts/slideLayout2.xml" Id="Rac601f154c984aa8" /><Relationship Type="http://schemas.openxmlformats.org/officeDocument/2006/relationships/slideLayout" Target="/ppt/slideLayouts/slideLayout3.xml" Id="R5fa01fc69df54db2" /><Relationship Type="http://schemas.openxmlformats.org/officeDocument/2006/relationships/slideLayout" Target="/ppt/slideLayouts/slideLayout4.xml" Id="R139fc975fe8a42ee" /><Relationship Type="http://schemas.openxmlformats.org/officeDocument/2006/relationships/slideLayout" Target="/ppt/slideLayouts/slideLayout5.xml" Id="Rb1acb1a29e9144e1" /><Relationship Type="http://schemas.openxmlformats.org/officeDocument/2006/relationships/slideLayout" Target="/ppt/slideLayouts/slideLayout6.xml" Id="R88f8f7e4e9784484" /><Relationship Type="http://schemas.openxmlformats.org/officeDocument/2006/relationships/slideLayout" Target="/ppt/slideLayouts/slideLayout7.xml" Id="R15c3d1f3316147f3" /><Relationship Type="http://schemas.openxmlformats.org/officeDocument/2006/relationships/slideLayout" Target="/ppt/slideLayouts/slideLayout8.xml" Id="R858242fe304f4ca2" /><Relationship Type="http://schemas.openxmlformats.org/officeDocument/2006/relationships/slideLayout" Target="/ppt/slideLayouts/slideLayout9.xml" Id="R27c2c3f4ff134d79" /><Relationship Type="http://schemas.openxmlformats.org/officeDocument/2006/relationships/slideLayout" Target="/ppt/slideLayouts/slideLayout10.xml" Id="Rfb3bd86be5b74d97" /><Relationship Type="http://schemas.openxmlformats.org/officeDocument/2006/relationships/slideLayout" Target="/ppt/slideLayouts/slideLayout11.xml" Id="R156e02e005a3407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b233a1c2e441c4"/>
    <p:sldLayoutId xmlns:r="http://schemas.openxmlformats.org/officeDocument/2006/relationships" id="2147483650" r:id="Rac601f154c984aa8"/>
    <p:sldLayoutId xmlns:r="http://schemas.openxmlformats.org/officeDocument/2006/relationships" id="2147483651" r:id="R5fa01fc69df54db2"/>
    <p:sldLayoutId xmlns:r="http://schemas.openxmlformats.org/officeDocument/2006/relationships" id="2147483652" r:id="R139fc975fe8a42ee"/>
    <p:sldLayoutId xmlns:r="http://schemas.openxmlformats.org/officeDocument/2006/relationships" id="2147483653" r:id="Rb1acb1a29e9144e1"/>
    <p:sldLayoutId xmlns:r="http://schemas.openxmlformats.org/officeDocument/2006/relationships" id="2147483654" r:id="R88f8f7e4e9784484"/>
    <p:sldLayoutId xmlns:r="http://schemas.openxmlformats.org/officeDocument/2006/relationships" id="2147483655" r:id="R15c3d1f3316147f3"/>
    <p:sldLayoutId xmlns:r="http://schemas.openxmlformats.org/officeDocument/2006/relationships" id="2147483656" r:id="R858242fe304f4ca2"/>
    <p:sldLayoutId xmlns:r="http://schemas.openxmlformats.org/officeDocument/2006/relationships" id="2147483657" r:id="R27c2c3f4ff134d79"/>
    <p:sldLayoutId xmlns:r="http://schemas.openxmlformats.org/officeDocument/2006/relationships" id="2147483658" r:id="Rfb3bd86be5b74d97"/>
    <p:sldLayoutId xmlns:r="http://schemas.openxmlformats.org/officeDocument/2006/relationships" id="2147483659" r:id="R156e02e005a3407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1c789de4fb4894" /><Relationship Type="http://schemas.openxmlformats.org/officeDocument/2006/relationships/notesSlide" Target="/ppt/notesSlides/notesSlide1.xml" Id="Rd50649e8491b48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d75d7de8cf47ee" /><Relationship Type="http://schemas.openxmlformats.org/officeDocument/2006/relationships/notesSlide" Target="/ppt/notesSlides/notesSlide2.xml" Id="R39a0259096df4d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d21e6da36947d2" /><Relationship Type="http://schemas.openxmlformats.org/officeDocument/2006/relationships/notesSlide" Target="/ppt/notesSlides/notesSlide3.xml" Id="R3182306771834c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919c144add4980" /><Relationship Type="http://schemas.openxmlformats.org/officeDocument/2006/relationships/notesSlide" Target="/ppt/notesSlides/notesSlide4.xml" Id="R8e82eb5e7bee4c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f460cfc92a4c2f" /><Relationship Type="http://schemas.openxmlformats.org/officeDocument/2006/relationships/notesSlide" Target="/ppt/notesSlides/notesSlide5.xml" Id="Rd113fdf525ad4b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67b18ba6ba42a2" /><Relationship Type="http://schemas.openxmlformats.org/officeDocument/2006/relationships/notesSlide" Target="/ppt/notesSlides/notesSlide6.xml" Id="R479152c7743f4d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3e3833faf44e4a" /><Relationship Type="http://schemas.openxmlformats.org/officeDocument/2006/relationships/notesSlide" Target="/ppt/notesSlides/notesSlide7.xml" Id="R83ed9eaa8e9549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c6811df5dc4a3b" /><Relationship Type="http://schemas.openxmlformats.org/officeDocument/2006/relationships/notesSlide" Target="/ppt/notesSlides/notesSlide8.xml" Id="Rd0848c2d84b7494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0fe4edc18d49b4" /><Relationship Type="http://schemas.openxmlformats.org/officeDocument/2006/relationships/notesSlide" Target="/ppt/notesSlides/notesSlide9.xml" Id="R41ddf794f8db4b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9e42b9803d4ae6" /><Relationship Type="http://schemas.openxmlformats.org/officeDocument/2006/relationships/notesSlide" Target="/ppt/notesSlides/notesSlide10.xml" Id="R840996b5f2a645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86a9fd3f2348c3" /><Relationship Type="http://schemas.openxmlformats.org/officeDocument/2006/relationships/notesSlide" Target="/ppt/notesSlides/notesSlide11.xml" Id="Rf3c39b00103e45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0a71ca69ba4f82" /><Relationship Type="http://schemas.openxmlformats.org/officeDocument/2006/relationships/notesSlide" Target="/ppt/notesSlides/notesSlide12.xml" Id="R71af1096f1c9468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c08e16d5a24ab5" /><Relationship Type="http://schemas.openxmlformats.org/officeDocument/2006/relationships/notesSlide" Target="/ppt/notesSlides/notesSlide13.xml" Id="R962f1688767d4d6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640edb269254d41" /><Relationship Type="http://schemas.openxmlformats.org/officeDocument/2006/relationships/notesSlide" Target="/ppt/notesSlides/notesSlide14.xml" Id="Rac0b1f9509f843e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396b3e8f514429" /><Relationship Type="http://schemas.openxmlformats.org/officeDocument/2006/relationships/notesSlide" Target="/ppt/notesSlides/notesSlide15.xml" Id="R47f8e5d3f3ce445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9509ab32c446ce" /><Relationship Type="http://schemas.openxmlformats.org/officeDocument/2006/relationships/notesSlide" Target="/ppt/notesSlides/notesSlide16.xml" Id="R133758bb8f27491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9630b94890407e" /><Relationship Type="http://schemas.openxmlformats.org/officeDocument/2006/relationships/notesSlide" Target="/ppt/notesSlides/notesSlide17.xml" Id="Raaea77bb4670442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d77d32ffdb4424" /><Relationship Type="http://schemas.openxmlformats.org/officeDocument/2006/relationships/notesSlide" Target="/ppt/notesSlides/notesSlide18.xml" Id="R6f388cd92ee34a3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d2aac2f62f43d2" /><Relationship Type="http://schemas.openxmlformats.org/officeDocument/2006/relationships/notesSlide" Target="/ppt/notesSlides/notesSlide19.xml" Id="R1d3e459e7ea3425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6ad25bda1d4270" /><Relationship Type="http://schemas.openxmlformats.org/officeDocument/2006/relationships/notesSlide" Target="/ppt/notesSlides/notesSlide20.xml" Id="Rf258e4b01b37450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2aa5ced5ec4898" /><Relationship Type="http://schemas.openxmlformats.org/officeDocument/2006/relationships/notesSlide" Target="/ppt/notesSlides/notesSlide21.xml" Id="Rc87c445418e94ae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17a0d9003e44a2" /><Relationship Type="http://schemas.openxmlformats.org/officeDocument/2006/relationships/notesSlide" Target="/ppt/notesSlides/notesSlide22.xml" Id="R0ba8d53f8e954b0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3c86a703ce4dbd" /><Relationship Type="http://schemas.openxmlformats.org/officeDocument/2006/relationships/notesSlide" Target="/ppt/notesSlides/notesSlide23.xml" Id="R0b1ea821e7714d8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bca0964af94802" /><Relationship Type="http://schemas.openxmlformats.org/officeDocument/2006/relationships/notesSlide" Target="/ppt/notesSlides/notesSlide24.xml" Id="Rac42b4db01f3471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c00dfcd1714ec8" /><Relationship Type="http://schemas.openxmlformats.org/officeDocument/2006/relationships/notesSlide" Target="/ppt/notesSlides/notesSlide25.xml" Id="R2873c306061f4b0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3d9a92765a479c" /><Relationship Type="http://schemas.openxmlformats.org/officeDocument/2006/relationships/notesSlide" Target="/ppt/notesSlides/notesSlide26.xml" Id="R314304f65d7a4c1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1b44d95a4949ab" /><Relationship Type="http://schemas.openxmlformats.org/officeDocument/2006/relationships/notesSlide" Target="/ppt/notesSlides/notesSlide27.xml" Id="R59b3241e92524f3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fe708db9a94ea7" /><Relationship Type="http://schemas.openxmlformats.org/officeDocument/2006/relationships/notesSlide" Target="/ppt/notesSlides/notesSlide28.xml" Id="Rc2eeff47b95f43a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f499b063dd46c5" /><Relationship Type="http://schemas.openxmlformats.org/officeDocument/2006/relationships/notesSlide" Target="/ppt/notesSlides/notesSlide29.xml" Id="R3fa1c353efe240c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9bcdadc33648c3" /><Relationship Type="http://schemas.openxmlformats.org/officeDocument/2006/relationships/notesSlide" Target="/ppt/notesSlides/notesSlide30.xml" Id="R3e708d9c295f44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contains 27 official annual observations from 7 countries, but the donor gate is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Selected official routes: 27 observations across 7 countries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Health Canada; New Zealand Ministry of Health; Destatis; Vero; Sejm;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raw route NZD 280.685m; supported identified-vaping retail sensitivity NZD 533.7–731.2m (≈EUR 298.5–408.9m; ECB 2024), not an observed market value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Market-values model; 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accepted-donor gate is 0/3; all 5 candidates remain outside the count.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Every candidate must pass all 10 criteria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NZD 533.7–731.2m (≈EUR 298.5–408.9m; ECB 2024) retail sensitivity is a supported model; the FTC's 2021 USD 2.763bn (≈EUR 2.336bn; ECB 2021) route is manufacturer reporting. Neither is complete consumer-retail value or an accepted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regions and regulatory types, plus direct validation in major economies, is still required.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2026.07.24-18 · 2026-07-24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2026.07.24-18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2026-07-24T09:17:47.0070000Z</dcterms:created>
  <dcterms:modified xsi:type="dcterms:W3CDTF">2026-07-24T09:17:47.0070000Z</dcterms:modified>
</coreProperties>
</file>