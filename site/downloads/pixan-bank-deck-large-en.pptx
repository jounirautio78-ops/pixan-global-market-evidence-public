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af0456fc2f4382" /><Relationship Type="http://schemas.openxmlformats.org/officeDocument/2006/relationships/extended-properties" Target="/docProps/app.xml" Id="R136f038ac09f4cf3" /><Relationship Type="http://schemas.openxmlformats.org/officeDocument/2006/relationships/officeDocument" Target="/ppt/presentation.xml" Id="R9a0e4c95c39747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a901872a654405"/>
  </p:sldMasterIdLst>
  <p:notesMasterIdLst>
    <p:notesMasterId xmlns:r="http://schemas.openxmlformats.org/officeDocument/2006/relationships" r:id="Rb17836b91c2d4be0"/>
  </p:notesMasterIdLst>
  <p:sldIdLst>
    <p:sldId xmlns:r="http://schemas.openxmlformats.org/officeDocument/2006/relationships" id="256" r:id="R2a6423c0b52240a0"/>
    <p:sldId xmlns:r="http://schemas.openxmlformats.org/officeDocument/2006/relationships" id="257" r:id="R44a3727af63a4dd4"/>
    <p:sldId xmlns:r="http://schemas.openxmlformats.org/officeDocument/2006/relationships" id="258" r:id="R8113fd5074f44525"/>
    <p:sldId xmlns:r="http://schemas.openxmlformats.org/officeDocument/2006/relationships" id="259" r:id="Rf792e53d2cc145a9"/>
    <p:sldId xmlns:r="http://schemas.openxmlformats.org/officeDocument/2006/relationships" id="260" r:id="Re2bde8a70c0b4cf8"/>
    <p:sldId xmlns:r="http://schemas.openxmlformats.org/officeDocument/2006/relationships" id="261" r:id="Rccc242277d134c95"/>
    <p:sldId xmlns:r="http://schemas.openxmlformats.org/officeDocument/2006/relationships" id="262" r:id="R422ecbab77e1493b"/>
    <p:sldId xmlns:r="http://schemas.openxmlformats.org/officeDocument/2006/relationships" id="263" r:id="R22fb481cf9584c12"/>
    <p:sldId xmlns:r="http://schemas.openxmlformats.org/officeDocument/2006/relationships" id="264" r:id="Re72e46083b734f98"/>
    <p:sldId xmlns:r="http://schemas.openxmlformats.org/officeDocument/2006/relationships" id="265" r:id="R4a06187085dc40b6"/>
    <p:sldId xmlns:r="http://schemas.openxmlformats.org/officeDocument/2006/relationships" id="266" r:id="R77f24655de484168"/>
    <p:sldId xmlns:r="http://schemas.openxmlformats.org/officeDocument/2006/relationships" id="267" r:id="Re1ea00aef3d84c94"/>
    <p:sldId xmlns:r="http://schemas.openxmlformats.org/officeDocument/2006/relationships" id="268" r:id="R50580e03f924488a"/>
    <p:sldId xmlns:r="http://schemas.openxmlformats.org/officeDocument/2006/relationships" id="269" r:id="R20bea04befad4f69"/>
    <p:sldId xmlns:r="http://schemas.openxmlformats.org/officeDocument/2006/relationships" id="270" r:id="R19df1c537a124969"/>
    <p:sldId xmlns:r="http://schemas.openxmlformats.org/officeDocument/2006/relationships" id="271" r:id="Rd5f37bbdfec94582"/>
    <p:sldId xmlns:r="http://schemas.openxmlformats.org/officeDocument/2006/relationships" id="272" r:id="R456f472aa93c4952"/>
    <p:sldId xmlns:r="http://schemas.openxmlformats.org/officeDocument/2006/relationships" id="273" r:id="R67f08f91056c43b7"/>
    <p:sldId xmlns:r="http://schemas.openxmlformats.org/officeDocument/2006/relationships" id="274" r:id="R19d7fa92a9874ef0"/>
    <p:sldId xmlns:r="http://schemas.openxmlformats.org/officeDocument/2006/relationships" id="275" r:id="R41b0d9ad34d4481d"/>
    <p:sldId xmlns:r="http://schemas.openxmlformats.org/officeDocument/2006/relationships" id="276" r:id="R3d1f4eeea72d4f9e"/>
    <p:sldId xmlns:r="http://schemas.openxmlformats.org/officeDocument/2006/relationships" id="277" r:id="R75cf4f176d064fef"/>
    <p:sldId xmlns:r="http://schemas.openxmlformats.org/officeDocument/2006/relationships" id="278" r:id="R7b7500ed319a4d57"/>
    <p:sldId xmlns:r="http://schemas.openxmlformats.org/officeDocument/2006/relationships" id="279" r:id="Rdff268ff41554f92"/>
    <p:sldId xmlns:r="http://schemas.openxmlformats.org/officeDocument/2006/relationships" id="280" r:id="Ra0447b0e5ec34a00"/>
    <p:sldId xmlns:r="http://schemas.openxmlformats.org/officeDocument/2006/relationships" id="281" r:id="Rd680f2c8d04d49d5"/>
    <p:sldId xmlns:r="http://schemas.openxmlformats.org/officeDocument/2006/relationships" id="282" r:id="R09637a8fd2f74360"/>
    <p:sldId xmlns:r="http://schemas.openxmlformats.org/officeDocument/2006/relationships" id="283" r:id="R569f28378e974059"/>
    <p:sldId xmlns:r="http://schemas.openxmlformats.org/officeDocument/2006/relationships" id="284" r:id="Rf3b5394409754fb6"/>
    <p:sldId xmlns:r="http://schemas.openxmlformats.org/officeDocument/2006/relationships" id="285" r:id="R7475c7a99c914e42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2a69e9b78e4be4" /><Relationship Type="http://schemas.openxmlformats.org/officeDocument/2006/relationships/slideMaster" Target="/ppt/slideMasters/slideMaster1.xml" Id="Rd6a901872a654405" /><Relationship Type="http://schemas.openxmlformats.org/officeDocument/2006/relationships/notesMaster" Target="/ppt/notesMasters/notesMaster1.xml" Id="Rb17836b91c2d4be0" /><Relationship Type="http://schemas.openxmlformats.org/officeDocument/2006/relationships/presProps" Target="/ppt/presProps.xml" Id="R4d20d868de3047bc" /><Relationship Type="http://schemas.openxmlformats.org/officeDocument/2006/relationships/viewProps" Target="/ppt/viewProps.xml" Id="Rd25479793eb04cbb" /><Relationship Type="http://schemas.openxmlformats.org/officeDocument/2006/relationships/tableStyles" Target="/ppt/tableStyles.xml" Id="R7f9e94c7c587441f" /><Relationship Type="http://schemas.openxmlformats.org/officeDocument/2006/relationships/slide" Target="/ppt/slides/slide1.xml" Id="R2a6423c0b52240a0" /><Relationship Type="http://schemas.openxmlformats.org/officeDocument/2006/relationships/slide" Target="/ppt/slides/slide2.xml" Id="R44a3727af63a4dd4" /><Relationship Type="http://schemas.openxmlformats.org/officeDocument/2006/relationships/slide" Target="/ppt/slides/slide3.xml" Id="R8113fd5074f44525" /><Relationship Type="http://schemas.openxmlformats.org/officeDocument/2006/relationships/slide" Target="/ppt/slides/slide4.xml" Id="Rf792e53d2cc145a9" /><Relationship Type="http://schemas.openxmlformats.org/officeDocument/2006/relationships/slide" Target="/ppt/slides/slide5.xml" Id="Re2bde8a70c0b4cf8" /><Relationship Type="http://schemas.openxmlformats.org/officeDocument/2006/relationships/slide" Target="/ppt/slides/slide6.xml" Id="Rccc242277d134c95" /><Relationship Type="http://schemas.openxmlformats.org/officeDocument/2006/relationships/slide" Target="/ppt/slides/slide7.xml" Id="R422ecbab77e1493b" /><Relationship Type="http://schemas.openxmlformats.org/officeDocument/2006/relationships/slide" Target="/ppt/slides/slide8.xml" Id="R22fb481cf9584c12" /><Relationship Type="http://schemas.openxmlformats.org/officeDocument/2006/relationships/slide" Target="/ppt/slides/slide9.xml" Id="Re72e46083b734f98" /><Relationship Type="http://schemas.openxmlformats.org/officeDocument/2006/relationships/slide" Target="/ppt/slides/slide10.xml" Id="R4a06187085dc40b6" /><Relationship Type="http://schemas.openxmlformats.org/officeDocument/2006/relationships/slide" Target="/ppt/slides/slide11.xml" Id="R77f24655de484168" /><Relationship Type="http://schemas.openxmlformats.org/officeDocument/2006/relationships/slide" Target="/ppt/slides/slide12.xml" Id="Re1ea00aef3d84c94" /><Relationship Type="http://schemas.openxmlformats.org/officeDocument/2006/relationships/slide" Target="/ppt/slides/slide13.xml" Id="R50580e03f924488a" /><Relationship Type="http://schemas.openxmlformats.org/officeDocument/2006/relationships/slide" Target="/ppt/slides/slide14.xml" Id="R20bea04befad4f69" /><Relationship Type="http://schemas.openxmlformats.org/officeDocument/2006/relationships/slide" Target="/ppt/slides/slide15.xml" Id="R19df1c537a124969" /><Relationship Type="http://schemas.openxmlformats.org/officeDocument/2006/relationships/slide" Target="/ppt/slides/slide16.xml" Id="Rd5f37bbdfec94582" /><Relationship Type="http://schemas.openxmlformats.org/officeDocument/2006/relationships/slide" Target="/ppt/slides/slide17.xml" Id="R456f472aa93c4952" /><Relationship Type="http://schemas.openxmlformats.org/officeDocument/2006/relationships/slide" Target="/ppt/slides/slide18.xml" Id="R67f08f91056c43b7" /><Relationship Type="http://schemas.openxmlformats.org/officeDocument/2006/relationships/slide" Target="/ppt/slides/slide19.xml" Id="R19d7fa92a9874ef0" /><Relationship Type="http://schemas.openxmlformats.org/officeDocument/2006/relationships/slide" Target="/ppt/slides/slide20.xml" Id="R41b0d9ad34d4481d" /><Relationship Type="http://schemas.openxmlformats.org/officeDocument/2006/relationships/slide" Target="/ppt/slides/slide21.xml" Id="R3d1f4eeea72d4f9e" /><Relationship Type="http://schemas.openxmlformats.org/officeDocument/2006/relationships/slide" Target="/ppt/slides/slide22.xml" Id="R75cf4f176d064fef" /><Relationship Type="http://schemas.openxmlformats.org/officeDocument/2006/relationships/slide" Target="/ppt/slides/slide23.xml" Id="R7b7500ed319a4d57" /><Relationship Type="http://schemas.openxmlformats.org/officeDocument/2006/relationships/slide" Target="/ppt/slides/slide24.xml" Id="Rdff268ff41554f92" /><Relationship Type="http://schemas.openxmlformats.org/officeDocument/2006/relationships/slide" Target="/ppt/slides/slide25.xml" Id="Ra0447b0e5ec34a00" /><Relationship Type="http://schemas.openxmlformats.org/officeDocument/2006/relationships/slide" Target="/ppt/slides/slide26.xml" Id="Rd680f2c8d04d49d5" /><Relationship Type="http://schemas.openxmlformats.org/officeDocument/2006/relationships/slide" Target="/ppt/slides/slide27.xml" Id="R09637a8fd2f74360" /><Relationship Type="http://schemas.openxmlformats.org/officeDocument/2006/relationships/slide" Target="/ppt/slides/slide28.xml" Id="R569f28378e974059" /><Relationship Type="http://schemas.openxmlformats.org/officeDocument/2006/relationships/slide" Target="/ppt/slides/slide29.xml" Id="Rf3b5394409754fb6" /><Relationship Type="http://schemas.openxmlformats.org/officeDocument/2006/relationships/slide" Target="/ppt/slides/slide30.xml" Id="R7475c7a99c914e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682e27f9a240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9d3059c6aa410b" /><Relationship Type="http://schemas.openxmlformats.org/officeDocument/2006/relationships/notesMaster" Target="/ppt/notesMasters/notesMaster1.xml" Id="R7175aece342249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f7d6c705c3443b" /><Relationship Type="http://schemas.openxmlformats.org/officeDocument/2006/relationships/notesMaster" Target="/ppt/notesMasters/notesMaster1.xml" Id="Rd56b2373acc841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9ba1c272f1e4a86" /><Relationship Type="http://schemas.openxmlformats.org/officeDocument/2006/relationships/notesMaster" Target="/ppt/notesMasters/notesMaster1.xml" Id="Rf169f41291ef4d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fc5548a1814535" /><Relationship Type="http://schemas.openxmlformats.org/officeDocument/2006/relationships/notesMaster" Target="/ppt/notesMasters/notesMaster1.xml" Id="R13a2bf7eedaa46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9e6007a3d14798" /><Relationship Type="http://schemas.openxmlformats.org/officeDocument/2006/relationships/notesMaster" Target="/ppt/notesMasters/notesMaster1.xml" Id="R7a99648fd2464a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b10f0032d54cf7" /><Relationship Type="http://schemas.openxmlformats.org/officeDocument/2006/relationships/notesMaster" Target="/ppt/notesMasters/notesMaster1.xml" Id="Rb5b34faa6f5848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706a5d8e6e49cd" /><Relationship Type="http://schemas.openxmlformats.org/officeDocument/2006/relationships/notesMaster" Target="/ppt/notesMasters/notesMaster1.xml" Id="R437607332746466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aa55f251c7c4ce3" /><Relationship Type="http://schemas.openxmlformats.org/officeDocument/2006/relationships/notesMaster" Target="/ppt/notesMasters/notesMaster1.xml" Id="Rd835faf89f824e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740aeeffb78459b" /><Relationship Type="http://schemas.openxmlformats.org/officeDocument/2006/relationships/notesMaster" Target="/ppt/notesMasters/notesMaster1.xml" Id="R4bd7f2889100492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1c066dcbced448c" /><Relationship Type="http://schemas.openxmlformats.org/officeDocument/2006/relationships/notesMaster" Target="/ppt/notesMasters/notesMaster1.xml" Id="Re84ac77f6b76466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f4b9cd6ff74a23" /><Relationship Type="http://schemas.openxmlformats.org/officeDocument/2006/relationships/notesMaster" Target="/ppt/notesMasters/notesMaster1.xml" Id="Rf244084f16bb4d9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ef3d40541fe46da" /><Relationship Type="http://schemas.openxmlformats.org/officeDocument/2006/relationships/notesMaster" Target="/ppt/notesMasters/notesMaster1.xml" Id="R517017a5cf7b4a9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2a75ac26ddf4609" /><Relationship Type="http://schemas.openxmlformats.org/officeDocument/2006/relationships/notesMaster" Target="/ppt/notesMasters/notesMaster1.xml" Id="R595079b91d6a4c3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439d0578b2c4e2e" /><Relationship Type="http://schemas.openxmlformats.org/officeDocument/2006/relationships/notesMaster" Target="/ppt/notesMasters/notesMaster1.xml" Id="R988ad83b9287440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c0545a07507483d" /><Relationship Type="http://schemas.openxmlformats.org/officeDocument/2006/relationships/notesMaster" Target="/ppt/notesMasters/notesMaster1.xml" Id="Rddca48f040cc467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3e985a911fd4efe" /><Relationship Type="http://schemas.openxmlformats.org/officeDocument/2006/relationships/notesMaster" Target="/ppt/notesMasters/notesMaster1.xml" Id="Re00e180df17747b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b861c256b3b426d" /><Relationship Type="http://schemas.openxmlformats.org/officeDocument/2006/relationships/notesMaster" Target="/ppt/notesMasters/notesMaster1.xml" Id="R0cda37314fe14a5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7697aa98fe84674" /><Relationship Type="http://schemas.openxmlformats.org/officeDocument/2006/relationships/notesMaster" Target="/ppt/notesMasters/notesMaster1.xml" Id="Ref6dbabccdf9443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6c4dcc555fe4fdf" /><Relationship Type="http://schemas.openxmlformats.org/officeDocument/2006/relationships/notesMaster" Target="/ppt/notesMasters/notesMaster1.xml" Id="Rf3b009eecc8b48d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1da64adab594dbc" /><Relationship Type="http://schemas.openxmlformats.org/officeDocument/2006/relationships/notesMaster" Target="/ppt/notesMasters/notesMaster1.xml" Id="R9cd0aa68941e406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1f33e8ee4384c35" /><Relationship Type="http://schemas.openxmlformats.org/officeDocument/2006/relationships/notesMaster" Target="/ppt/notesMasters/notesMaster1.xml" Id="Rd3f36b6c713d4c6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39e4dc36a0d4e99" /><Relationship Type="http://schemas.openxmlformats.org/officeDocument/2006/relationships/notesMaster" Target="/ppt/notesMasters/notesMaster1.xml" Id="R7010ffc9535d437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21360248e3c434f" /><Relationship Type="http://schemas.openxmlformats.org/officeDocument/2006/relationships/notesMaster" Target="/ppt/notesMasters/notesMaster1.xml" Id="Rce097ab9c0024e5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d3dbc9a18624afd" /><Relationship Type="http://schemas.openxmlformats.org/officeDocument/2006/relationships/notesMaster" Target="/ppt/notesMasters/notesMaster1.xml" Id="R36f0043b3ddf4ba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2d510d719de4ee9" /><Relationship Type="http://schemas.openxmlformats.org/officeDocument/2006/relationships/notesMaster" Target="/ppt/notesMasters/notesMaster1.xml" Id="R151679bb8b9a4fe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a97a2be1f0b4c2e" /><Relationship Type="http://schemas.openxmlformats.org/officeDocument/2006/relationships/notesMaster" Target="/ppt/notesMasters/notesMaster1.xml" Id="Rf9ca3ca1d4134f3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9ef0b65a25f4dd1" /><Relationship Type="http://schemas.openxmlformats.org/officeDocument/2006/relationships/notesMaster" Target="/ppt/notesMasters/notesMaster1.xml" Id="Rb0e335e4c0c246c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8ab4e14fd1f42f5" /><Relationship Type="http://schemas.openxmlformats.org/officeDocument/2006/relationships/notesMaster" Target="/ppt/notesMasters/notesMaster1.xml" Id="R2ea362d46953432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489b8efa8ae4053" /><Relationship Type="http://schemas.openxmlformats.org/officeDocument/2006/relationships/notesMaster" Target="/ppt/notesMasters/notesMaster1.xml" Id="R166be2b82eb645a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103c94183694052" /><Relationship Type="http://schemas.openxmlformats.org/officeDocument/2006/relationships/notesMaster" Target="/ppt/notesMasters/notesMaster1.xml" Id="R672e86ff9c7448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454c997c2c430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fa043dea044b6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993f7e28d14f2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49708376dc496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eecc8dcc5a435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821679bee242b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84f4685892449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a7d251fba440d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c6ffb3a37640c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f34de82ef14a9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e89e2d9747497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0c51fe1efa4e90" /><Relationship Type="http://schemas.openxmlformats.org/officeDocument/2006/relationships/slideLayout" Target="/ppt/slideLayouts/slideLayout1.xml" Id="Rf529e2f0107a4826" /><Relationship Type="http://schemas.openxmlformats.org/officeDocument/2006/relationships/slideLayout" Target="/ppt/slideLayouts/slideLayout2.xml" Id="R948665fe59874adf" /><Relationship Type="http://schemas.openxmlformats.org/officeDocument/2006/relationships/slideLayout" Target="/ppt/slideLayouts/slideLayout3.xml" Id="Rd8997bf26c194c90" /><Relationship Type="http://schemas.openxmlformats.org/officeDocument/2006/relationships/slideLayout" Target="/ppt/slideLayouts/slideLayout4.xml" Id="R896dac5354bd4b8f" /><Relationship Type="http://schemas.openxmlformats.org/officeDocument/2006/relationships/slideLayout" Target="/ppt/slideLayouts/slideLayout5.xml" Id="R30694cb364ce4ee5" /><Relationship Type="http://schemas.openxmlformats.org/officeDocument/2006/relationships/slideLayout" Target="/ppt/slideLayouts/slideLayout6.xml" Id="R2c8480b0fb2c4124" /><Relationship Type="http://schemas.openxmlformats.org/officeDocument/2006/relationships/slideLayout" Target="/ppt/slideLayouts/slideLayout7.xml" Id="R2f97ce52a1a24386" /><Relationship Type="http://schemas.openxmlformats.org/officeDocument/2006/relationships/slideLayout" Target="/ppt/slideLayouts/slideLayout8.xml" Id="R4e101dcea3a64514" /><Relationship Type="http://schemas.openxmlformats.org/officeDocument/2006/relationships/slideLayout" Target="/ppt/slideLayouts/slideLayout9.xml" Id="Rb337f1588b0747da" /><Relationship Type="http://schemas.openxmlformats.org/officeDocument/2006/relationships/slideLayout" Target="/ppt/slideLayouts/slideLayout10.xml" Id="R5a7bcb4316af45ff" /><Relationship Type="http://schemas.openxmlformats.org/officeDocument/2006/relationships/slideLayout" Target="/ppt/slideLayouts/slideLayout11.xml" Id="Ra925f297a7c14ec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29e2f0107a4826"/>
    <p:sldLayoutId xmlns:r="http://schemas.openxmlformats.org/officeDocument/2006/relationships" id="2147483650" r:id="R948665fe59874adf"/>
    <p:sldLayoutId xmlns:r="http://schemas.openxmlformats.org/officeDocument/2006/relationships" id="2147483651" r:id="Rd8997bf26c194c90"/>
    <p:sldLayoutId xmlns:r="http://schemas.openxmlformats.org/officeDocument/2006/relationships" id="2147483652" r:id="R896dac5354bd4b8f"/>
    <p:sldLayoutId xmlns:r="http://schemas.openxmlformats.org/officeDocument/2006/relationships" id="2147483653" r:id="R30694cb364ce4ee5"/>
    <p:sldLayoutId xmlns:r="http://schemas.openxmlformats.org/officeDocument/2006/relationships" id="2147483654" r:id="R2c8480b0fb2c4124"/>
    <p:sldLayoutId xmlns:r="http://schemas.openxmlformats.org/officeDocument/2006/relationships" id="2147483655" r:id="R2f97ce52a1a24386"/>
    <p:sldLayoutId xmlns:r="http://schemas.openxmlformats.org/officeDocument/2006/relationships" id="2147483656" r:id="R4e101dcea3a64514"/>
    <p:sldLayoutId xmlns:r="http://schemas.openxmlformats.org/officeDocument/2006/relationships" id="2147483657" r:id="Rb337f1588b0747da"/>
    <p:sldLayoutId xmlns:r="http://schemas.openxmlformats.org/officeDocument/2006/relationships" id="2147483658" r:id="R5a7bcb4316af45ff"/>
    <p:sldLayoutId xmlns:r="http://schemas.openxmlformats.org/officeDocument/2006/relationships" id="2147483659" r:id="Ra925f297a7c14ecd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6f0075923b41de" /><Relationship Type="http://schemas.openxmlformats.org/officeDocument/2006/relationships/notesSlide" Target="/ppt/notesSlides/notesSlide1.xml" Id="R9db399aea66645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8b8482153e4413" /><Relationship Type="http://schemas.openxmlformats.org/officeDocument/2006/relationships/notesSlide" Target="/ppt/notesSlides/notesSlide2.xml" Id="R34a845eb813e47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9bdaddc0b642b8" /><Relationship Type="http://schemas.openxmlformats.org/officeDocument/2006/relationships/notesSlide" Target="/ppt/notesSlides/notesSlide3.xml" Id="Rea626c8fd2064e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0a28aa3d034579" /><Relationship Type="http://schemas.openxmlformats.org/officeDocument/2006/relationships/notesSlide" Target="/ppt/notesSlides/notesSlide4.xml" Id="Rd0f2dac287824b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3946753c37d4faf" /><Relationship Type="http://schemas.openxmlformats.org/officeDocument/2006/relationships/notesSlide" Target="/ppt/notesSlides/notesSlide5.xml" Id="R4aec2f170d3745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8e84239069943ec" /><Relationship Type="http://schemas.openxmlformats.org/officeDocument/2006/relationships/notesSlide" Target="/ppt/notesSlides/notesSlide6.xml" Id="R1a4c3157e4444e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56453240424fb2" /><Relationship Type="http://schemas.openxmlformats.org/officeDocument/2006/relationships/notesSlide" Target="/ppt/notesSlides/notesSlide7.xml" Id="R92c0e4aeb65241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78d288e1734a86" /><Relationship Type="http://schemas.openxmlformats.org/officeDocument/2006/relationships/notesSlide" Target="/ppt/notesSlides/notesSlide8.xml" Id="R91a1d05e454b41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413929ad75e4745" /><Relationship Type="http://schemas.openxmlformats.org/officeDocument/2006/relationships/notesSlide" Target="/ppt/notesSlides/notesSlide9.xml" Id="Rfff8e149a7ae49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c8767c04f374abd" /><Relationship Type="http://schemas.openxmlformats.org/officeDocument/2006/relationships/notesSlide" Target="/ppt/notesSlides/notesSlide10.xml" Id="R4f8112609b384d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8af970ed784c8f" /><Relationship Type="http://schemas.openxmlformats.org/officeDocument/2006/relationships/notesSlide" Target="/ppt/notesSlides/notesSlide11.xml" Id="R9f0a7010302644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cd812f86bcf469b" /><Relationship Type="http://schemas.openxmlformats.org/officeDocument/2006/relationships/notesSlide" Target="/ppt/notesSlides/notesSlide12.xml" Id="R98309ab6041b404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6ae30ddb1c4995" /><Relationship Type="http://schemas.openxmlformats.org/officeDocument/2006/relationships/notesSlide" Target="/ppt/notesSlides/notesSlide13.xml" Id="Ra9a6e3000187481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af2c8996db45d6" /><Relationship Type="http://schemas.openxmlformats.org/officeDocument/2006/relationships/notesSlide" Target="/ppt/notesSlides/notesSlide14.xml" Id="Ra329aa730a1f4fd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69354dcb394df4" /><Relationship Type="http://schemas.openxmlformats.org/officeDocument/2006/relationships/notesSlide" Target="/ppt/notesSlides/notesSlide15.xml" Id="R8b1945d390bc4c8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af270a50f14571" /><Relationship Type="http://schemas.openxmlformats.org/officeDocument/2006/relationships/notesSlide" Target="/ppt/notesSlides/notesSlide16.xml" Id="R8cedc2dfebcb4fa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7741a91896473f" /><Relationship Type="http://schemas.openxmlformats.org/officeDocument/2006/relationships/notesSlide" Target="/ppt/notesSlides/notesSlide17.xml" Id="Radfc2aaa88c14ad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0b9d75d9fe4461" /><Relationship Type="http://schemas.openxmlformats.org/officeDocument/2006/relationships/notesSlide" Target="/ppt/notesSlides/notesSlide18.xml" Id="R0c70ecf2f966405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87963955fc147b9" /><Relationship Type="http://schemas.openxmlformats.org/officeDocument/2006/relationships/notesSlide" Target="/ppt/notesSlides/notesSlide19.xml" Id="R9d7478143ebd431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ea09aa67c64d06" /><Relationship Type="http://schemas.openxmlformats.org/officeDocument/2006/relationships/notesSlide" Target="/ppt/notesSlides/notesSlide20.xml" Id="Rf33df4a2e41047b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53cd18da3e4dd7" /><Relationship Type="http://schemas.openxmlformats.org/officeDocument/2006/relationships/notesSlide" Target="/ppt/notesSlides/notesSlide21.xml" Id="Rd3ca5d636c604bb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6883392f8c24e60" /><Relationship Type="http://schemas.openxmlformats.org/officeDocument/2006/relationships/notesSlide" Target="/ppt/notesSlides/notesSlide22.xml" Id="R6ec095747c8142f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c38950671a45d4" /><Relationship Type="http://schemas.openxmlformats.org/officeDocument/2006/relationships/notesSlide" Target="/ppt/notesSlides/notesSlide23.xml" Id="R4b168f6ad73a4c8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b08a36405b449a" /><Relationship Type="http://schemas.openxmlformats.org/officeDocument/2006/relationships/notesSlide" Target="/ppt/notesSlides/notesSlide24.xml" Id="Re5cbb26b0010497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f6913dcd9a64e7a" /><Relationship Type="http://schemas.openxmlformats.org/officeDocument/2006/relationships/notesSlide" Target="/ppt/notesSlides/notesSlide25.xml" Id="Rd80921da9f9240e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db2a59c9684f3b" /><Relationship Type="http://schemas.openxmlformats.org/officeDocument/2006/relationships/notesSlide" Target="/ppt/notesSlides/notesSlide26.xml" Id="R88b4b7d08cd142e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f1cde7669e42b6" /><Relationship Type="http://schemas.openxmlformats.org/officeDocument/2006/relationships/notesSlide" Target="/ppt/notesSlides/notesSlide27.xml" Id="R9749bf3b0a4c452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abe6d19fb94b94" /><Relationship Type="http://schemas.openxmlformats.org/officeDocument/2006/relationships/notesSlide" Target="/ppt/notesSlides/notesSlide28.xml" Id="Rf5349f8f4a9548f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fc79ae47614642" /><Relationship Type="http://schemas.openxmlformats.org/officeDocument/2006/relationships/notesSlide" Target="/ppt/notesSlides/notesSlide29.xml" Id="Rfb8b6c46194047b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f62e5ca29a4f21" /><Relationship Type="http://schemas.openxmlformats.org/officeDocument/2006/relationships/notesSlide" Target="/ppt/notesSlides/notesSlide30.xml" Id="Ra2fa7363eba148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2026-07-27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reproducible AIS/AVP subtotal is NZD 274,180,410.21; it passes 7/10, but D5 fails and D8/D10 remain open. The donor gate remains 0/3.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34 market measures + 36 Swedish FHM register counts (not sales)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Statistics Canada; Health Canada; New Zealand Ministry of Health; Destatis; Vero;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1.219160bn (≈EUR 822.6m; ECB 2024) / EUR 822.58m; monthly route +CAD 1,000. Canada 7/10; D5, D7 and D10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identified AIS/AVP vaping subtotal NZD 274.180m (≈EUR 153.3m; ECB 2024): consumables 189.402 + devices/hardware 84.709 + mixed systems 0.069m. NZ 7/10; D5 failed, D8/D10 open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2024: strong point estimate,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1.219160bn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1.160754bn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CAD 1,000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monthly–quarterly gap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is CAD 58.406m (+5.03%) above shipments. The residual is not margin or a market range; official tax evidence closes D8.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passes 7/10. D5: NAICS 459993/459999 coverage. D7: exact annual error boundary missing. D10: different transaction stages remain unreconciled.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Market-values model; Readiness, donorProtocol and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New Zealand is 7/10: D5 failed; D8 and D10 open. All 5 candidates remain outside; the donor gate is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identified AIS/AVP subtotal of NZD 274.180m (≈EUR 153.3m; ECB 2024) comprises NZD 189,402,451.96 consumables, NZD 84,709,409.85 devices/hardware and NZD 68,548.40 mixed systems.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NZD 2,137,085.24 adjacent and NZD 4,367,017.37 unresolved rows are excluded. New Zealand passes 7/10; D5 fails and D8/D10 remain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separate NZD 533.7–731.2m (≈EUR 298.5–408.9m; ECB 2024) RPS sensitivity remains a supported model, not observed national value. The donor gate remains 0/3.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First-donor conversion sprint · next 90 days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2026.07.27-26 · 2026-07-27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New Zealand: Ministry D5/D8 confirmation and an independent D10 bridge. Canada: Statistics Canada D5/D7 confirmation.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Poland official aggregate first; Finland, Denmark and France as the secondary request wave.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Rights-cleared retail data only after an accepted sample; assess every country under D1–D10.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Accept a donor only if all ten criteria pass. Otherwise retain 0/3 and not_computed.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2026.07.27-26 · 2026-07-27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2026-07-27T06:09:51.9880000Z</dcterms:created>
  <dcterms:modified xsi:type="dcterms:W3CDTF">2026-07-27T06:09:51.9880000Z</dcterms:modified>
</coreProperties>
</file>