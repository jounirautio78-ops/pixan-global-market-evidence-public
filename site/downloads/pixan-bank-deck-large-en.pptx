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b2546155a94569" /><Relationship Type="http://schemas.openxmlformats.org/officeDocument/2006/relationships/extended-properties" Target="/docProps/app.xml" Id="Rc99078837cf340fa" /><Relationship Type="http://schemas.openxmlformats.org/officeDocument/2006/relationships/officeDocument" Target="/ppt/presentation.xml" Id="Rc693f3783f6a4ca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5a49b8e33444ee"/>
  </p:sldMasterIdLst>
  <p:notesMasterIdLst>
    <p:notesMasterId xmlns:r="http://schemas.openxmlformats.org/officeDocument/2006/relationships" r:id="R5c967f926b054948"/>
  </p:notesMasterIdLst>
  <p:sldIdLst>
    <p:sldId xmlns:r="http://schemas.openxmlformats.org/officeDocument/2006/relationships" id="256" r:id="R51f76c2c33d54ebc"/>
    <p:sldId xmlns:r="http://schemas.openxmlformats.org/officeDocument/2006/relationships" id="257" r:id="Rb6ca7651245e44bd"/>
    <p:sldId xmlns:r="http://schemas.openxmlformats.org/officeDocument/2006/relationships" id="258" r:id="R728d3864eea54789"/>
    <p:sldId xmlns:r="http://schemas.openxmlformats.org/officeDocument/2006/relationships" id="259" r:id="R887296ef3e5c41bd"/>
    <p:sldId xmlns:r="http://schemas.openxmlformats.org/officeDocument/2006/relationships" id="260" r:id="R0964266d23544227"/>
    <p:sldId xmlns:r="http://schemas.openxmlformats.org/officeDocument/2006/relationships" id="261" r:id="Rfcff9a4ef5ff4ae7"/>
    <p:sldId xmlns:r="http://schemas.openxmlformats.org/officeDocument/2006/relationships" id="262" r:id="R7112d5d98d4a4983"/>
    <p:sldId xmlns:r="http://schemas.openxmlformats.org/officeDocument/2006/relationships" id="263" r:id="R42a42d6de41544ae"/>
    <p:sldId xmlns:r="http://schemas.openxmlformats.org/officeDocument/2006/relationships" id="264" r:id="R37a99e70731e41fe"/>
    <p:sldId xmlns:r="http://schemas.openxmlformats.org/officeDocument/2006/relationships" id="265" r:id="R65afc73da1a34c04"/>
    <p:sldId xmlns:r="http://schemas.openxmlformats.org/officeDocument/2006/relationships" id="266" r:id="R90d189aa4f134a19"/>
    <p:sldId xmlns:r="http://schemas.openxmlformats.org/officeDocument/2006/relationships" id="267" r:id="Rd493ce9875fb40ad"/>
    <p:sldId xmlns:r="http://schemas.openxmlformats.org/officeDocument/2006/relationships" id="268" r:id="R7b6d40e79ba44233"/>
    <p:sldId xmlns:r="http://schemas.openxmlformats.org/officeDocument/2006/relationships" id="269" r:id="R39b5bfeb317b4cbd"/>
    <p:sldId xmlns:r="http://schemas.openxmlformats.org/officeDocument/2006/relationships" id="270" r:id="R755731d64aa34ddc"/>
    <p:sldId xmlns:r="http://schemas.openxmlformats.org/officeDocument/2006/relationships" id="271" r:id="Rfdf723c821904929"/>
    <p:sldId xmlns:r="http://schemas.openxmlformats.org/officeDocument/2006/relationships" id="272" r:id="R7be044c8e0c74838"/>
    <p:sldId xmlns:r="http://schemas.openxmlformats.org/officeDocument/2006/relationships" id="273" r:id="Raadd97d2e8a242cf"/>
    <p:sldId xmlns:r="http://schemas.openxmlformats.org/officeDocument/2006/relationships" id="274" r:id="R7381ce146e4b478b"/>
    <p:sldId xmlns:r="http://schemas.openxmlformats.org/officeDocument/2006/relationships" id="275" r:id="Rfe0fae9fe1c1489a"/>
    <p:sldId xmlns:r="http://schemas.openxmlformats.org/officeDocument/2006/relationships" id="276" r:id="Rf9b199648b494dbb"/>
    <p:sldId xmlns:r="http://schemas.openxmlformats.org/officeDocument/2006/relationships" id="277" r:id="R4873d6082fbc4c82"/>
    <p:sldId xmlns:r="http://schemas.openxmlformats.org/officeDocument/2006/relationships" id="278" r:id="R4547eb5e8aa84604"/>
    <p:sldId xmlns:r="http://schemas.openxmlformats.org/officeDocument/2006/relationships" id="279" r:id="R611b8110eafe4209"/>
    <p:sldId xmlns:r="http://schemas.openxmlformats.org/officeDocument/2006/relationships" id="280" r:id="R15e9dc2682cf4158"/>
    <p:sldId xmlns:r="http://schemas.openxmlformats.org/officeDocument/2006/relationships" id="281" r:id="Re5f890118f864b93"/>
    <p:sldId xmlns:r="http://schemas.openxmlformats.org/officeDocument/2006/relationships" id="282" r:id="Rc21c7b9bc13842d6"/>
    <p:sldId xmlns:r="http://schemas.openxmlformats.org/officeDocument/2006/relationships" id="283" r:id="R6bdca5e15de544ac"/>
    <p:sldId xmlns:r="http://schemas.openxmlformats.org/officeDocument/2006/relationships" id="284" r:id="R57e2f9a531fe42da"/>
    <p:sldId xmlns:r="http://schemas.openxmlformats.org/officeDocument/2006/relationships" id="285" r:id="Ra2cb064421854e20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65468eabc34ef6" /><Relationship Type="http://schemas.openxmlformats.org/officeDocument/2006/relationships/slideMaster" Target="/ppt/slideMasters/slideMaster1.xml" Id="Ref5a49b8e33444ee" /><Relationship Type="http://schemas.openxmlformats.org/officeDocument/2006/relationships/notesMaster" Target="/ppt/notesMasters/notesMaster1.xml" Id="R5c967f926b054948" /><Relationship Type="http://schemas.openxmlformats.org/officeDocument/2006/relationships/presProps" Target="/ppt/presProps.xml" Id="R8021f650beb14275" /><Relationship Type="http://schemas.openxmlformats.org/officeDocument/2006/relationships/viewProps" Target="/ppt/viewProps.xml" Id="R1dbfad27b8034222" /><Relationship Type="http://schemas.openxmlformats.org/officeDocument/2006/relationships/tableStyles" Target="/ppt/tableStyles.xml" Id="Rca4a4d101a8a4ac9" /><Relationship Type="http://schemas.openxmlformats.org/officeDocument/2006/relationships/slide" Target="/ppt/slides/slide1.xml" Id="R51f76c2c33d54ebc" /><Relationship Type="http://schemas.openxmlformats.org/officeDocument/2006/relationships/slide" Target="/ppt/slides/slide2.xml" Id="Rb6ca7651245e44bd" /><Relationship Type="http://schemas.openxmlformats.org/officeDocument/2006/relationships/slide" Target="/ppt/slides/slide3.xml" Id="R728d3864eea54789" /><Relationship Type="http://schemas.openxmlformats.org/officeDocument/2006/relationships/slide" Target="/ppt/slides/slide4.xml" Id="R887296ef3e5c41bd" /><Relationship Type="http://schemas.openxmlformats.org/officeDocument/2006/relationships/slide" Target="/ppt/slides/slide5.xml" Id="R0964266d23544227" /><Relationship Type="http://schemas.openxmlformats.org/officeDocument/2006/relationships/slide" Target="/ppt/slides/slide6.xml" Id="Rfcff9a4ef5ff4ae7" /><Relationship Type="http://schemas.openxmlformats.org/officeDocument/2006/relationships/slide" Target="/ppt/slides/slide7.xml" Id="R7112d5d98d4a4983" /><Relationship Type="http://schemas.openxmlformats.org/officeDocument/2006/relationships/slide" Target="/ppt/slides/slide8.xml" Id="R42a42d6de41544ae" /><Relationship Type="http://schemas.openxmlformats.org/officeDocument/2006/relationships/slide" Target="/ppt/slides/slide9.xml" Id="R37a99e70731e41fe" /><Relationship Type="http://schemas.openxmlformats.org/officeDocument/2006/relationships/slide" Target="/ppt/slides/slide10.xml" Id="R65afc73da1a34c04" /><Relationship Type="http://schemas.openxmlformats.org/officeDocument/2006/relationships/slide" Target="/ppt/slides/slide11.xml" Id="R90d189aa4f134a19" /><Relationship Type="http://schemas.openxmlformats.org/officeDocument/2006/relationships/slide" Target="/ppt/slides/slide12.xml" Id="Rd493ce9875fb40ad" /><Relationship Type="http://schemas.openxmlformats.org/officeDocument/2006/relationships/slide" Target="/ppt/slides/slide13.xml" Id="R7b6d40e79ba44233" /><Relationship Type="http://schemas.openxmlformats.org/officeDocument/2006/relationships/slide" Target="/ppt/slides/slide14.xml" Id="R39b5bfeb317b4cbd" /><Relationship Type="http://schemas.openxmlformats.org/officeDocument/2006/relationships/slide" Target="/ppt/slides/slide15.xml" Id="R755731d64aa34ddc" /><Relationship Type="http://schemas.openxmlformats.org/officeDocument/2006/relationships/slide" Target="/ppt/slides/slide16.xml" Id="Rfdf723c821904929" /><Relationship Type="http://schemas.openxmlformats.org/officeDocument/2006/relationships/slide" Target="/ppt/slides/slide17.xml" Id="R7be044c8e0c74838" /><Relationship Type="http://schemas.openxmlformats.org/officeDocument/2006/relationships/slide" Target="/ppt/slides/slide18.xml" Id="Raadd97d2e8a242cf" /><Relationship Type="http://schemas.openxmlformats.org/officeDocument/2006/relationships/slide" Target="/ppt/slides/slide19.xml" Id="R7381ce146e4b478b" /><Relationship Type="http://schemas.openxmlformats.org/officeDocument/2006/relationships/slide" Target="/ppt/slides/slide20.xml" Id="Rfe0fae9fe1c1489a" /><Relationship Type="http://schemas.openxmlformats.org/officeDocument/2006/relationships/slide" Target="/ppt/slides/slide21.xml" Id="Rf9b199648b494dbb" /><Relationship Type="http://schemas.openxmlformats.org/officeDocument/2006/relationships/slide" Target="/ppt/slides/slide22.xml" Id="R4873d6082fbc4c82" /><Relationship Type="http://schemas.openxmlformats.org/officeDocument/2006/relationships/slide" Target="/ppt/slides/slide23.xml" Id="R4547eb5e8aa84604" /><Relationship Type="http://schemas.openxmlformats.org/officeDocument/2006/relationships/slide" Target="/ppt/slides/slide24.xml" Id="R611b8110eafe4209" /><Relationship Type="http://schemas.openxmlformats.org/officeDocument/2006/relationships/slide" Target="/ppt/slides/slide25.xml" Id="R15e9dc2682cf4158" /><Relationship Type="http://schemas.openxmlformats.org/officeDocument/2006/relationships/slide" Target="/ppt/slides/slide26.xml" Id="Re5f890118f864b93" /><Relationship Type="http://schemas.openxmlformats.org/officeDocument/2006/relationships/slide" Target="/ppt/slides/slide27.xml" Id="Rc21c7b9bc13842d6" /><Relationship Type="http://schemas.openxmlformats.org/officeDocument/2006/relationships/slide" Target="/ppt/slides/slide28.xml" Id="R6bdca5e15de544ac" /><Relationship Type="http://schemas.openxmlformats.org/officeDocument/2006/relationships/slide" Target="/ppt/slides/slide29.xml" Id="R57e2f9a531fe42da" /><Relationship Type="http://schemas.openxmlformats.org/officeDocument/2006/relationships/slide" Target="/ppt/slides/slide30.xml" Id="Ra2cb064421854e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d1adff1b63044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498dc86296461e" /><Relationship Type="http://schemas.openxmlformats.org/officeDocument/2006/relationships/notesMaster" Target="/ppt/notesMasters/notesMaster1.xml" Id="Ra66ed0abf2034df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6d6cd3d1be4a1e" /><Relationship Type="http://schemas.openxmlformats.org/officeDocument/2006/relationships/notesMaster" Target="/ppt/notesMasters/notesMaster1.xml" Id="R7e273d82dff741d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cce4021930f4612" /><Relationship Type="http://schemas.openxmlformats.org/officeDocument/2006/relationships/notesMaster" Target="/ppt/notesMasters/notesMaster1.xml" Id="R6cb28c4c329649f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d697266c3c049fd" /><Relationship Type="http://schemas.openxmlformats.org/officeDocument/2006/relationships/notesMaster" Target="/ppt/notesMasters/notesMaster1.xml" Id="R0384ad2ec620446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3018c2ba60f4f10" /><Relationship Type="http://schemas.openxmlformats.org/officeDocument/2006/relationships/notesMaster" Target="/ppt/notesMasters/notesMaster1.xml" Id="Rd4921cf3a4574b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706b897677e43b5" /><Relationship Type="http://schemas.openxmlformats.org/officeDocument/2006/relationships/notesMaster" Target="/ppt/notesMasters/notesMaster1.xml" Id="R499b1a908c8343d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7043e4ebecb45e0" /><Relationship Type="http://schemas.openxmlformats.org/officeDocument/2006/relationships/notesMaster" Target="/ppt/notesMasters/notesMaster1.xml" Id="Ra5daed5c53a94ee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0942daae4954737" /><Relationship Type="http://schemas.openxmlformats.org/officeDocument/2006/relationships/notesMaster" Target="/ppt/notesMasters/notesMaster1.xml" Id="R045792cca7d84e7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fb6f0c5151a4f0d" /><Relationship Type="http://schemas.openxmlformats.org/officeDocument/2006/relationships/notesMaster" Target="/ppt/notesMasters/notesMaster1.xml" Id="R030bdd62a39f4f6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795b9a86e61457f" /><Relationship Type="http://schemas.openxmlformats.org/officeDocument/2006/relationships/notesMaster" Target="/ppt/notesMasters/notesMaster1.xml" Id="Rc1fdbbe6b7ad44d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3b613138e284df6" /><Relationship Type="http://schemas.openxmlformats.org/officeDocument/2006/relationships/notesMaster" Target="/ppt/notesMasters/notesMaster1.xml" Id="R953f21265afe461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299efbd96944813" /><Relationship Type="http://schemas.openxmlformats.org/officeDocument/2006/relationships/notesMaster" Target="/ppt/notesMasters/notesMaster1.xml" Id="R33f92d8852cf44f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6b999f423b74ed2" /><Relationship Type="http://schemas.openxmlformats.org/officeDocument/2006/relationships/notesMaster" Target="/ppt/notesMasters/notesMaster1.xml" Id="Ra32968427aa3417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60d32f65f7d4709" /><Relationship Type="http://schemas.openxmlformats.org/officeDocument/2006/relationships/notesMaster" Target="/ppt/notesMasters/notesMaster1.xml" Id="R44c0fe3112524e3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bfd56a04ca44f36" /><Relationship Type="http://schemas.openxmlformats.org/officeDocument/2006/relationships/notesMaster" Target="/ppt/notesMasters/notesMaster1.xml" Id="R94838a2380d04fa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5876f08317f428b" /><Relationship Type="http://schemas.openxmlformats.org/officeDocument/2006/relationships/notesMaster" Target="/ppt/notesMasters/notesMaster1.xml" Id="Rb723f788020d431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8b48c257b9a41eb" /><Relationship Type="http://schemas.openxmlformats.org/officeDocument/2006/relationships/notesMaster" Target="/ppt/notesMasters/notesMaster1.xml" Id="Rb329015c08144a6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62656b9c16f4a7d" /><Relationship Type="http://schemas.openxmlformats.org/officeDocument/2006/relationships/notesMaster" Target="/ppt/notesMasters/notesMaster1.xml" Id="Re1b1fd4a27994fd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f48bbce95874275" /><Relationship Type="http://schemas.openxmlformats.org/officeDocument/2006/relationships/notesMaster" Target="/ppt/notesMasters/notesMaster1.xml" Id="R9a95b5e120f8408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3b8f96c809b408e" /><Relationship Type="http://schemas.openxmlformats.org/officeDocument/2006/relationships/notesMaster" Target="/ppt/notesMasters/notesMaster1.xml" Id="R25d5d05cc278459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a673af0a5fe4311" /><Relationship Type="http://schemas.openxmlformats.org/officeDocument/2006/relationships/notesMaster" Target="/ppt/notesMasters/notesMaster1.xml" Id="R43ce52e1e07e41e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c9ef1a4dd3442da" /><Relationship Type="http://schemas.openxmlformats.org/officeDocument/2006/relationships/notesMaster" Target="/ppt/notesMasters/notesMaster1.xml" Id="R15011d0178d7422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576ad0db2c34ba0" /><Relationship Type="http://schemas.openxmlformats.org/officeDocument/2006/relationships/notesMaster" Target="/ppt/notesMasters/notesMaster1.xml" Id="Rb47c3b92e7d34f0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febb0b11c994133" /><Relationship Type="http://schemas.openxmlformats.org/officeDocument/2006/relationships/notesMaster" Target="/ppt/notesMasters/notesMaster1.xml" Id="R16535d557554434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c5b6f4a99ce4613" /><Relationship Type="http://schemas.openxmlformats.org/officeDocument/2006/relationships/notesMaster" Target="/ppt/notesMasters/notesMaster1.xml" Id="R34668b4d629e471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91c35c2f5364e62" /><Relationship Type="http://schemas.openxmlformats.org/officeDocument/2006/relationships/notesMaster" Target="/ppt/notesMasters/notesMaster1.xml" Id="R1ed16bad5aca4e0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867481ad7ff4eb3" /><Relationship Type="http://schemas.openxmlformats.org/officeDocument/2006/relationships/notesMaster" Target="/ppt/notesMasters/notesMaster1.xml" Id="R15c74ad05c4342a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e71310d91f644c2" /><Relationship Type="http://schemas.openxmlformats.org/officeDocument/2006/relationships/notesMaster" Target="/ppt/notesMasters/notesMaster1.xml" Id="R917b3b33cd11450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e1783da6c6e4ee3" /><Relationship Type="http://schemas.openxmlformats.org/officeDocument/2006/relationships/notesMaster" Target="/ppt/notesMasters/notesMaster1.xml" Id="R33f35a739a0f490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b237d8eb0114063" /><Relationship Type="http://schemas.openxmlformats.org/officeDocument/2006/relationships/notesMaster" Target="/ppt/notesMasters/notesMaster1.xml" Id="Rf4784525778c473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5f97f4c95a4ce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977b2d5cec434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a871be018f499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062ff221c2413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7d00a0a79f407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5caff0998e4fc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c6eebc691d41c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4031f5dbd2476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920f5e3d2048f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e0d2872b174b0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cc29b079e846e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F263D0A-7A17-49AF-9E15-8C9B81D8EDA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3CE651E-9356-4C9A-AE02-68CA21CFDEA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39E1B8C-5293-4AA1-A733-6EE5675CCF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EB15239-356B-425E-AD3A-159BABF8D1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C81122-C1FB-48A1-A053-C2A4BF2B0A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8915B9A-5B8F-4426-A131-2263FBEF22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B859555-37FA-4076-A123-CF1CAAEBD1A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905BC6-6270-4C51-AC51-A676D02873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4270016-0440-4A18-AAE4-04EC40CED8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224D988-3792-4FC3-AFB4-435F28FC17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70C37A-113E-4478-861B-6C022C934A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9024FB-EAF3-428F-99D8-573CA3B883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4784A54-132F-4BAA-ADE7-9A012AB0FC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7A92AA5-15CB-4453-9380-1BBCDAE2F96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948D2C8-4A9E-4C34-A100-10773340F2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A6BBD2-43A6-448B-A057-94DF852F13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8BAD046-C4F7-4286-BD9E-F4678B33163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3F3D957-4722-4869-8930-2C210E53DC3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74BD042-E1C6-4CD0-A52E-115606AEFDD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8F2FB94-44FA-4539-8BE4-4EC66539DA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797166E-D51E-4B2C-B722-FD88F795181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9BA5E1-0E66-430E-9CCD-704FEB0AB8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CAE8D6F-5965-444E-B665-B343993EE8D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49BF9C6-8D66-418B-A74C-E45D962AC52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78AEB07-D4EA-4219-94F1-F5BE92F2E67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CA1E7A3D-0AFC-4153-BFE4-4C3D11BCF57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383AAEA-26D6-4793-816A-C43A919A30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6FE6737F-C44E-47D6-AECA-D384ADA5BE6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79C330B-86CF-479F-B11D-E4713087AA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17EB283-14FE-49CF-B9C3-382299EAD2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71F5DAF-344A-4419-9465-0CDF80DBA1B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9FDCE2D-AD13-4718-B32D-0C14CB5A993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AF7C8FB-7CBF-4F2E-AA77-143D1A6FDFA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88D538D-8F02-49CE-A904-1105D9F508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20788487-46A8-47E7-B013-EAA8E0E1984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3AAB4AB-3067-43EB-A029-D8A19003CB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03FC27-5849-49AD-BD37-E590D56A6C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5964B7B-34D8-4E30-AD13-335AAABFA32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FE8C344-AAF9-415C-9106-50AE06A9EC4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8EBE7C5-9683-41A8-90A4-EFE3AA8D10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07F7533-68C4-4547-B66C-E9B8DF0E327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F2286C8-DCC5-4251-AF4B-50B5AAED49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9F0FFE5-D0B7-46D0-9ADB-BA4C143DD9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ACD5425-F6F3-4B80-8F57-465096722C4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6760891-4FBC-4104-AF3D-EFDAAF37FB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1716BC2-9F89-4096-87D8-652A0E1A1A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59DBE2F-E295-439B-9610-717C1190B1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99E4239-91CF-4BCF-AC3C-723CA6038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689F9D-D90E-4212-AF5D-4DC3A778E3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0EF1C08-EF34-466C-8BA3-229CBCF1C1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929792-CE4E-40B1-AF2B-1A5516E363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D88F3ED-EA7D-467A-9C52-05D50D443BD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107801E-00F9-487D-94DA-370DA0E509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6E88F34-EAB4-4595-A3D2-175AC418DD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4F7F1DB-FE5D-4823-A3CD-C7F0D2237E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C986B05-E101-4360-BC00-B898A47516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101DBA-9678-48FE-A7BE-E91B5FEBDA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50D0D1-EA30-4033-B43D-62E0C7DB2B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efeb5e479404c6d" /><Relationship Type="http://schemas.openxmlformats.org/officeDocument/2006/relationships/slideLayout" Target="/ppt/slideLayouts/slideLayout1.xml" Id="R9c2041b055bf4bf9" /><Relationship Type="http://schemas.openxmlformats.org/officeDocument/2006/relationships/slideLayout" Target="/ppt/slideLayouts/slideLayout2.xml" Id="R7762f4e8ba84402d" /><Relationship Type="http://schemas.openxmlformats.org/officeDocument/2006/relationships/slideLayout" Target="/ppt/slideLayouts/slideLayout3.xml" Id="R2d55390f407b4ec5" /><Relationship Type="http://schemas.openxmlformats.org/officeDocument/2006/relationships/slideLayout" Target="/ppt/slideLayouts/slideLayout4.xml" Id="Ref003b474c40494d" /><Relationship Type="http://schemas.openxmlformats.org/officeDocument/2006/relationships/slideLayout" Target="/ppt/slideLayouts/slideLayout5.xml" Id="R02d0080b4e3a44da" /><Relationship Type="http://schemas.openxmlformats.org/officeDocument/2006/relationships/slideLayout" Target="/ppt/slideLayouts/slideLayout6.xml" Id="R7682c04accc74ed3" /><Relationship Type="http://schemas.openxmlformats.org/officeDocument/2006/relationships/slideLayout" Target="/ppt/slideLayouts/slideLayout7.xml" Id="R45fa51f2dbc247ad" /><Relationship Type="http://schemas.openxmlformats.org/officeDocument/2006/relationships/slideLayout" Target="/ppt/slideLayouts/slideLayout8.xml" Id="R11240eba189e476c" /><Relationship Type="http://schemas.openxmlformats.org/officeDocument/2006/relationships/slideLayout" Target="/ppt/slideLayouts/slideLayout9.xml" Id="R5eb33d82e1d64afa" /><Relationship Type="http://schemas.openxmlformats.org/officeDocument/2006/relationships/slideLayout" Target="/ppt/slideLayouts/slideLayout10.xml" Id="R2d195a1861e24e12" /><Relationship Type="http://schemas.openxmlformats.org/officeDocument/2006/relationships/slideLayout" Target="/ppt/slideLayouts/slideLayout11.xml" Id="R2f5a25d831e0437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2378F9C-5DE4-47C7-AA10-5EADBAA3D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708D96-FDE4-4ACE-B1C1-7CB896C5BB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C08E49-67E6-471D-BF64-2B0C9FBE4D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D3FD9DC-B4BC-4F05-8ABE-62ABB23B0EB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2D2F26B-CEB1-4A59-8D9D-0848C7AB5A7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2041b055bf4bf9"/>
    <p:sldLayoutId xmlns:r="http://schemas.openxmlformats.org/officeDocument/2006/relationships" id="2147483650" r:id="R7762f4e8ba84402d"/>
    <p:sldLayoutId xmlns:r="http://schemas.openxmlformats.org/officeDocument/2006/relationships" id="2147483651" r:id="R2d55390f407b4ec5"/>
    <p:sldLayoutId xmlns:r="http://schemas.openxmlformats.org/officeDocument/2006/relationships" id="2147483652" r:id="Ref003b474c40494d"/>
    <p:sldLayoutId xmlns:r="http://schemas.openxmlformats.org/officeDocument/2006/relationships" id="2147483653" r:id="R02d0080b4e3a44da"/>
    <p:sldLayoutId xmlns:r="http://schemas.openxmlformats.org/officeDocument/2006/relationships" id="2147483654" r:id="R7682c04accc74ed3"/>
    <p:sldLayoutId xmlns:r="http://schemas.openxmlformats.org/officeDocument/2006/relationships" id="2147483655" r:id="R45fa51f2dbc247ad"/>
    <p:sldLayoutId xmlns:r="http://schemas.openxmlformats.org/officeDocument/2006/relationships" id="2147483656" r:id="R11240eba189e476c"/>
    <p:sldLayoutId xmlns:r="http://schemas.openxmlformats.org/officeDocument/2006/relationships" id="2147483657" r:id="R5eb33d82e1d64afa"/>
    <p:sldLayoutId xmlns:r="http://schemas.openxmlformats.org/officeDocument/2006/relationships" id="2147483658" r:id="R2d195a1861e24e12"/>
    <p:sldLayoutId xmlns:r="http://schemas.openxmlformats.org/officeDocument/2006/relationships" id="2147483659" r:id="R2f5a25d831e04374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3bdc13bc7f740b0" /><Relationship Type="http://schemas.openxmlformats.org/officeDocument/2006/relationships/notesSlide" Target="/ppt/notesSlides/notesSlide1.xml" Id="Rfb3d92bfd6e8472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62ab908c8644b6c" /><Relationship Type="http://schemas.openxmlformats.org/officeDocument/2006/relationships/notesSlide" Target="/ppt/notesSlides/notesSlide2.xml" Id="R74ead6ca336c42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daa583ae0794e6a" /><Relationship Type="http://schemas.openxmlformats.org/officeDocument/2006/relationships/notesSlide" Target="/ppt/notesSlides/notesSlide3.xml" Id="R6e8d5867dd1743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22d360b168c489c" /><Relationship Type="http://schemas.openxmlformats.org/officeDocument/2006/relationships/notesSlide" Target="/ppt/notesSlides/notesSlide4.xml" Id="Rf39523a720d148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187bdb3c0fd427a" /><Relationship Type="http://schemas.openxmlformats.org/officeDocument/2006/relationships/notesSlide" Target="/ppt/notesSlides/notesSlide5.xml" Id="R7b322bf38a3148f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55d2409e7664b9f" /><Relationship Type="http://schemas.openxmlformats.org/officeDocument/2006/relationships/notesSlide" Target="/ppt/notesSlides/notesSlide6.xml" Id="Rbb8fffc87b4f4da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728d16501a443e3" /><Relationship Type="http://schemas.openxmlformats.org/officeDocument/2006/relationships/notesSlide" Target="/ppt/notesSlides/notesSlide7.xml" Id="Rdd5256c2ba134d7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23a34c1b908482f" /><Relationship Type="http://schemas.openxmlformats.org/officeDocument/2006/relationships/notesSlide" Target="/ppt/notesSlides/notesSlide8.xml" Id="R6f22ebaa2bc7494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566b21e560c4f38" /><Relationship Type="http://schemas.openxmlformats.org/officeDocument/2006/relationships/notesSlide" Target="/ppt/notesSlides/notesSlide9.xml" Id="R07a97dbe3706476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fdb9c31d0c549ae" /><Relationship Type="http://schemas.openxmlformats.org/officeDocument/2006/relationships/notesSlide" Target="/ppt/notesSlides/notesSlide10.xml" Id="R478c428ca1954f3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58427ece774745" /><Relationship Type="http://schemas.openxmlformats.org/officeDocument/2006/relationships/notesSlide" Target="/ppt/notesSlides/notesSlide11.xml" Id="Rd47a6b0111ac476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d7f654170ed43cb" /><Relationship Type="http://schemas.openxmlformats.org/officeDocument/2006/relationships/notesSlide" Target="/ppt/notesSlides/notesSlide12.xml" Id="R2f661341b9ac4f8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4cf6fd24fe04b1d" /><Relationship Type="http://schemas.openxmlformats.org/officeDocument/2006/relationships/notesSlide" Target="/ppt/notesSlides/notesSlide13.xml" Id="R1dadc742c03748a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a22580504a43ed" /><Relationship Type="http://schemas.openxmlformats.org/officeDocument/2006/relationships/notesSlide" Target="/ppt/notesSlides/notesSlide14.xml" Id="R6b9382ed92bb40f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3bb121b52df47e9" /><Relationship Type="http://schemas.openxmlformats.org/officeDocument/2006/relationships/notesSlide" Target="/ppt/notesSlides/notesSlide15.xml" Id="R73ee3c82e0124d6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14b2b9fea8c4981" /><Relationship Type="http://schemas.openxmlformats.org/officeDocument/2006/relationships/notesSlide" Target="/ppt/notesSlides/notesSlide16.xml" Id="R596b1d36179241e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99d51356eeb4d55" /><Relationship Type="http://schemas.openxmlformats.org/officeDocument/2006/relationships/notesSlide" Target="/ppt/notesSlides/notesSlide17.xml" Id="R1e890b6be93c43e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1c5062d1b814656" /><Relationship Type="http://schemas.openxmlformats.org/officeDocument/2006/relationships/notesSlide" Target="/ppt/notesSlides/notesSlide18.xml" Id="R7006e7aea1e5423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0ac8dc11b1a48ad" /><Relationship Type="http://schemas.openxmlformats.org/officeDocument/2006/relationships/notesSlide" Target="/ppt/notesSlides/notesSlide19.xml" Id="R98e0c6b6973d4dd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a539f165ef64b93" /><Relationship Type="http://schemas.openxmlformats.org/officeDocument/2006/relationships/notesSlide" Target="/ppt/notesSlides/notesSlide20.xml" Id="R6c0f867a76744e2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bdd7dc99a114ead" /><Relationship Type="http://schemas.openxmlformats.org/officeDocument/2006/relationships/notesSlide" Target="/ppt/notesSlides/notesSlide21.xml" Id="Red2300eef21643c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fe36b5b7d3b4d63" /><Relationship Type="http://schemas.openxmlformats.org/officeDocument/2006/relationships/notesSlide" Target="/ppt/notesSlides/notesSlide22.xml" Id="R1bcef9f1ddf9420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8dddab5eafc42d4" /><Relationship Type="http://schemas.openxmlformats.org/officeDocument/2006/relationships/notesSlide" Target="/ppt/notesSlides/notesSlide23.xml" Id="R4e5ee903d2c3426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3f5bb98480a4fa2" /><Relationship Type="http://schemas.openxmlformats.org/officeDocument/2006/relationships/notesSlide" Target="/ppt/notesSlides/notesSlide24.xml" Id="Rd3eb58d6ffd9448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412c44ccf314129" /><Relationship Type="http://schemas.openxmlformats.org/officeDocument/2006/relationships/notesSlide" Target="/ppt/notesSlides/notesSlide25.xml" Id="R397efa08a48a459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468bccd76ee4d2c" /><Relationship Type="http://schemas.openxmlformats.org/officeDocument/2006/relationships/notesSlide" Target="/ppt/notesSlides/notesSlide26.xml" Id="Rb7c479e70662400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4a7088779794036" /><Relationship Type="http://schemas.openxmlformats.org/officeDocument/2006/relationships/notesSlide" Target="/ppt/notesSlides/notesSlide27.xml" Id="Rf9483992c3ba4f5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c30f1e95384f85" /><Relationship Type="http://schemas.openxmlformats.org/officeDocument/2006/relationships/notesSlide" Target="/ppt/notesSlides/notesSlide28.xml" Id="Rc535b3ed00a8463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eb4d6aab27c4178" /><Relationship Type="http://schemas.openxmlformats.org/officeDocument/2006/relationships/notesSlide" Target="/ppt/notesSlides/notesSlide29.xml" Id="R23a0c9b5ac1c428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1888c96978a487f" /><Relationship Type="http://schemas.openxmlformats.org/officeDocument/2006/relationships/notesSlide" Target="/ppt/notesSlides/notesSlide30.xml" Id="R231e85a1b03c4b8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E2B5B22-D2D3-4E82-87B7-5695F5028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4F55F9-F735-46AC-AC6C-8DEA1559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5C20824-512E-4E3F-9099-2C91F5E4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A0AF32A-72B8-44C6-803C-2F01A879B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50C0CE6-E0A9-4BD4-BF35-064EAC559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A23C6E0-F272-46FA-A221-C8F907B6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B246F5F-495B-489F-9040-71A1FA541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2026.07.23-10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163055A-5966-438D-AD7A-F63AFEB50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00FCFE4-5286-4C8A-86C6-8FB7345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4C64B53-B84C-45F3-9D6E-1400D9837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617E42B-B813-4CB0-8A67-8DE55FF0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32193570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C8FF39-751A-4200-9F16-20B0BC903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DA8EA9C-3A11-42CD-B3FC-508113312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19D40D6-A876-4FE0-85A8-AD7B0834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77C1875-5E33-414C-8E75-4066E26F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BA8125-2460-4189-AF49-9D6BC9F21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AB3C04B-B18A-426A-8D04-F660D7F5C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97A5EB9-D2EB-4BFB-B336-463DD496A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F5887E-580F-4DA5-91A5-D59C6B138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Germany's two official decisions form a legal-evidence anchor.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market dataset spans a 195-country research frame, but there are 0 comparable retail-value donors.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40EA0A7-0A11-4F33-8F7D-32FAAE289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88B25CA-DD4F-4577-96E3-1F9771818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444F3AF-B0AA-4BAB-A5C0-F858C4F66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74754788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C39BE08-B519-44DD-A47D-4CA5CAC9A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5187957-0F8B-475D-828C-812872F4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C31C4B-B453-429E-8A24-C588A437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69B8470-C7A9-433C-9010-4C4B79E30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06CCDDB-CB84-4A6D-B3DD-8A05A0E85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192D5BE-BB41-451D-A629-B2996F63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5944AB8-4A44-4244-85D4-A73FE2CD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78450077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FECF78C-1179-40F2-B719-C1D03A470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AD31A2B-F6FC-4AE8-A091-9C8AEDDB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A7563BD-49C0-40BE-922B-F42B247E7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246B55-0A5F-4593-B902-468A597E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5B78308-67CD-494B-B3C3-821875554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93339A3-1E23-495C-B193-D4A359EB7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95FD5D9-0ABD-451D-8352-F79A243B6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907D7DC-BB2D-4460-A829-59073B7E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105B759-5F80-4C27-B8D9-18903AAD6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2725A3C-5159-46E7-A117-676FF294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6C060C8-6E84-4A13-BA03-049B4EA4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6024781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5714E1E-0512-44CD-BF26-784B04CFE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3F41A78-85FD-4FE6-8014-CD73FD9A6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B113DC3-B82A-4218-B5F9-D986A39FA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29F77FC-796F-4D3F-A0CA-84CD2413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7EE16FD-0BCF-4605-89E6-AF7029E83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296B138-DD66-4603-BD34-779DF676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F8D3735-E8F6-44A8-AB31-79B7CD69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FAB211-24D3-4590-9A7A-677F0CDFC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9E28F05-1A72-47F8-9998-F2FEA834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BA7B35C-FC46-4474-B3D7-CA342C270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715A0C5-69E8-459D-99AB-7DF1EA73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201247666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28AB2C8-9ADA-4AA3-9F9C-A5DD17EA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8136BB7-BC91-44C0-9E8C-4AEE74645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49F2503-33D1-4461-94D1-14B3E64A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FB01EB-5D1F-4DA7-A9BC-B5832965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D522210-83B8-4190-B1AE-BDD27040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92DCBAD-BF08-4374-BD8C-43472C6A6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DBE734C-44D9-4BFF-8706-FBBA470B5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35771751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0F255FE-F014-4249-AC27-279019447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F526671-8FE8-4179-B127-455CE2AA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05F5BCA-46A6-4CB5-A930-43004944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B83AC9-3D2F-4ADE-BBF6-53720778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545413C-E3CE-4604-A5F2-A78B2E449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B769A1-C080-466F-BD0B-1D8B11461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37AE4D6-D7F2-43B3-9FB7-B772ECE8E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2D6807D-D9AA-47AE-9535-A8259A255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FDAA0D-0B42-47AA-8DD5-72A9DE8C7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8787EE4-349E-4CF5-80DF-9C239308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A4C6B9E-DFD0-4451-BA36-B65D00856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BBAA00B-DE80-4F1C-80C8-3F2B7CA7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8970C3E-E2F9-41FE-8671-204838248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22CED65-3765-49B6-9101-9028434F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CC6A4DB-B63D-4F94-A13C-E87F7B541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6CB91B3-1C5A-4721-AC9D-01850DD3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0C41CE3-8C1F-4B7E-A8E7-A0A6627AB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12C3525-E956-4425-B064-B0AC481D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E5E9028-5517-4A73-8E1F-73DB3C169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66488678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130B268-7874-432A-B9B8-478389B6B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748BDFF-E957-48B8-8811-C62AA0E5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DE5A07B-154A-4BA3-BD48-6C55E6AF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0E12C48-1C6C-49D2-83A5-74445D4B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2483C3-9A64-4BDC-A229-6D8EA3316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EC4605-5EB3-4E9F-AE47-9388DE1FD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DF2DAE6-6EA5-4179-A4D1-73865299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543369-E835-405A-B058-090BC4293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944A267-2CED-4DE8-8EBA-2684F0D44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7ABFE91-7553-471D-90E1-F5BBDB048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7A90AF1-6F58-4057-B86A-3ACBC0881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A376231-3268-4E4E-B8F5-E9768FFB8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A7D0A0-2571-489A-B0F7-864CFA759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3E7F8CD-E972-4C9F-92BF-72DEC4E3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728CEC8-8AB9-44D3-8518-D4DE63B4E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BC9A1E57-ADAB-4EE6-81B4-6DBC70E21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7644F90-4C69-4017-9655-1E187BFF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5C38000-1116-4459-943E-4B8D8B64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5B2E74E-7488-4DA7-9012-F0BB5965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6310FB59-988A-44AE-B323-973763CBA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73C96886-655A-435E-93B3-CC1A6E0E8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09E23F0-6FE5-4299-B663-5587186F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26254859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7928046-A228-4039-BA32-8FA77890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759DE54-22C5-49E0-ABE5-58BBC77C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C8B38C9-A4FC-4EBD-BAF1-48531484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C2A18FB-C7F4-49F4-8738-23B3B8805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0BD5FE0-5A99-4118-AC99-ADACEED5B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7CEAACA-00B6-486A-B429-8A2B215F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8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8BB7F44-71E3-4CDB-8FA9-C9E12C93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89639646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16CB0BF-1804-4583-A352-E14493D09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D149D78-E08E-48BB-8146-D628B094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46BD7A7-F55B-4227-84AE-0F498A589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F224D52-DA09-4E6D-9AA8-65EEF62B5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14ED097-94A9-4A17-A03F-E64261160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4EF41D1-F973-4FDF-BF0F-E87516BBC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118C154-0A7A-4E73-B795-89A8A079E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5799F9A-72F7-46A8-B0F6-4773C423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69ABE7E-D7E0-4FF6-AEB4-450AAE633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63DF681-B4C9-407D-B3FB-56C19A97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56769B-98C6-4568-AFA0-B10F2440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214615987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0BAFD7D-1DF4-4F6D-BCFA-6E5507F4B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6CADCE5-E55E-4AC4-AE22-16512253D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EC112B1-D206-488F-A6E0-9F5DE091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8F2E461-8B92-46CC-9ACC-E74FEA58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DE3B5DB-8A1B-4BC2-8EAE-41D11C7F1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F2CB7C4-B5F6-47B3-91C5-51BC92B8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B734C01-0BCE-460B-A160-62949DC64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55478327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1F5128A-9F1B-4FD9-8F59-E8B752DE5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600043F-FCB6-4CC6-A5BA-DEA3EC00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Atlas: 195 countries—not a market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5CD8EE-1F32-47AF-AB28-6BB1E7248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CD56968-0781-4DD2-95F6-AB80988D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D87C2AA-C221-48FC-8FDE-7D464D36C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0507115-1232-47A8-A180-90E4C78D6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7BF45D-F3D5-4DF8-A8EC-014574D2D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393BA34-1E00-405B-93C3-CFFBB9E37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8E4F7F1-68B9-4F2C-B3F9-3A461913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FD45B9A-5D8A-4BA4-A8B1-385F4DE8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5E00E6C-424F-46B8-A2F3-AC2D9C37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034897B-2891-4886-812A-CB1F2342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1CDDCFE-121C-4CC5-B6D6-13B20620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EDEE866-2DA3-4B55-B6D4-536D7359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C5674DE-00DD-440C-9071-36074FA1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930395C4-6CF3-4207-843B-1AACA53F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43A8013-8CAE-4E29-BE5D-BF496862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C5C1E66-9998-4536-A68D-39F1C390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1602CFB-8D4A-4541-9763-EAFA7BF87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3559C327-1CC5-467E-8A54-595398B2F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50FA5CC-38D3-4652-8A91-27CD56696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120A75D5-8DBC-4B00-8737-466ED44E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120590893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446BB4B-87DC-4D69-8866-7C5CD7CA0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F221798-0F9E-4742-BE56-2012A3EA8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5-country official observations use different metrics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6F6812B-039B-4E70-9931-A4E51A49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CCFFA52-28CC-4A52-864E-8C538B95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95AC9D5-81EC-40E1-922E-6DA29BABE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Health Canada; Destatis; Vero; Sejm; Swedish Government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A584F06-12B9-4F93-AB34-37758934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60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CAD 1.16bn shipment value; 1,251,843 l of liquid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805,441 l; PLN 993.1m excise tax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Sweden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26,000 l; SEK 80m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98AAB0-958A-4597-A4FA-F87AE8B9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9069122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BA9A255-F567-4C86-8F86-EE77A4EC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6CFEED9-AB91-4779-ABEC-4B44E6BF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anchors shipment value, not retail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5D6ED0-D671-4D21-B75E-FB87D003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32EC7C8-B234-47A8-B4A0-A632AA44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551D6E2-1A4A-42F8-A0E6-78D1920C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3EC497C-04F6-436E-8251-A691CE59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E7EF6F6-0AD5-41D4-99D3-AB82E6DC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882B370-C28A-49C6-819C-ADFECABB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1.16bn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08F1E6B-4C81-4847-99DF-A31BD8EA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manufacturer/importer shipments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EF39D58-FB87-4CDD-9708-A98AF57E1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B17487D-2D5B-41A4-8AC7-C8E6843F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118.9m units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26F62F3-75D5-4448-B92B-11D6E54E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reported units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150B46A4-C5F4-4D00-B217-6C97C197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B3FD990-1303-4C4E-9A9B-4CD033EE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1.252m l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A72A65B-626E-43C9-B1CC-C79589CD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reported liquid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184535B-CB25-49F7-BA0A-5A104BDE5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official full-year shipment value to wholesalers or retailers covers all four reported product categories.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B3677E6-7D7E-4293-A40C-205D9400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EF10DF8-F91C-4CED-9C18-6193E54F9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CAF6494-62CC-4671-A91B-E16AC3C7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official full-year shipment value to wholesalers or retailers covers all four reported product categories. It is not consumer retail purchases, and Health Canada may revise the data.</a:t>
            </a:r>
          </a:p>
        </p:txBody>
      </p:sp>
    </p:spTree>
    <p:extLst>
      <p:ext uri="{BB962C8B-B14F-4D97-AF65-F5344CB8AC3E}">
        <p14:creationId xmlns:p14="http://schemas.microsoft.com/office/powerpoint/2010/main" val="198323904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3C749A4-E1A4-4123-A4FF-6EC7C050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5C9BEBB-7786-4FEE-8D98-059A3D5E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61E1FF1-D90F-46BA-BD89-610AAF01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AFD24CA-5AFB-46A0-A9F8-2FF134903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574163-0C7D-43E4-9569-74C34881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58C4FE3-8895-414E-9036-0013E8E9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7036FF8-A56A-4B1D-AC26-3EFE6A22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89374550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73D9614-05BB-4372-8F1E-13A649F4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B3AF31A-1025-4FF8-B824-2B681D44D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7DB1783-6A69-4409-B1BF-2ED104D2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06F975-860D-40D2-B10C-6612F3AF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A13526F-53DE-4F03-8114-A16A60266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94C6EA5-06DD-40EA-AA31-A397C912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6679CB8-CFC3-4E87-A1A0-F0DB9F02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2D0AB7B-CD18-482E-95B6-F686C21D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FF12385-8CAC-4D79-A15F-9B4EBEAC0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1A37C56-90D2-41DB-A216-3B812270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EBE9969-8D55-47CB-8635-E3AFA6C6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97C6EFB-3222-4513-AD56-B834959D9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02D8AC3-878C-4BA6-AE96-794098F9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0BA0B04-93C7-4E78-BAD3-098920B7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2F2D01B-62D5-4E0F-918C-D6EC1EE9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B401416-7017-4B48-9D97-127BF86D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6AA97BB-C316-49B9-9D3E-4D3BE0F37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27DCE2-8D3A-4399-B793-10CC9280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10C61FB-76AC-422C-961F-1D6D000E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143006212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D217578-01DA-4DE8-8C33-2D283584B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0ABDEF3-4CD1-4C6D-B5C9-041006B4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94D1202-4482-4E7A-BCDF-AB1FFE49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4CD4CC4-424E-4495-B4AA-44F2CC52A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1C91BB2-610C-4C21-A498-3AE2F4C26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39C2251-77E1-41F1-96D5-E647CAF92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70B9D91-512A-40A7-9D2D-940FFB61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473EE61-65BA-4D6F-9CCC-4063E5E6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93C8705-2BE4-4B41-8D2D-6C445BBF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F131B95F-772B-49F8-90F4-CBA5F0113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FFB7506-7E83-4184-8DC0-E3219C8D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2A8C069-8589-4907-B994-F8C7FD23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76AFE75-A97A-46DC-B124-07395D3F6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6767EF8-6653-4628-B8C3-6829045E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8E0F251-10E6-4041-B9D2-C18D3E4BE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5F1C193-8FEB-4CB0-A30C-9B6DE69A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range is wide because product scopes and methods may differ.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08527326-9664-44DF-8B2F-ED17B4585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8A574FC-A8D5-43DA-ADDB-4C6F9C92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A18639B-EE8B-497E-A0D5-ACBA4173C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estimates are compared with each other. They are not summed, and the range is not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143382743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C4BA9EF-103C-4E31-991C-1E52B5DF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B0F104D-F8B5-49E1-9957-CC27123F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46DCCDC-CBA5-416E-8DDC-CC87CE9B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714FBA5-B69A-45B9-8410-070166C55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40472B7-7607-48AE-8B31-D16481EFA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Market-values model; Readiness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0D373F4-E33C-4B49-9730-B559981EB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2EA0CF3-19D1-43EE-9A4E-DF5764CD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current comparable consumer-retail donor count is 0; the hard gate is not met.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C97264-EE73-4ED2-9C7E-DFD89D021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same product scope and calendar year.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Consumer retail value, not a shipment, tax or volume proxy.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Coverage across region and regulatory types, plus direct validation in major economies.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85825C2-4F03-4E84-ABAE-13959A01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EF8DCBA-1F4A-4C84-B805-49B12D3DE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F182AFF-4BD3-4CF7-A62A-2DF26FB5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242436755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F4EBEC0-55CC-4675-B63B-34BAAF0D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18EEF3B-CF7D-4FBD-870F-013E0F6D9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8995396-9A8D-4922-8283-6C748276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756A4A4-F326-4BFD-9C14-6CF1B233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67A7B3-C055-4F10-BEB6-A6EA6E25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EB2D229-CC61-436F-9CBD-168C2AEB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60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9F17CC-9FF2-4693-8D2A-673C46E16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25018576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7A2C05D-C3EE-45E7-8365-5DE2A1EF6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3D4D502-F878-4CA1-A23C-260ED1E9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52E449-4F22-4530-A574-113F42C76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2ACCDD4-9D76-41D8-88B3-2D43521B1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839196C-5325-4302-8319-C4793D8E4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8E14C2D-E997-463D-B76D-9D87CFAD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AC157B8-059B-4A0E-95CD-904E5FCE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79B823A-ECFD-4425-8C14-156F0435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manufacturer, value may be a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technology provider, value may be an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financier, value is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6070D32-7C94-422E-86BA-950E0EAC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7DC9485-DCD5-4CC6-8894-DF8324677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806F569-CDFD-4E86-9B34-AC639FB33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34026230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980A7FC-AFB6-499A-B2EE-81ACF6127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E885DB2-4366-47ED-AC0C-3BC2831E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2FA1E60-FC1A-42C8-B038-F8052034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894D294-EBCE-4963-95B6-C41EBF848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1F90638-F82C-45A0-B8A2-8C346649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330DD02-22D6-4CDA-B680-4CE6F7FE1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42CF62A-A755-4022-BAAB-024BBA49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7298159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211D6FB-AEDC-417F-8C07-0B8FD3C9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88FB995-2DD6-4117-A2A0-FF5CF5F8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BCEA591-F028-4BA8-B5E9-A4DDD5FDE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7D29226-2141-4087-8921-86F3B9D8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3E413BF-9D22-455E-AB23-723C4B21B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F92FF94-FD40-4922-9233-3D61DACE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B914660-52AA-46DE-A118-4B900FFD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D56DB96-49AA-4FFF-9BC0-EF1DEFC4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79FF3E-3A1C-4C34-B0B8-E00EECEB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E46ED1A-4DDF-40A2-903F-8A17B8472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F2448030-76EE-414F-8C86-25A07A09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2869C3A-2558-408C-BD6B-1D80CAC1F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08D1C0D-7891-468A-B3CF-BD152FF7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A3A09B7-6088-4468-B821-48C4CF75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DD116F9-824E-4DAE-8A57-50F10E4F2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54BD2CB-CFFB-4FF0-9E9A-870B69683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7FEC64A-9CE7-4294-9D18-966ACD1A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0171992-BF37-4642-80BF-AD829711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C9370CB4-DD46-415F-A8A6-FCEE4143A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E20B19F-5618-41DF-8BBD-FE01CD94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81D8A73-35EF-405F-A065-14B3A1837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ABEBF89-28A0-4B8A-9DF2-B9D2C9D6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1A515DC-75CA-44A4-83FA-91C839C7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91798325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767BC29-4602-4D16-9A51-F04B1FB3D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3B89AEC-D60D-4E70-8300-A6613FAF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18AAA1C-F2B6-4CB0-A3ED-1237583BE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549CF2B-3E7D-41A4-85A8-D48655DBC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8CB780B-C0BD-472C-90F3-50FD5766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A566C2-B712-41DE-BB52-F4EC3547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00C757F-740D-43DE-9BAF-D639DE606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E40714-6C6B-4895-B135-18A644D4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FFF1FFB-F068-4A5B-BB18-CD9CF8AC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08DDD2D-C31A-44BD-BCAE-D55E4634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9468DD32-4EF7-4C13-929E-A926F1B75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8A376C3-9FFB-4682-A020-BB13B4555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CCCBF04-777D-43F7-8203-6E75581A0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0459F79-8175-4ACD-8B24-91E241ED8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394754CA-D8EC-440F-BB89-C9110C9E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F036AFC-547E-48C9-96CC-556E5629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676F299-9373-4548-8D9A-8C55B9AE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DB08B5B-8FAB-4482-BFA8-487FBE382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3F3FD50-1ABB-4BCB-B6D6-3D1177126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84AEB7A-5688-4EDC-BF83-F864B358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99BAFAA-F7D8-43D1-B6A2-6E81555A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AD9BB6F-D748-4F0B-A855-DD240AA0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AF44827-F65D-4EFA-B816-B8A698AD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208768940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A3401B0-FF00-4EB1-B2DD-16FEE9B7E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4573C6B-E0DE-4D04-8E97-3DCB8608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112A014-A753-4D0B-BDC2-A27700528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47336BF-A4CB-4753-92E2-64A64E9F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C2907CA-1F51-4D16-8752-D5DD94BB9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1ABA7E3-650D-43BE-8AC5-4B743E47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D9749BA-0425-4F36-B462-F647472C0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553597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9DFD49-53E7-4A74-BE3A-6D796F6D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BB451CD-BBC6-4032-B687-7A4DCA4B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1E7987D-513A-4FCB-BD7E-165FFD36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50181CF-28F9-4A21-A74F-65DD492A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DECAD9F-7859-4A4E-B336-CD11B6697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CD341ED-38BC-426E-B698-043DF39C6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E6BC743-41B8-4F96-8C2D-C95DF483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11783877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A0E0014-25AF-4EDD-A86F-8F4158FE7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523DA14-1708-48A0-AAF3-C79C19A2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9C58AD9-952F-4B0D-87A1-037429A31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5FE4F14-8E8C-4FAB-B774-DFCA84BD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176D4F-6E17-4D73-BC84-FFB85AC8D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DA579D6-1EE1-4D4A-9DF4-59C9FE328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42BCE63-1847-45C0-8BE5-F245557E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405375829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E739E78-52E5-4251-B279-28811464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5FD976-EA75-468D-833F-477F5B1A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23E92F-BCCE-4C09-B4BA-06492174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E6075F-0159-42BD-8FB6-E1ED96D1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C2E195D-0BAE-4821-A054-A043CBE4A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98243D3-46E4-4F6D-B6D0-DDE7AA9E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8AB7D60-A601-41B5-B446-D8E3C23A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933218628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7B51426-E870-4728-9925-DEB716EE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48C8034-912C-4B35-9751-B9432C2C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D9BCD7B-92EB-43DD-B7F4-FE967F5B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F1F63F0-1A48-432D-908D-3CDDEDB2B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7C4E468-03ED-4E21-8154-A68DF39E1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62273F6-877F-4EE8-9F6F-33CA6710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F842D77-9A27-413A-8022-C7DA46E54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761923218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931539C-865A-4AE2-A2A6-40AECF85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C356DDA-5572-443C-90AE-E7B9F8EF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90-day programme turns gaps into controls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7D95BA-C8D0-4C0D-8A27-C58AB3305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7C2568B-5B65-49EB-A10D-0E783A45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1AC46D3-7578-4E6D-88DC-C0B3089C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2026.07.23-10 · 2026-07-22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5C754B4-9B99-4E21-BFC1-E3256B11E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7A32934-8478-4732-97FD-3836F320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101AB6F-703A-4D5C-90EA-D382780A6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10751A1-7DC7-4D08-9084-B4FD379A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C4282B3-B638-430E-B5B7-06917F721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Rights matrix, deadlines, title and encumbrance review, and an index of company materials.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0F8F0269-6A2B-42F0-88FA-53F9E9A1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178299B-6D0B-4500-A379-543E50F1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99D9A65-C244-4D6C-8DEB-8639133D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77D1CB0-3153-42F5-81BD-75C9C191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Product dossiers, claim charts, prioritised market sales and customer validation.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449E57A4-AFC9-44E9-9C00-EF0A5DE0E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FC6793B-69A5-46C0-B1C3-518840C7B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369C1C1-76AF-497F-8E2B-68E913E0F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9BBD7E-5DEB-42B9-B730-4F4AA3D4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Cash-flow model, independent valuation, downside and term-sheet options.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3E5F1DF-ECF4-416E-BADD-E9F18722A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CD7C601-3F12-46C2-8EC9-ABD7CC47B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DEBDE6D6-23C0-4484-BD56-C7E4E4BC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CAB7B1A1-A6B9-430F-AFA8-C2493BD75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Approve, limit, phase or decline financing using explicit conditions and stop criteria.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8234CC30-EF4B-4418-A8BE-68CE82B3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package is refreshed from the same public source data in every site release.</a:t>
            </a:r>
          </a:p>
        </p:txBody>
      </p:sp>
    </p:spTree>
    <p:extLst>
      <p:ext uri="{BB962C8B-B14F-4D97-AF65-F5344CB8AC3E}">
        <p14:creationId xmlns:p14="http://schemas.microsoft.com/office/powerpoint/2010/main" val="180141693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B2249B-2272-42D2-BCA8-B652BFB2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C73BFCA-22C6-4D9C-B837-FDDC18A8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BD646D0-2301-48CC-B199-BEDB0218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D441880-4F9A-4B1C-BE63-D0EB9F82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2026.07.23-10 · 2026-07-22 · 30 / 30</a:t>
            </a:r>
          </a:p>
        </p:txBody>
      </p:sp>
    </p:spTree>
    <p:extLst>
      <p:ext uri="{BB962C8B-B14F-4D97-AF65-F5344CB8AC3E}">
        <p14:creationId xmlns:p14="http://schemas.microsoft.com/office/powerpoint/2010/main" val="73397807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2026-07-23T08:35:25.0950000Z</dcterms:created>
  <dcterms:modified xsi:type="dcterms:W3CDTF">2026-07-23T08:35:25.0950000Z</dcterms:modified>
</coreProperties>
</file>