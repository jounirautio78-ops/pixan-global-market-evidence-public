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156abf3f3f4bf6" /><Relationship Type="http://schemas.openxmlformats.org/officeDocument/2006/relationships/extended-properties" Target="/docProps/app.xml" Id="Rcee627929dc7426f" /><Relationship Type="http://schemas.openxmlformats.org/officeDocument/2006/relationships/officeDocument" Target="/ppt/presentation.xml" Id="R1ccfb02f4fb746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4444f543514860"/>
  </p:sldMasterIdLst>
  <p:notesMasterIdLst>
    <p:notesMasterId xmlns:r="http://schemas.openxmlformats.org/officeDocument/2006/relationships" r:id="Rc1d6f0e009d24e0d"/>
  </p:notesMasterIdLst>
  <p:sldIdLst>
    <p:sldId xmlns:r="http://schemas.openxmlformats.org/officeDocument/2006/relationships" id="256" r:id="R2da515e169834a67"/>
    <p:sldId xmlns:r="http://schemas.openxmlformats.org/officeDocument/2006/relationships" id="257" r:id="R88182b2570354161"/>
    <p:sldId xmlns:r="http://schemas.openxmlformats.org/officeDocument/2006/relationships" id="258" r:id="Rc17f26b96ed24df8"/>
    <p:sldId xmlns:r="http://schemas.openxmlformats.org/officeDocument/2006/relationships" id="259" r:id="Re110fc89a9744b8c"/>
    <p:sldId xmlns:r="http://schemas.openxmlformats.org/officeDocument/2006/relationships" id="260" r:id="R81ab7a827a4c4027"/>
    <p:sldId xmlns:r="http://schemas.openxmlformats.org/officeDocument/2006/relationships" id="261" r:id="R167b24aa7453408f"/>
    <p:sldId xmlns:r="http://schemas.openxmlformats.org/officeDocument/2006/relationships" id="262" r:id="R32b83e0cd1874485"/>
    <p:sldId xmlns:r="http://schemas.openxmlformats.org/officeDocument/2006/relationships" id="263" r:id="R2c82c72d3a8b47d5"/>
    <p:sldId xmlns:r="http://schemas.openxmlformats.org/officeDocument/2006/relationships" id="264" r:id="R4fab3cf0cdd2435b"/>
    <p:sldId xmlns:r="http://schemas.openxmlformats.org/officeDocument/2006/relationships" id="265" r:id="R94c1ffefce714ea7"/>
    <p:sldId xmlns:r="http://schemas.openxmlformats.org/officeDocument/2006/relationships" id="266" r:id="Ra02e0cdbbb254424"/>
    <p:sldId xmlns:r="http://schemas.openxmlformats.org/officeDocument/2006/relationships" id="267" r:id="Rabc1ebb71c4447f4"/>
    <p:sldId xmlns:r="http://schemas.openxmlformats.org/officeDocument/2006/relationships" id="268" r:id="Rca358b3756a44453"/>
    <p:sldId xmlns:r="http://schemas.openxmlformats.org/officeDocument/2006/relationships" id="269" r:id="Rd43b91f86aff4ae8"/>
    <p:sldId xmlns:r="http://schemas.openxmlformats.org/officeDocument/2006/relationships" id="270" r:id="R4b1d5dfb899b42db"/>
    <p:sldId xmlns:r="http://schemas.openxmlformats.org/officeDocument/2006/relationships" id="271" r:id="R53d05452cfd547ae"/>
    <p:sldId xmlns:r="http://schemas.openxmlformats.org/officeDocument/2006/relationships" id="272" r:id="Rebe517e0a4744f12"/>
    <p:sldId xmlns:r="http://schemas.openxmlformats.org/officeDocument/2006/relationships" id="273" r:id="R071e4cde7e8148fa"/>
    <p:sldId xmlns:r="http://schemas.openxmlformats.org/officeDocument/2006/relationships" id="274" r:id="R00c098e8358f468b"/>
    <p:sldId xmlns:r="http://schemas.openxmlformats.org/officeDocument/2006/relationships" id="275" r:id="R6911016be3984d0d"/>
    <p:sldId xmlns:r="http://schemas.openxmlformats.org/officeDocument/2006/relationships" id="276" r:id="R18c6e614440a4b9b"/>
    <p:sldId xmlns:r="http://schemas.openxmlformats.org/officeDocument/2006/relationships" id="277" r:id="Rb56de73e2dc8410f"/>
    <p:sldId xmlns:r="http://schemas.openxmlformats.org/officeDocument/2006/relationships" id="278" r:id="R47b9a4ecad994818"/>
    <p:sldId xmlns:r="http://schemas.openxmlformats.org/officeDocument/2006/relationships" id="279" r:id="R6f563ea485dd4b9d"/>
    <p:sldId xmlns:r="http://schemas.openxmlformats.org/officeDocument/2006/relationships" id="280" r:id="Rca7cde1138ef4789"/>
    <p:sldId xmlns:r="http://schemas.openxmlformats.org/officeDocument/2006/relationships" id="281" r:id="Rc36b211411d24fb4"/>
    <p:sldId xmlns:r="http://schemas.openxmlformats.org/officeDocument/2006/relationships" id="282" r:id="Reb72cff41373496c"/>
    <p:sldId xmlns:r="http://schemas.openxmlformats.org/officeDocument/2006/relationships" id="283" r:id="R7cbbdeda57b64510"/>
    <p:sldId xmlns:r="http://schemas.openxmlformats.org/officeDocument/2006/relationships" id="284" r:id="R96c6f33744284c0b"/>
    <p:sldId xmlns:r="http://schemas.openxmlformats.org/officeDocument/2006/relationships" id="285" r:id="Rdf540d8528fc485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c86d32dd5c4ca2" /><Relationship Type="http://schemas.openxmlformats.org/officeDocument/2006/relationships/slideMaster" Target="/ppt/slideMasters/slideMaster1.xml" Id="R074444f543514860" /><Relationship Type="http://schemas.openxmlformats.org/officeDocument/2006/relationships/notesMaster" Target="/ppt/notesMasters/notesMaster1.xml" Id="Rc1d6f0e009d24e0d" /><Relationship Type="http://schemas.openxmlformats.org/officeDocument/2006/relationships/presProps" Target="/ppt/presProps.xml" Id="Rdf79f5b5dfb146e4" /><Relationship Type="http://schemas.openxmlformats.org/officeDocument/2006/relationships/viewProps" Target="/ppt/viewProps.xml" Id="Rb6dfd5948b934604" /><Relationship Type="http://schemas.openxmlformats.org/officeDocument/2006/relationships/tableStyles" Target="/ppt/tableStyles.xml" Id="Rf9959657222b4fea" /><Relationship Type="http://schemas.openxmlformats.org/officeDocument/2006/relationships/slide" Target="/ppt/slides/slide1.xml" Id="R2da515e169834a67" /><Relationship Type="http://schemas.openxmlformats.org/officeDocument/2006/relationships/slide" Target="/ppt/slides/slide2.xml" Id="R88182b2570354161" /><Relationship Type="http://schemas.openxmlformats.org/officeDocument/2006/relationships/slide" Target="/ppt/slides/slide3.xml" Id="Rc17f26b96ed24df8" /><Relationship Type="http://schemas.openxmlformats.org/officeDocument/2006/relationships/slide" Target="/ppt/slides/slide4.xml" Id="Re110fc89a9744b8c" /><Relationship Type="http://schemas.openxmlformats.org/officeDocument/2006/relationships/slide" Target="/ppt/slides/slide5.xml" Id="R81ab7a827a4c4027" /><Relationship Type="http://schemas.openxmlformats.org/officeDocument/2006/relationships/slide" Target="/ppt/slides/slide6.xml" Id="R167b24aa7453408f" /><Relationship Type="http://schemas.openxmlformats.org/officeDocument/2006/relationships/slide" Target="/ppt/slides/slide7.xml" Id="R32b83e0cd1874485" /><Relationship Type="http://schemas.openxmlformats.org/officeDocument/2006/relationships/slide" Target="/ppt/slides/slide8.xml" Id="R2c82c72d3a8b47d5" /><Relationship Type="http://schemas.openxmlformats.org/officeDocument/2006/relationships/slide" Target="/ppt/slides/slide9.xml" Id="R4fab3cf0cdd2435b" /><Relationship Type="http://schemas.openxmlformats.org/officeDocument/2006/relationships/slide" Target="/ppt/slides/slide10.xml" Id="R94c1ffefce714ea7" /><Relationship Type="http://schemas.openxmlformats.org/officeDocument/2006/relationships/slide" Target="/ppt/slides/slide11.xml" Id="Ra02e0cdbbb254424" /><Relationship Type="http://schemas.openxmlformats.org/officeDocument/2006/relationships/slide" Target="/ppt/slides/slide12.xml" Id="Rabc1ebb71c4447f4" /><Relationship Type="http://schemas.openxmlformats.org/officeDocument/2006/relationships/slide" Target="/ppt/slides/slide13.xml" Id="Rca358b3756a44453" /><Relationship Type="http://schemas.openxmlformats.org/officeDocument/2006/relationships/slide" Target="/ppt/slides/slide14.xml" Id="Rd43b91f86aff4ae8" /><Relationship Type="http://schemas.openxmlformats.org/officeDocument/2006/relationships/slide" Target="/ppt/slides/slide15.xml" Id="R4b1d5dfb899b42db" /><Relationship Type="http://schemas.openxmlformats.org/officeDocument/2006/relationships/slide" Target="/ppt/slides/slide16.xml" Id="R53d05452cfd547ae" /><Relationship Type="http://schemas.openxmlformats.org/officeDocument/2006/relationships/slide" Target="/ppt/slides/slide17.xml" Id="Rebe517e0a4744f12" /><Relationship Type="http://schemas.openxmlformats.org/officeDocument/2006/relationships/slide" Target="/ppt/slides/slide18.xml" Id="R071e4cde7e8148fa" /><Relationship Type="http://schemas.openxmlformats.org/officeDocument/2006/relationships/slide" Target="/ppt/slides/slide19.xml" Id="R00c098e8358f468b" /><Relationship Type="http://schemas.openxmlformats.org/officeDocument/2006/relationships/slide" Target="/ppt/slides/slide20.xml" Id="R6911016be3984d0d" /><Relationship Type="http://schemas.openxmlformats.org/officeDocument/2006/relationships/slide" Target="/ppt/slides/slide21.xml" Id="R18c6e614440a4b9b" /><Relationship Type="http://schemas.openxmlformats.org/officeDocument/2006/relationships/slide" Target="/ppt/slides/slide22.xml" Id="Rb56de73e2dc8410f" /><Relationship Type="http://schemas.openxmlformats.org/officeDocument/2006/relationships/slide" Target="/ppt/slides/slide23.xml" Id="R47b9a4ecad994818" /><Relationship Type="http://schemas.openxmlformats.org/officeDocument/2006/relationships/slide" Target="/ppt/slides/slide24.xml" Id="R6f563ea485dd4b9d" /><Relationship Type="http://schemas.openxmlformats.org/officeDocument/2006/relationships/slide" Target="/ppt/slides/slide25.xml" Id="Rca7cde1138ef4789" /><Relationship Type="http://schemas.openxmlformats.org/officeDocument/2006/relationships/slide" Target="/ppt/slides/slide26.xml" Id="Rc36b211411d24fb4" /><Relationship Type="http://schemas.openxmlformats.org/officeDocument/2006/relationships/slide" Target="/ppt/slides/slide27.xml" Id="Reb72cff41373496c" /><Relationship Type="http://schemas.openxmlformats.org/officeDocument/2006/relationships/slide" Target="/ppt/slides/slide28.xml" Id="R7cbbdeda57b64510" /><Relationship Type="http://schemas.openxmlformats.org/officeDocument/2006/relationships/slide" Target="/ppt/slides/slide29.xml" Id="R96c6f33744284c0b" /><Relationship Type="http://schemas.openxmlformats.org/officeDocument/2006/relationships/slide" Target="/ppt/slides/slide30.xml" Id="Rdf540d8528fc48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1b0a31d20544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861b7d5f044d74" /><Relationship Type="http://schemas.openxmlformats.org/officeDocument/2006/relationships/notesMaster" Target="/ppt/notesMasters/notesMaster1.xml" Id="R8ccb37c0999f4e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f7236c1c824a66" /><Relationship Type="http://schemas.openxmlformats.org/officeDocument/2006/relationships/notesMaster" Target="/ppt/notesMasters/notesMaster1.xml" Id="Rb683f43af1cc47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56b29dd0834143" /><Relationship Type="http://schemas.openxmlformats.org/officeDocument/2006/relationships/notesMaster" Target="/ppt/notesMasters/notesMaster1.xml" Id="R5602dde0065348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6fdb31314c4e2b" /><Relationship Type="http://schemas.openxmlformats.org/officeDocument/2006/relationships/notesMaster" Target="/ppt/notesMasters/notesMaster1.xml" Id="Rf3635b5adb7144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e75868c3d84fd2" /><Relationship Type="http://schemas.openxmlformats.org/officeDocument/2006/relationships/notesMaster" Target="/ppt/notesMasters/notesMaster1.xml" Id="R268ac4a5060b43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abe8d622944487" /><Relationship Type="http://schemas.openxmlformats.org/officeDocument/2006/relationships/notesMaster" Target="/ppt/notesMasters/notesMaster1.xml" Id="R53f49514ea014d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ae33d3740d4698" /><Relationship Type="http://schemas.openxmlformats.org/officeDocument/2006/relationships/notesMaster" Target="/ppt/notesMasters/notesMaster1.xml" Id="R462000a4b15847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60fd2fa50e4287" /><Relationship Type="http://schemas.openxmlformats.org/officeDocument/2006/relationships/notesMaster" Target="/ppt/notesMasters/notesMaster1.xml" Id="Rbbce726427f043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bdbda5395e4691" /><Relationship Type="http://schemas.openxmlformats.org/officeDocument/2006/relationships/notesMaster" Target="/ppt/notesMasters/notesMaster1.xml" Id="R439fbf33d8af48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1442ab5e5f443c" /><Relationship Type="http://schemas.openxmlformats.org/officeDocument/2006/relationships/notesMaster" Target="/ppt/notesMasters/notesMaster1.xml" Id="R00949fa3ecf741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edcf90a2204d4c" /><Relationship Type="http://schemas.openxmlformats.org/officeDocument/2006/relationships/notesMaster" Target="/ppt/notesMasters/notesMaster1.xml" Id="R3eef3c62749f4b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34e6150b404ae1" /><Relationship Type="http://schemas.openxmlformats.org/officeDocument/2006/relationships/notesMaster" Target="/ppt/notesMasters/notesMaster1.xml" Id="Rbee3ffb7753f40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d49670dd9d4c0e" /><Relationship Type="http://schemas.openxmlformats.org/officeDocument/2006/relationships/notesMaster" Target="/ppt/notesMasters/notesMaster1.xml" Id="Rc5050566bcc549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b5893c36e64e37" /><Relationship Type="http://schemas.openxmlformats.org/officeDocument/2006/relationships/notesMaster" Target="/ppt/notesMasters/notesMaster1.xml" Id="Rb20da416a0694f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df471602ac2404a" /><Relationship Type="http://schemas.openxmlformats.org/officeDocument/2006/relationships/notesMaster" Target="/ppt/notesMasters/notesMaster1.xml" Id="Rea41ac38d62b4c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fe6eea7aca4197" /><Relationship Type="http://schemas.openxmlformats.org/officeDocument/2006/relationships/notesMaster" Target="/ppt/notesMasters/notesMaster1.xml" Id="R3becb37684cd40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751e8c9d44c4081" /><Relationship Type="http://schemas.openxmlformats.org/officeDocument/2006/relationships/notesMaster" Target="/ppt/notesMasters/notesMaster1.xml" Id="R27d072ac8e3b4f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1d475afee1a4591" /><Relationship Type="http://schemas.openxmlformats.org/officeDocument/2006/relationships/notesMaster" Target="/ppt/notesMasters/notesMaster1.xml" Id="R2f0f12e0e49c4da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4f50df5b35045c8" /><Relationship Type="http://schemas.openxmlformats.org/officeDocument/2006/relationships/notesMaster" Target="/ppt/notesMasters/notesMaster1.xml" Id="R437deb611ebf448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bb68e755c82410c" /><Relationship Type="http://schemas.openxmlformats.org/officeDocument/2006/relationships/notesMaster" Target="/ppt/notesMasters/notesMaster1.xml" Id="R2143b4ad26494c6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27fb7f2f6d34647" /><Relationship Type="http://schemas.openxmlformats.org/officeDocument/2006/relationships/notesMaster" Target="/ppt/notesMasters/notesMaster1.xml" Id="R454bdbe87c3344a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b7c0277a12e4059" /><Relationship Type="http://schemas.openxmlformats.org/officeDocument/2006/relationships/notesMaster" Target="/ppt/notesMasters/notesMaster1.xml" Id="Rbe0b7a3e8333458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f23cb80d8c64f86" /><Relationship Type="http://schemas.openxmlformats.org/officeDocument/2006/relationships/notesMaster" Target="/ppt/notesMasters/notesMaster1.xml" Id="Rfb6214b4644a43b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373f97132ed43ac" /><Relationship Type="http://schemas.openxmlformats.org/officeDocument/2006/relationships/notesMaster" Target="/ppt/notesMasters/notesMaster1.xml" Id="R56151017395b45d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ab4a61dfd8426e" /><Relationship Type="http://schemas.openxmlformats.org/officeDocument/2006/relationships/notesMaster" Target="/ppt/notesMasters/notesMaster1.xml" Id="R17b6d7d35d7248d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0e556a0b3684c1e" /><Relationship Type="http://schemas.openxmlformats.org/officeDocument/2006/relationships/notesMaster" Target="/ppt/notesMasters/notesMaster1.xml" Id="Rc192a3aa86ba4dc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f46112d2f824ae5" /><Relationship Type="http://schemas.openxmlformats.org/officeDocument/2006/relationships/notesMaster" Target="/ppt/notesMasters/notesMaster1.xml" Id="R30397db2add645d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43a5e16ea6d4383" /><Relationship Type="http://schemas.openxmlformats.org/officeDocument/2006/relationships/notesMaster" Target="/ppt/notesMasters/notesMaster1.xml" Id="Rc660be9ea9384c0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be437fd4a014745" /><Relationship Type="http://schemas.openxmlformats.org/officeDocument/2006/relationships/notesMaster" Target="/ppt/notesMasters/notesMaster1.xml" Id="Rd89aae7a57fa4d8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adc5a55007549ca" /><Relationship Type="http://schemas.openxmlformats.org/officeDocument/2006/relationships/notesMaster" Target="/ppt/notesMasters/notesMaster1.xml" Id="R3855ebedf9dc43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063a4ab1f45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c98b289d44b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ce89466b8c4c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1323bb9cc44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979163023548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627efa884483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1bcb3170f44b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31659c071f4a6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5d6a5333a4aa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ae79d42de5412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2d7748b994a5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b0b3b9e67a4b0d" /><Relationship Type="http://schemas.openxmlformats.org/officeDocument/2006/relationships/slideLayout" Target="/ppt/slideLayouts/slideLayout1.xml" Id="R8327df6ca8e545a3" /><Relationship Type="http://schemas.openxmlformats.org/officeDocument/2006/relationships/slideLayout" Target="/ppt/slideLayouts/slideLayout2.xml" Id="R567016853bb24c19" /><Relationship Type="http://schemas.openxmlformats.org/officeDocument/2006/relationships/slideLayout" Target="/ppt/slideLayouts/slideLayout3.xml" Id="R5db4c4fc097a4b76" /><Relationship Type="http://schemas.openxmlformats.org/officeDocument/2006/relationships/slideLayout" Target="/ppt/slideLayouts/slideLayout4.xml" Id="R12cac9ed566b482e" /><Relationship Type="http://schemas.openxmlformats.org/officeDocument/2006/relationships/slideLayout" Target="/ppt/slideLayouts/slideLayout5.xml" Id="R9c0f384f5c4c4db4" /><Relationship Type="http://schemas.openxmlformats.org/officeDocument/2006/relationships/slideLayout" Target="/ppt/slideLayouts/slideLayout6.xml" Id="Rc57d5c29f5394e26" /><Relationship Type="http://schemas.openxmlformats.org/officeDocument/2006/relationships/slideLayout" Target="/ppt/slideLayouts/slideLayout7.xml" Id="Rfe8f02d25e5c431c" /><Relationship Type="http://schemas.openxmlformats.org/officeDocument/2006/relationships/slideLayout" Target="/ppt/slideLayouts/slideLayout8.xml" Id="Rdad8b620f8cd4638" /><Relationship Type="http://schemas.openxmlformats.org/officeDocument/2006/relationships/slideLayout" Target="/ppt/slideLayouts/slideLayout9.xml" Id="R20cd1df75ffb44bb" /><Relationship Type="http://schemas.openxmlformats.org/officeDocument/2006/relationships/slideLayout" Target="/ppt/slideLayouts/slideLayout10.xml" Id="Rf4a344052c32438a" /><Relationship Type="http://schemas.openxmlformats.org/officeDocument/2006/relationships/slideLayout" Target="/ppt/slideLayouts/slideLayout11.xml" Id="R975265ddb1384ed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27df6ca8e545a3"/>
    <p:sldLayoutId xmlns:r="http://schemas.openxmlformats.org/officeDocument/2006/relationships" id="2147483650" r:id="R567016853bb24c19"/>
    <p:sldLayoutId xmlns:r="http://schemas.openxmlformats.org/officeDocument/2006/relationships" id="2147483651" r:id="R5db4c4fc097a4b76"/>
    <p:sldLayoutId xmlns:r="http://schemas.openxmlformats.org/officeDocument/2006/relationships" id="2147483652" r:id="R12cac9ed566b482e"/>
    <p:sldLayoutId xmlns:r="http://schemas.openxmlformats.org/officeDocument/2006/relationships" id="2147483653" r:id="R9c0f384f5c4c4db4"/>
    <p:sldLayoutId xmlns:r="http://schemas.openxmlformats.org/officeDocument/2006/relationships" id="2147483654" r:id="Rc57d5c29f5394e26"/>
    <p:sldLayoutId xmlns:r="http://schemas.openxmlformats.org/officeDocument/2006/relationships" id="2147483655" r:id="Rfe8f02d25e5c431c"/>
    <p:sldLayoutId xmlns:r="http://schemas.openxmlformats.org/officeDocument/2006/relationships" id="2147483656" r:id="Rdad8b620f8cd4638"/>
    <p:sldLayoutId xmlns:r="http://schemas.openxmlformats.org/officeDocument/2006/relationships" id="2147483657" r:id="R20cd1df75ffb44bb"/>
    <p:sldLayoutId xmlns:r="http://schemas.openxmlformats.org/officeDocument/2006/relationships" id="2147483658" r:id="Rf4a344052c32438a"/>
    <p:sldLayoutId xmlns:r="http://schemas.openxmlformats.org/officeDocument/2006/relationships" id="2147483659" r:id="R975265ddb1384ed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af3907ca204393" /><Relationship Type="http://schemas.openxmlformats.org/officeDocument/2006/relationships/notesSlide" Target="/ppt/notesSlides/notesSlide1.xml" Id="Rafdaa18f21ac41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845cff8b1440d0" /><Relationship Type="http://schemas.openxmlformats.org/officeDocument/2006/relationships/notesSlide" Target="/ppt/notesSlides/notesSlide2.xml" Id="Rc2b6279f89a64a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9af40f71504de5" /><Relationship Type="http://schemas.openxmlformats.org/officeDocument/2006/relationships/notesSlide" Target="/ppt/notesSlides/notesSlide3.xml" Id="Rf5835eee0a0446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32afeb4ecb46ee" /><Relationship Type="http://schemas.openxmlformats.org/officeDocument/2006/relationships/notesSlide" Target="/ppt/notesSlides/notesSlide4.xml" Id="R2d63184ffe9442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e73d15190f4efa" /><Relationship Type="http://schemas.openxmlformats.org/officeDocument/2006/relationships/notesSlide" Target="/ppt/notesSlides/notesSlide5.xml" Id="R63ad1c13165b42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adf6b096f24995" /><Relationship Type="http://schemas.openxmlformats.org/officeDocument/2006/relationships/notesSlide" Target="/ppt/notesSlides/notesSlide6.xml" Id="R1570245abc0b4e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76d674f4dc45be" /><Relationship Type="http://schemas.openxmlformats.org/officeDocument/2006/relationships/notesSlide" Target="/ppt/notesSlides/notesSlide7.xml" Id="R8853a5c653724b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b4eaddcbf94282" /><Relationship Type="http://schemas.openxmlformats.org/officeDocument/2006/relationships/notesSlide" Target="/ppt/notesSlides/notesSlide8.xml" Id="Re58f74d6d19146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1fe395c42b4f7f" /><Relationship Type="http://schemas.openxmlformats.org/officeDocument/2006/relationships/notesSlide" Target="/ppt/notesSlides/notesSlide9.xml" Id="R914ba45b602b49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b12374ebaf4f60" /><Relationship Type="http://schemas.openxmlformats.org/officeDocument/2006/relationships/notesSlide" Target="/ppt/notesSlides/notesSlide10.xml" Id="R6750a368be3e41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c84ea20f54438f" /><Relationship Type="http://schemas.openxmlformats.org/officeDocument/2006/relationships/notesSlide" Target="/ppt/notesSlides/notesSlide11.xml" Id="Rf79e60075c0544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65192ef58442df" /><Relationship Type="http://schemas.openxmlformats.org/officeDocument/2006/relationships/notesSlide" Target="/ppt/notesSlides/notesSlide12.xml" Id="Rd93050135b484bc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c2644a8a2743c9" /><Relationship Type="http://schemas.openxmlformats.org/officeDocument/2006/relationships/notesSlide" Target="/ppt/notesSlides/notesSlide13.xml" Id="R64057201156f4f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8f9d52da4f43d2" /><Relationship Type="http://schemas.openxmlformats.org/officeDocument/2006/relationships/notesSlide" Target="/ppt/notesSlides/notesSlide14.xml" Id="R35dc1facc75a4b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74e3120c9d48a2" /><Relationship Type="http://schemas.openxmlformats.org/officeDocument/2006/relationships/notesSlide" Target="/ppt/notesSlides/notesSlide15.xml" Id="Ra0160c18564744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c28d544b934089" /><Relationship Type="http://schemas.openxmlformats.org/officeDocument/2006/relationships/notesSlide" Target="/ppt/notesSlides/notesSlide16.xml" Id="Rb09f0a90a7b4450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1ec6a4a52d4ab7" /><Relationship Type="http://schemas.openxmlformats.org/officeDocument/2006/relationships/notesSlide" Target="/ppt/notesSlides/notesSlide17.xml" Id="Rf3b1d0d3a86540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8b9275e0d4482f" /><Relationship Type="http://schemas.openxmlformats.org/officeDocument/2006/relationships/notesSlide" Target="/ppt/notesSlides/notesSlide18.xml" Id="R074346a8224a4f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af4ed622b149bd" /><Relationship Type="http://schemas.openxmlformats.org/officeDocument/2006/relationships/notesSlide" Target="/ppt/notesSlides/notesSlide19.xml" Id="Rb92f4d6015884c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b9433f72ee4929" /><Relationship Type="http://schemas.openxmlformats.org/officeDocument/2006/relationships/notesSlide" Target="/ppt/notesSlides/notesSlide20.xml" Id="Rff06f5a4527946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d5901f43e54370" /><Relationship Type="http://schemas.openxmlformats.org/officeDocument/2006/relationships/notesSlide" Target="/ppt/notesSlides/notesSlide21.xml" Id="R6873777dfd1a485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6e5233a6a74c5a" /><Relationship Type="http://schemas.openxmlformats.org/officeDocument/2006/relationships/notesSlide" Target="/ppt/notesSlides/notesSlide22.xml" Id="R327c264e4cec4bd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477b6e8c134385" /><Relationship Type="http://schemas.openxmlformats.org/officeDocument/2006/relationships/notesSlide" Target="/ppt/notesSlides/notesSlide23.xml" Id="Rb129463545b54a3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662279c185493c" /><Relationship Type="http://schemas.openxmlformats.org/officeDocument/2006/relationships/notesSlide" Target="/ppt/notesSlides/notesSlide24.xml" Id="Rba244d81c1e04d3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b5d136a15e4b73" /><Relationship Type="http://schemas.openxmlformats.org/officeDocument/2006/relationships/notesSlide" Target="/ppt/notesSlides/notesSlide25.xml" Id="Ra61030bb5eca404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abd6ea61f74500" /><Relationship Type="http://schemas.openxmlformats.org/officeDocument/2006/relationships/notesSlide" Target="/ppt/notesSlides/notesSlide26.xml" Id="Re8b4563725ed466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eb05722bac4cb5" /><Relationship Type="http://schemas.openxmlformats.org/officeDocument/2006/relationships/notesSlide" Target="/ppt/notesSlides/notesSlide27.xml" Id="R5709e9bfb268405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d3f996d9b645fb" /><Relationship Type="http://schemas.openxmlformats.org/officeDocument/2006/relationships/notesSlide" Target="/ppt/notesSlides/notesSlide28.xml" Id="Rdd3e48ceedc3464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f0ae73e7ee407a" /><Relationship Type="http://schemas.openxmlformats.org/officeDocument/2006/relationships/notesSlide" Target="/ppt/notesSlides/notesSlide29.xml" Id="R409f2b20f41d424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671324359b4416" /><Relationship Type="http://schemas.openxmlformats.org/officeDocument/2006/relationships/notesSlide" Target="/ppt/notesSlides/notesSlide30.xml" Id="Red3a5bae0ed840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base contains 578 WB records; Poland's 2020–2023 flow and 2025 tax bridge strengthen the research base but do not unlock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8036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+ 36 Swedish FHM register counts; plus a 195-country proxy base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World Bank; Statistics Canada; Health Canada; New Zealand Ministry of Health; Destatis; Vero; Sejm; Polish Ministry of Finance;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2026.07.27-28 · 2026-07-27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is 0/6 mandatory gates; use rights-cleared retail data only after an accepted sample.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2026.07.27-28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2026-07-27T14:00:06.4950000Z</dcterms:created>
  <dcterms:modified xsi:type="dcterms:W3CDTF">2026-07-27T14:00:06.4950000Z</dcterms:modified>
</coreProperties>
</file>