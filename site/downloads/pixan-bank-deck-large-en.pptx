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28ca5d42ca4de1" /><Relationship Type="http://schemas.openxmlformats.org/officeDocument/2006/relationships/extended-properties" Target="/docProps/app.xml" Id="Rab7fc83e973f4a84" /><Relationship Type="http://schemas.openxmlformats.org/officeDocument/2006/relationships/officeDocument" Target="/ppt/presentation.xml" Id="R844b8404a24943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09696ce0b74761"/>
  </p:sldMasterIdLst>
  <p:notesMasterIdLst>
    <p:notesMasterId xmlns:r="http://schemas.openxmlformats.org/officeDocument/2006/relationships" r:id="R828dc9ea6a3046d1"/>
  </p:notesMasterIdLst>
  <p:sldIdLst>
    <p:sldId xmlns:r="http://schemas.openxmlformats.org/officeDocument/2006/relationships" id="256" r:id="Rd9d0d8d7680348e6"/>
    <p:sldId xmlns:r="http://schemas.openxmlformats.org/officeDocument/2006/relationships" id="257" r:id="R0bc0edc67e914aa0"/>
    <p:sldId xmlns:r="http://schemas.openxmlformats.org/officeDocument/2006/relationships" id="258" r:id="R94fdfe192aa445ce"/>
    <p:sldId xmlns:r="http://schemas.openxmlformats.org/officeDocument/2006/relationships" id="259" r:id="Rd36fa04761b549d9"/>
    <p:sldId xmlns:r="http://schemas.openxmlformats.org/officeDocument/2006/relationships" id="260" r:id="R4067184896274335"/>
    <p:sldId xmlns:r="http://schemas.openxmlformats.org/officeDocument/2006/relationships" id="261" r:id="Rae6c3b7efbb14f1f"/>
    <p:sldId xmlns:r="http://schemas.openxmlformats.org/officeDocument/2006/relationships" id="262" r:id="R16c9778474c141fc"/>
    <p:sldId xmlns:r="http://schemas.openxmlformats.org/officeDocument/2006/relationships" id="263" r:id="R4d338e6ac6454d7f"/>
    <p:sldId xmlns:r="http://schemas.openxmlformats.org/officeDocument/2006/relationships" id="264" r:id="Ra22f410261844700"/>
    <p:sldId xmlns:r="http://schemas.openxmlformats.org/officeDocument/2006/relationships" id="265" r:id="R9b7b50c05df244a7"/>
    <p:sldId xmlns:r="http://schemas.openxmlformats.org/officeDocument/2006/relationships" id="266" r:id="R92ac1864dadf4bae"/>
    <p:sldId xmlns:r="http://schemas.openxmlformats.org/officeDocument/2006/relationships" id="267" r:id="R785f375920da4c76"/>
    <p:sldId xmlns:r="http://schemas.openxmlformats.org/officeDocument/2006/relationships" id="268" r:id="R717561d8aec84d53"/>
    <p:sldId xmlns:r="http://schemas.openxmlformats.org/officeDocument/2006/relationships" id="269" r:id="R491a50decbd14de5"/>
    <p:sldId xmlns:r="http://schemas.openxmlformats.org/officeDocument/2006/relationships" id="270" r:id="Rd4f5e41ed1574c19"/>
    <p:sldId xmlns:r="http://schemas.openxmlformats.org/officeDocument/2006/relationships" id="271" r:id="R8e0013e8030c40d5"/>
    <p:sldId xmlns:r="http://schemas.openxmlformats.org/officeDocument/2006/relationships" id="272" r:id="R02079297047a4f9f"/>
    <p:sldId xmlns:r="http://schemas.openxmlformats.org/officeDocument/2006/relationships" id="273" r:id="R34ed713b98b74d63"/>
    <p:sldId xmlns:r="http://schemas.openxmlformats.org/officeDocument/2006/relationships" id="274" r:id="R4391b5a5720b4122"/>
    <p:sldId xmlns:r="http://schemas.openxmlformats.org/officeDocument/2006/relationships" id="275" r:id="R771cdf8949714942"/>
    <p:sldId xmlns:r="http://schemas.openxmlformats.org/officeDocument/2006/relationships" id="276" r:id="Raaccffe899174ff4"/>
    <p:sldId xmlns:r="http://schemas.openxmlformats.org/officeDocument/2006/relationships" id="277" r:id="R2aaab92cd232401b"/>
    <p:sldId xmlns:r="http://schemas.openxmlformats.org/officeDocument/2006/relationships" id="278" r:id="Rf309c33f62204e35"/>
    <p:sldId xmlns:r="http://schemas.openxmlformats.org/officeDocument/2006/relationships" id="279" r:id="Rbc27d2dc0d634bcb"/>
    <p:sldId xmlns:r="http://schemas.openxmlformats.org/officeDocument/2006/relationships" id="280" r:id="R5f976953f6eb4827"/>
    <p:sldId xmlns:r="http://schemas.openxmlformats.org/officeDocument/2006/relationships" id="281" r:id="Rb42e63501def44c9"/>
    <p:sldId xmlns:r="http://schemas.openxmlformats.org/officeDocument/2006/relationships" id="282" r:id="Rd63aec43700741d0"/>
    <p:sldId xmlns:r="http://schemas.openxmlformats.org/officeDocument/2006/relationships" id="283" r:id="Rd3c4efb29d7d4e2d"/>
    <p:sldId xmlns:r="http://schemas.openxmlformats.org/officeDocument/2006/relationships" id="284" r:id="R507b16829f854201"/>
    <p:sldId xmlns:r="http://schemas.openxmlformats.org/officeDocument/2006/relationships" id="285" r:id="Rdb66df7d8908455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ff6977dbbd47f5" /><Relationship Type="http://schemas.openxmlformats.org/officeDocument/2006/relationships/slideMaster" Target="/ppt/slideMasters/slideMaster1.xml" Id="R4609696ce0b74761" /><Relationship Type="http://schemas.openxmlformats.org/officeDocument/2006/relationships/notesMaster" Target="/ppt/notesMasters/notesMaster1.xml" Id="R828dc9ea6a3046d1" /><Relationship Type="http://schemas.openxmlformats.org/officeDocument/2006/relationships/presProps" Target="/ppt/presProps.xml" Id="Rcf1d1eebf3374ffc" /><Relationship Type="http://schemas.openxmlformats.org/officeDocument/2006/relationships/viewProps" Target="/ppt/viewProps.xml" Id="Refeef1808aae4e81" /><Relationship Type="http://schemas.openxmlformats.org/officeDocument/2006/relationships/tableStyles" Target="/ppt/tableStyles.xml" Id="R4c3043a1b1044571" /><Relationship Type="http://schemas.openxmlformats.org/officeDocument/2006/relationships/slide" Target="/ppt/slides/slide1.xml" Id="Rd9d0d8d7680348e6" /><Relationship Type="http://schemas.openxmlformats.org/officeDocument/2006/relationships/slide" Target="/ppt/slides/slide2.xml" Id="R0bc0edc67e914aa0" /><Relationship Type="http://schemas.openxmlformats.org/officeDocument/2006/relationships/slide" Target="/ppt/slides/slide3.xml" Id="R94fdfe192aa445ce" /><Relationship Type="http://schemas.openxmlformats.org/officeDocument/2006/relationships/slide" Target="/ppt/slides/slide4.xml" Id="Rd36fa04761b549d9" /><Relationship Type="http://schemas.openxmlformats.org/officeDocument/2006/relationships/slide" Target="/ppt/slides/slide5.xml" Id="R4067184896274335" /><Relationship Type="http://schemas.openxmlformats.org/officeDocument/2006/relationships/slide" Target="/ppt/slides/slide6.xml" Id="Rae6c3b7efbb14f1f" /><Relationship Type="http://schemas.openxmlformats.org/officeDocument/2006/relationships/slide" Target="/ppt/slides/slide7.xml" Id="R16c9778474c141fc" /><Relationship Type="http://schemas.openxmlformats.org/officeDocument/2006/relationships/slide" Target="/ppt/slides/slide8.xml" Id="R4d338e6ac6454d7f" /><Relationship Type="http://schemas.openxmlformats.org/officeDocument/2006/relationships/slide" Target="/ppt/slides/slide9.xml" Id="Ra22f410261844700" /><Relationship Type="http://schemas.openxmlformats.org/officeDocument/2006/relationships/slide" Target="/ppt/slides/slide10.xml" Id="R9b7b50c05df244a7" /><Relationship Type="http://schemas.openxmlformats.org/officeDocument/2006/relationships/slide" Target="/ppt/slides/slide11.xml" Id="R92ac1864dadf4bae" /><Relationship Type="http://schemas.openxmlformats.org/officeDocument/2006/relationships/slide" Target="/ppt/slides/slide12.xml" Id="R785f375920da4c76" /><Relationship Type="http://schemas.openxmlformats.org/officeDocument/2006/relationships/slide" Target="/ppt/slides/slide13.xml" Id="R717561d8aec84d53" /><Relationship Type="http://schemas.openxmlformats.org/officeDocument/2006/relationships/slide" Target="/ppt/slides/slide14.xml" Id="R491a50decbd14de5" /><Relationship Type="http://schemas.openxmlformats.org/officeDocument/2006/relationships/slide" Target="/ppt/slides/slide15.xml" Id="Rd4f5e41ed1574c19" /><Relationship Type="http://schemas.openxmlformats.org/officeDocument/2006/relationships/slide" Target="/ppt/slides/slide16.xml" Id="R8e0013e8030c40d5" /><Relationship Type="http://schemas.openxmlformats.org/officeDocument/2006/relationships/slide" Target="/ppt/slides/slide17.xml" Id="R02079297047a4f9f" /><Relationship Type="http://schemas.openxmlformats.org/officeDocument/2006/relationships/slide" Target="/ppt/slides/slide18.xml" Id="R34ed713b98b74d63" /><Relationship Type="http://schemas.openxmlformats.org/officeDocument/2006/relationships/slide" Target="/ppt/slides/slide19.xml" Id="R4391b5a5720b4122" /><Relationship Type="http://schemas.openxmlformats.org/officeDocument/2006/relationships/slide" Target="/ppt/slides/slide20.xml" Id="R771cdf8949714942" /><Relationship Type="http://schemas.openxmlformats.org/officeDocument/2006/relationships/slide" Target="/ppt/slides/slide21.xml" Id="Raaccffe899174ff4" /><Relationship Type="http://schemas.openxmlformats.org/officeDocument/2006/relationships/slide" Target="/ppt/slides/slide22.xml" Id="R2aaab92cd232401b" /><Relationship Type="http://schemas.openxmlformats.org/officeDocument/2006/relationships/slide" Target="/ppt/slides/slide23.xml" Id="Rf309c33f62204e35" /><Relationship Type="http://schemas.openxmlformats.org/officeDocument/2006/relationships/slide" Target="/ppt/slides/slide24.xml" Id="Rbc27d2dc0d634bcb" /><Relationship Type="http://schemas.openxmlformats.org/officeDocument/2006/relationships/slide" Target="/ppt/slides/slide25.xml" Id="R5f976953f6eb4827" /><Relationship Type="http://schemas.openxmlformats.org/officeDocument/2006/relationships/slide" Target="/ppt/slides/slide26.xml" Id="Rb42e63501def44c9" /><Relationship Type="http://schemas.openxmlformats.org/officeDocument/2006/relationships/slide" Target="/ppt/slides/slide27.xml" Id="Rd63aec43700741d0" /><Relationship Type="http://schemas.openxmlformats.org/officeDocument/2006/relationships/slide" Target="/ppt/slides/slide28.xml" Id="Rd3c4efb29d7d4e2d" /><Relationship Type="http://schemas.openxmlformats.org/officeDocument/2006/relationships/slide" Target="/ppt/slides/slide29.xml" Id="R507b16829f854201" /><Relationship Type="http://schemas.openxmlformats.org/officeDocument/2006/relationships/slide" Target="/ppt/slides/slide30.xml" Id="Rdb66df7d890845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3bac13dc6344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eeff154a094ef6" /><Relationship Type="http://schemas.openxmlformats.org/officeDocument/2006/relationships/notesMaster" Target="/ppt/notesMasters/notesMaster1.xml" Id="R1bf92281123d46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9fe63e17c045cb" /><Relationship Type="http://schemas.openxmlformats.org/officeDocument/2006/relationships/notesMaster" Target="/ppt/notesMasters/notesMaster1.xml" Id="R54b70f81d44642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a556fc7b20499a" /><Relationship Type="http://schemas.openxmlformats.org/officeDocument/2006/relationships/notesMaster" Target="/ppt/notesMasters/notesMaster1.xml" Id="R93ce673ba8f84b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e468e78e2744fd" /><Relationship Type="http://schemas.openxmlformats.org/officeDocument/2006/relationships/notesMaster" Target="/ppt/notesMasters/notesMaster1.xml" Id="R3cf0d12d88da49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27426ae6224db5" /><Relationship Type="http://schemas.openxmlformats.org/officeDocument/2006/relationships/notesMaster" Target="/ppt/notesMasters/notesMaster1.xml" Id="R4344c409de3040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55b4ed8fb043bc" /><Relationship Type="http://schemas.openxmlformats.org/officeDocument/2006/relationships/notesMaster" Target="/ppt/notesMasters/notesMaster1.xml" Id="R814e4c6daa2240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7c6aa9f7484ba4" /><Relationship Type="http://schemas.openxmlformats.org/officeDocument/2006/relationships/notesMaster" Target="/ppt/notesMasters/notesMaster1.xml" Id="Ra7b08b1c65aa4e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967cdafa624a4d" /><Relationship Type="http://schemas.openxmlformats.org/officeDocument/2006/relationships/notesMaster" Target="/ppt/notesMasters/notesMaster1.xml" Id="R5c832f3c38214c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c2c20594fa4e3a" /><Relationship Type="http://schemas.openxmlformats.org/officeDocument/2006/relationships/notesMaster" Target="/ppt/notesMasters/notesMaster1.xml" Id="Rbb63b0001d2e4f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0aad5a5dc54bb9" /><Relationship Type="http://schemas.openxmlformats.org/officeDocument/2006/relationships/notesMaster" Target="/ppt/notesMasters/notesMaster1.xml" Id="R3a487b74674d47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5cd53f303b47ad" /><Relationship Type="http://schemas.openxmlformats.org/officeDocument/2006/relationships/notesMaster" Target="/ppt/notesMasters/notesMaster1.xml" Id="Rb296f98c09a542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e5f817beaa14f22" /><Relationship Type="http://schemas.openxmlformats.org/officeDocument/2006/relationships/notesMaster" Target="/ppt/notesMasters/notesMaster1.xml" Id="R23d405b5b79943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6d0494f9e74b1a" /><Relationship Type="http://schemas.openxmlformats.org/officeDocument/2006/relationships/notesMaster" Target="/ppt/notesMasters/notesMaster1.xml" Id="Rba2732395c5245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77f81985ab4e76" /><Relationship Type="http://schemas.openxmlformats.org/officeDocument/2006/relationships/notesMaster" Target="/ppt/notesMasters/notesMaster1.xml" Id="R08cc1ce25fdd4ce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d8cbde887194169" /><Relationship Type="http://schemas.openxmlformats.org/officeDocument/2006/relationships/notesMaster" Target="/ppt/notesMasters/notesMaster1.xml" Id="R59807721465941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65398e642a4bd9" /><Relationship Type="http://schemas.openxmlformats.org/officeDocument/2006/relationships/notesMaster" Target="/ppt/notesMasters/notesMaster1.xml" Id="R106b11ad92f743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cdd1037bd234d61" /><Relationship Type="http://schemas.openxmlformats.org/officeDocument/2006/relationships/notesMaster" Target="/ppt/notesMasters/notesMaster1.xml" Id="R46dce5642b0b43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1d9af2347c9409b" /><Relationship Type="http://schemas.openxmlformats.org/officeDocument/2006/relationships/notesMaster" Target="/ppt/notesMasters/notesMaster1.xml" Id="R0a8801d4d4a7407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915d6d1db84a80" /><Relationship Type="http://schemas.openxmlformats.org/officeDocument/2006/relationships/notesMaster" Target="/ppt/notesMasters/notesMaster1.xml" Id="Rb8717824182e4bf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7f1d1bbb7e84c76" /><Relationship Type="http://schemas.openxmlformats.org/officeDocument/2006/relationships/notesMaster" Target="/ppt/notesMasters/notesMaster1.xml" Id="R5ba7ac3cb856491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077a816e09248d0" /><Relationship Type="http://schemas.openxmlformats.org/officeDocument/2006/relationships/notesMaster" Target="/ppt/notesMasters/notesMaster1.xml" Id="R0025b773243846b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487b4c6d8b94606" /><Relationship Type="http://schemas.openxmlformats.org/officeDocument/2006/relationships/notesMaster" Target="/ppt/notesMasters/notesMaster1.xml" Id="Ra9a74c0dc9f9439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c4876902c164401" /><Relationship Type="http://schemas.openxmlformats.org/officeDocument/2006/relationships/notesMaster" Target="/ppt/notesMasters/notesMaster1.xml" Id="Rab7c05dd33cf49f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aca0be086cb41cb" /><Relationship Type="http://schemas.openxmlformats.org/officeDocument/2006/relationships/notesMaster" Target="/ppt/notesMasters/notesMaster1.xml" Id="Rfda49d6158fd428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4692903d45740be" /><Relationship Type="http://schemas.openxmlformats.org/officeDocument/2006/relationships/notesMaster" Target="/ppt/notesMasters/notesMaster1.xml" Id="R58feaa0fb3254c5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45bb9d585224bcf" /><Relationship Type="http://schemas.openxmlformats.org/officeDocument/2006/relationships/notesMaster" Target="/ppt/notesMasters/notesMaster1.xml" Id="R8a73d181defb4bd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f5607b05caf4309" /><Relationship Type="http://schemas.openxmlformats.org/officeDocument/2006/relationships/notesMaster" Target="/ppt/notesMasters/notesMaster1.xml" Id="R808b7ca06cb44b0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62ac4ad2afc4000" /><Relationship Type="http://schemas.openxmlformats.org/officeDocument/2006/relationships/notesMaster" Target="/ppt/notesMasters/notesMaster1.xml" Id="Rf0bc411a75b44f7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a628f8d36084120" /><Relationship Type="http://schemas.openxmlformats.org/officeDocument/2006/relationships/notesMaster" Target="/ppt/notesMasters/notesMaster1.xml" Id="Rb247a264f7594c1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011473f4f1844cf" /><Relationship Type="http://schemas.openxmlformats.org/officeDocument/2006/relationships/notesMaster" Target="/ppt/notesMasters/notesMaster1.xml" Id="Rc8d9bc6a5ab543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e576650a84e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626f5981f5413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b8131f0e934a5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094ab2f7a4e5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a3b5a4d0f546b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556229be324bf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a960c1bfc04a3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abdad634de463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1fbf506e044a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a8cdd9c0246d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b7ee0a6e1340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1a55b503d04e92" /><Relationship Type="http://schemas.openxmlformats.org/officeDocument/2006/relationships/slideLayout" Target="/ppt/slideLayouts/slideLayout1.xml" Id="Re8c6f84576d44ce7" /><Relationship Type="http://schemas.openxmlformats.org/officeDocument/2006/relationships/slideLayout" Target="/ppt/slideLayouts/slideLayout2.xml" Id="R042b69e40aae4ebf" /><Relationship Type="http://schemas.openxmlformats.org/officeDocument/2006/relationships/slideLayout" Target="/ppt/slideLayouts/slideLayout3.xml" Id="Re483c678c1b84508" /><Relationship Type="http://schemas.openxmlformats.org/officeDocument/2006/relationships/slideLayout" Target="/ppt/slideLayouts/slideLayout4.xml" Id="R903284d5e570427f" /><Relationship Type="http://schemas.openxmlformats.org/officeDocument/2006/relationships/slideLayout" Target="/ppt/slideLayouts/slideLayout5.xml" Id="R4c58fe139d0e4050" /><Relationship Type="http://schemas.openxmlformats.org/officeDocument/2006/relationships/slideLayout" Target="/ppt/slideLayouts/slideLayout6.xml" Id="R754b1d5b7d794a62" /><Relationship Type="http://schemas.openxmlformats.org/officeDocument/2006/relationships/slideLayout" Target="/ppt/slideLayouts/slideLayout7.xml" Id="R660fcc7701384693" /><Relationship Type="http://schemas.openxmlformats.org/officeDocument/2006/relationships/slideLayout" Target="/ppt/slideLayouts/slideLayout8.xml" Id="Rbadf9bb727504ab1" /><Relationship Type="http://schemas.openxmlformats.org/officeDocument/2006/relationships/slideLayout" Target="/ppt/slideLayouts/slideLayout9.xml" Id="R46d09c3ad938492f" /><Relationship Type="http://schemas.openxmlformats.org/officeDocument/2006/relationships/slideLayout" Target="/ppt/slideLayouts/slideLayout10.xml" Id="R2da0073a650344b0" /><Relationship Type="http://schemas.openxmlformats.org/officeDocument/2006/relationships/slideLayout" Target="/ppt/slideLayouts/slideLayout11.xml" Id="R2ff39080d3454bb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c6f84576d44ce7"/>
    <p:sldLayoutId xmlns:r="http://schemas.openxmlformats.org/officeDocument/2006/relationships" id="2147483650" r:id="R042b69e40aae4ebf"/>
    <p:sldLayoutId xmlns:r="http://schemas.openxmlformats.org/officeDocument/2006/relationships" id="2147483651" r:id="Re483c678c1b84508"/>
    <p:sldLayoutId xmlns:r="http://schemas.openxmlformats.org/officeDocument/2006/relationships" id="2147483652" r:id="R903284d5e570427f"/>
    <p:sldLayoutId xmlns:r="http://schemas.openxmlformats.org/officeDocument/2006/relationships" id="2147483653" r:id="R4c58fe139d0e4050"/>
    <p:sldLayoutId xmlns:r="http://schemas.openxmlformats.org/officeDocument/2006/relationships" id="2147483654" r:id="R754b1d5b7d794a62"/>
    <p:sldLayoutId xmlns:r="http://schemas.openxmlformats.org/officeDocument/2006/relationships" id="2147483655" r:id="R660fcc7701384693"/>
    <p:sldLayoutId xmlns:r="http://schemas.openxmlformats.org/officeDocument/2006/relationships" id="2147483656" r:id="Rbadf9bb727504ab1"/>
    <p:sldLayoutId xmlns:r="http://schemas.openxmlformats.org/officeDocument/2006/relationships" id="2147483657" r:id="R46d09c3ad938492f"/>
    <p:sldLayoutId xmlns:r="http://schemas.openxmlformats.org/officeDocument/2006/relationships" id="2147483658" r:id="R2da0073a650344b0"/>
    <p:sldLayoutId xmlns:r="http://schemas.openxmlformats.org/officeDocument/2006/relationships" id="2147483659" r:id="R2ff39080d3454bb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55d7118b4c4f37" /><Relationship Type="http://schemas.openxmlformats.org/officeDocument/2006/relationships/notesSlide" Target="/ppt/notesSlides/notesSlide1.xml" Id="Rf0d51a470da245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e64eb711694945" /><Relationship Type="http://schemas.openxmlformats.org/officeDocument/2006/relationships/notesSlide" Target="/ppt/notesSlides/notesSlide2.xml" Id="R160e4a5d1e3a4a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4c23f2905d4c6a" /><Relationship Type="http://schemas.openxmlformats.org/officeDocument/2006/relationships/notesSlide" Target="/ppt/notesSlides/notesSlide3.xml" Id="Rdffb595a3c1141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2152daf67242b5" /><Relationship Type="http://schemas.openxmlformats.org/officeDocument/2006/relationships/notesSlide" Target="/ppt/notesSlides/notesSlide4.xml" Id="Rab38158b259244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f2986273d04d45" /><Relationship Type="http://schemas.openxmlformats.org/officeDocument/2006/relationships/notesSlide" Target="/ppt/notesSlides/notesSlide5.xml" Id="Rd21d9eca52564c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0cc3b853ff4d01" /><Relationship Type="http://schemas.openxmlformats.org/officeDocument/2006/relationships/notesSlide" Target="/ppt/notesSlides/notesSlide6.xml" Id="R8a0ed2927dbb43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a3d37fa5374eea" /><Relationship Type="http://schemas.openxmlformats.org/officeDocument/2006/relationships/notesSlide" Target="/ppt/notesSlides/notesSlide7.xml" Id="Rdd7285ec1cd141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5556cf73a544b9" /><Relationship Type="http://schemas.openxmlformats.org/officeDocument/2006/relationships/notesSlide" Target="/ppt/notesSlides/notesSlide8.xml" Id="Rdcfbdea5ac0247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8f336df0c84b75" /><Relationship Type="http://schemas.openxmlformats.org/officeDocument/2006/relationships/notesSlide" Target="/ppt/notesSlides/notesSlide9.xml" Id="R0665afa2477b48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bd5ee8203e472d" /><Relationship Type="http://schemas.openxmlformats.org/officeDocument/2006/relationships/notesSlide" Target="/ppt/notesSlides/notesSlide10.xml" Id="Rfd20c79bf25247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087fec107b494d" /><Relationship Type="http://schemas.openxmlformats.org/officeDocument/2006/relationships/notesSlide" Target="/ppt/notesSlides/notesSlide11.xml" Id="R4bb82703bb444c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2b2a6894394f29" /><Relationship Type="http://schemas.openxmlformats.org/officeDocument/2006/relationships/notesSlide" Target="/ppt/notesSlides/notesSlide12.xml" Id="R45e502d6b47a48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9f95b423ea4ae4" /><Relationship Type="http://schemas.openxmlformats.org/officeDocument/2006/relationships/notesSlide" Target="/ppt/notesSlides/notesSlide13.xml" Id="R5ad3c1cb4a5b40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bb30dcfdf34eea" /><Relationship Type="http://schemas.openxmlformats.org/officeDocument/2006/relationships/notesSlide" Target="/ppt/notesSlides/notesSlide14.xml" Id="R5a9fcb1cf0eb4fa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35608305cd4d30" /><Relationship Type="http://schemas.openxmlformats.org/officeDocument/2006/relationships/notesSlide" Target="/ppt/notesSlides/notesSlide15.xml" Id="R364520b257db4c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99d295f9e6448e" /><Relationship Type="http://schemas.openxmlformats.org/officeDocument/2006/relationships/notesSlide" Target="/ppt/notesSlides/notesSlide16.xml" Id="R313404b9a48c44e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0a4abe1d0446b0" /><Relationship Type="http://schemas.openxmlformats.org/officeDocument/2006/relationships/notesSlide" Target="/ppt/notesSlides/notesSlide17.xml" Id="Rc7afd198736446f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8674c89383449b" /><Relationship Type="http://schemas.openxmlformats.org/officeDocument/2006/relationships/notesSlide" Target="/ppt/notesSlides/notesSlide18.xml" Id="R60a97b3bd3fe46c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1ab95c037a44e8" /><Relationship Type="http://schemas.openxmlformats.org/officeDocument/2006/relationships/notesSlide" Target="/ppt/notesSlides/notesSlide19.xml" Id="R5be88745759a445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18f0897b884923" /><Relationship Type="http://schemas.openxmlformats.org/officeDocument/2006/relationships/notesSlide" Target="/ppt/notesSlides/notesSlide20.xml" Id="R1dc06ea5dc0646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17583b64444d7e" /><Relationship Type="http://schemas.openxmlformats.org/officeDocument/2006/relationships/notesSlide" Target="/ppt/notesSlides/notesSlide21.xml" Id="R5ab49a0ef9d442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d44267562c46f3" /><Relationship Type="http://schemas.openxmlformats.org/officeDocument/2006/relationships/notesSlide" Target="/ppt/notesSlides/notesSlide22.xml" Id="Rd7b2c9f9d8b1410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e95ebb69374e31" /><Relationship Type="http://schemas.openxmlformats.org/officeDocument/2006/relationships/notesSlide" Target="/ppt/notesSlides/notesSlide23.xml" Id="R43921ff6e29f4b8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ddaed930064fce" /><Relationship Type="http://schemas.openxmlformats.org/officeDocument/2006/relationships/notesSlide" Target="/ppt/notesSlides/notesSlide24.xml" Id="R21c74024c092438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f0ea7957ec4fd7" /><Relationship Type="http://schemas.openxmlformats.org/officeDocument/2006/relationships/notesSlide" Target="/ppt/notesSlides/notesSlide25.xml" Id="Rbb5c3945300346e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5b78544c2c4964" /><Relationship Type="http://schemas.openxmlformats.org/officeDocument/2006/relationships/notesSlide" Target="/ppt/notesSlides/notesSlide26.xml" Id="R27eeb6937d964db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739f93f44e4be0" /><Relationship Type="http://schemas.openxmlformats.org/officeDocument/2006/relationships/notesSlide" Target="/ppt/notesSlides/notesSlide27.xml" Id="Rdd34cf307ece4a1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dd757477514471" /><Relationship Type="http://schemas.openxmlformats.org/officeDocument/2006/relationships/notesSlide" Target="/ppt/notesSlides/notesSlide28.xml" Id="R99546452181b4e0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d40c51205c413f" /><Relationship Type="http://schemas.openxmlformats.org/officeDocument/2006/relationships/notesSlide" Target="/ppt/notesSlides/notesSlide29.xml" Id="R916c1f2145134a6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5d7554ae8b4d9d" /><Relationship Type="http://schemas.openxmlformats.org/officeDocument/2006/relationships/notesSlide" Target="/ppt/notesSlides/notesSlide30.xml" Id="R48f63753272945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2026.08.02-41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2026-08-02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28 reviewed plans, 0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28 / 0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47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98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D5/D7 failed,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broad-group devices + 62,500 component sets. Not e-cigarette-only,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 failed: NAICS 459999 is outside the target population. D7 failed: exact product-class quality metrics are unavailable. D10 remains open: transaction stages are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blind test falsifies — it does not value the market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DE-BLIND-1.0.0 was locked before a future vendor submission: 2023 anchor 1.241m l, 2024 anchor 1.284m l and 2.525m l combined. Caps are 15% annually and 10% combined. NOT SCORED; no automatic donor or commercial effect.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2026.08.02-41 · 2026-08-02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NZD 183.371m/197.070m net border proxies are D10 diagnostics only; a same-boundary retail bridge is required. Canada: NAICS 459999, precision and transaction-stage gaps require an independent POS/retail route.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broad vaporisation-device-group tax bridge. The e-cigarette/heater/multifunction split, retail value and an actual donor candidate are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2 August: Canada remains 7/10; NAICS 459999, exact quality metrics and the D10 bridge are missing. NZ selected customs controls remain diagnostics. Germany DE-BLIND-1.0.0 is prospectively locked and NOT SCORED. Euromonitor paused; no purchase or fee.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daily package is generated at most once per Asia/Nicosia calendar day; the dashboard may update intraday.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2026.08.02-41 · 2026-08-02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2026-08-02T08:05:09.4770000Z</dcterms:created>
  <dcterms:modified xsi:type="dcterms:W3CDTF">2026-08-02T08:05:09.4770000Z</dcterms:modified>
</coreProperties>
</file>