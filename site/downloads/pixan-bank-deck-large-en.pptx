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6f65abaab54fc7" /><Relationship Type="http://schemas.openxmlformats.org/officeDocument/2006/relationships/extended-properties" Target="/docProps/app.xml" Id="R440e35459f5a48ee" /><Relationship Type="http://schemas.openxmlformats.org/officeDocument/2006/relationships/officeDocument" Target="/ppt/presentation.xml" Id="R4bbfa75e1fc941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ae0734b65e4a28"/>
  </p:sldMasterIdLst>
  <p:notesMasterIdLst>
    <p:notesMasterId xmlns:r="http://schemas.openxmlformats.org/officeDocument/2006/relationships" r:id="Rfc0cbcbb3c344135"/>
  </p:notesMasterIdLst>
  <p:sldIdLst>
    <p:sldId xmlns:r="http://schemas.openxmlformats.org/officeDocument/2006/relationships" id="256" r:id="R200733fb03cf4dd4"/>
    <p:sldId xmlns:r="http://schemas.openxmlformats.org/officeDocument/2006/relationships" id="257" r:id="Rb7100b98b4d14726"/>
    <p:sldId xmlns:r="http://schemas.openxmlformats.org/officeDocument/2006/relationships" id="258" r:id="R289808689344474e"/>
    <p:sldId xmlns:r="http://schemas.openxmlformats.org/officeDocument/2006/relationships" id="259" r:id="Rebb94595726e4272"/>
    <p:sldId xmlns:r="http://schemas.openxmlformats.org/officeDocument/2006/relationships" id="260" r:id="Rd3d770678b2f42ee"/>
    <p:sldId xmlns:r="http://schemas.openxmlformats.org/officeDocument/2006/relationships" id="261" r:id="R207f07aa2a5b4615"/>
    <p:sldId xmlns:r="http://schemas.openxmlformats.org/officeDocument/2006/relationships" id="262" r:id="R20c3bfabca9d4cb9"/>
    <p:sldId xmlns:r="http://schemas.openxmlformats.org/officeDocument/2006/relationships" id="263" r:id="Rc93a9dcd0c654d23"/>
    <p:sldId xmlns:r="http://schemas.openxmlformats.org/officeDocument/2006/relationships" id="264" r:id="R40a7fc11eff44f10"/>
    <p:sldId xmlns:r="http://schemas.openxmlformats.org/officeDocument/2006/relationships" id="265" r:id="R49b05cc92c4d4244"/>
    <p:sldId xmlns:r="http://schemas.openxmlformats.org/officeDocument/2006/relationships" id="266" r:id="R6c9c57beea93456b"/>
    <p:sldId xmlns:r="http://schemas.openxmlformats.org/officeDocument/2006/relationships" id="267" r:id="Raa45784c809d4950"/>
    <p:sldId xmlns:r="http://schemas.openxmlformats.org/officeDocument/2006/relationships" id="268" r:id="R3fc748080caf4f5f"/>
    <p:sldId xmlns:r="http://schemas.openxmlformats.org/officeDocument/2006/relationships" id="269" r:id="R3750b63891ad45c2"/>
    <p:sldId xmlns:r="http://schemas.openxmlformats.org/officeDocument/2006/relationships" id="270" r:id="Rc2f1fc0ad8414dd2"/>
    <p:sldId xmlns:r="http://schemas.openxmlformats.org/officeDocument/2006/relationships" id="271" r:id="R9b38e665545643e2"/>
    <p:sldId xmlns:r="http://schemas.openxmlformats.org/officeDocument/2006/relationships" id="272" r:id="Re2a46dd21e7146c8"/>
    <p:sldId xmlns:r="http://schemas.openxmlformats.org/officeDocument/2006/relationships" id="273" r:id="R6902cccdb2604626"/>
    <p:sldId xmlns:r="http://schemas.openxmlformats.org/officeDocument/2006/relationships" id="274" r:id="R375f6cc8d4d44845"/>
    <p:sldId xmlns:r="http://schemas.openxmlformats.org/officeDocument/2006/relationships" id="275" r:id="R0d26ed7de6a44f37"/>
    <p:sldId xmlns:r="http://schemas.openxmlformats.org/officeDocument/2006/relationships" id="276" r:id="Rc2ab91d3eef14a53"/>
    <p:sldId xmlns:r="http://schemas.openxmlformats.org/officeDocument/2006/relationships" id="277" r:id="R0c5882a1d0a647bf"/>
    <p:sldId xmlns:r="http://schemas.openxmlformats.org/officeDocument/2006/relationships" id="278" r:id="R02e4b2b92c4645be"/>
    <p:sldId xmlns:r="http://schemas.openxmlformats.org/officeDocument/2006/relationships" id="279" r:id="R87bd84ed56de4529"/>
    <p:sldId xmlns:r="http://schemas.openxmlformats.org/officeDocument/2006/relationships" id="280" r:id="Rd109639e5029408f"/>
    <p:sldId xmlns:r="http://schemas.openxmlformats.org/officeDocument/2006/relationships" id="281" r:id="Rc64481b1b48d497d"/>
    <p:sldId xmlns:r="http://schemas.openxmlformats.org/officeDocument/2006/relationships" id="282" r:id="R35f9493ca5814fb2"/>
    <p:sldId xmlns:r="http://schemas.openxmlformats.org/officeDocument/2006/relationships" id="283" r:id="Rb29be31bd976402f"/>
    <p:sldId xmlns:r="http://schemas.openxmlformats.org/officeDocument/2006/relationships" id="284" r:id="R781f810684f243a6"/>
    <p:sldId xmlns:r="http://schemas.openxmlformats.org/officeDocument/2006/relationships" id="285" r:id="R2822f7baa6cb4443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1df6a65327430c" /><Relationship Type="http://schemas.openxmlformats.org/officeDocument/2006/relationships/slideMaster" Target="/ppt/slideMasters/slideMaster1.xml" Id="Rfcae0734b65e4a28" /><Relationship Type="http://schemas.openxmlformats.org/officeDocument/2006/relationships/notesMaster" Target="/ppt/notesMasters/notesMaster1.xml" Id="Rfc0cbcbb3c344135" /><Relationship Type="http://schemas.openxmlformats.org/officeDocument/2006/relationships/presProps" Target="/ppt/presProps.xml" Id="R0f2a7c75572f4e4a" /><Relationship Type="http://schemas.openxmlformats.org/officeDocument/2006/relationships/viewProps" Target="/ppt/viewProps.xml" Id="R1ec6a6669c934d48" /><Relationship Type="http://schemas.openxmlformats.org/officeDocument/2006/relationships/tableStyles" Target="/ppt/tableStyles.xml" Id="R643fdd1618764b7c" /><Relationship Type="http://schemas.openxmlformats.org/officeDocument/2006/relationships/slide" Target="/ppt/slides/slide1.xml" Id="R200733fb03cf4dd4" /><Relationship Type="http://schemas.openxmlformats.org/officeDocument/2006/relationships/slide" Target="/ppt/slides/slide2.xml" Id="Rb7100b98b4d14726" /><Relationship Type="http://schemas.openxmlformats.org/officeDocument/2006/relationships/slide" Target="/ppt/slides/slide3.xml" Id="R289808689344474e" /><Relationship Type="http://schemas.openxmlformats.org/officeDocument/2006/relationships/slide" Target="/ppt/slides/slide4.xml" Id="Rebb94595726e4272" /><Relationship Type="http://schemas.openxmlformats.org/officeDocument/2006/relationships/slide" Target="/ppt/slides/slide5.xml" Id="Rd3d770678b2f42ee" /><Relationship Type="http://schemas.openxmlformats.org/officeDocument/2006/relationships/slide" Target="/ppt/slides/slide6.xml" Id="R207f07aa2a5b4615" /><Relationship Type="http://schemas.openxmlformats.org/officeDocument/2006/relationships/slide" Target="/ppt/slides/slide7.xml" Id="R20c3bfabca9d4cb9" /><Relationship Type="http://schemas.openxmlformats.org/officeDocument/2006/relationships/slide" Target="/ppt/slides/slide8.xml" Id="Rc93a9dcd0c654d23" /><Relationship Type="http://schemas.openxmlformats.org/officeDocument/2006/relationships/slide" Target="/ppt/slides/slide9.xml" Id="R40a7fc11eff44f10" /><Relationship Type="http://schemas.openxmlformats.org/officeDocument/2006/relationships/slide" Target="/ppt/slides/slide10.xml" Id="R49b05cc92c4d4244" /><Relationship Type="http://schemas.openxmlformats.org/officeDocument/2006/relationships/slide" Target="/ppt/slides/slide11.xml" Id="R6c9c57beea93456b" /><Relationship Type="http://schemas.openxmlformats.org/officeDocument/2006/relationships/slide" Target="/ppt/slides/slide12.xml" Id="Raa45784c809d4950" /><Relationship Type="http://schemas.openxmlformats.org/officeDocument/2006/relationships/slide" Target="/ppt/slides/slide13.xml" Id="R3fc748080caf4f5f" /><Relationship Type="http://schemas.openxmlformats.org/officeDocument/2006/relationships/slide" Target="/ppt/slides/slide14.xml" Id="R3750b63891ad45c2" /><Relationship Type="http://schemas.openxmlformats.org/officeDocument/2006/relationships/slide" Target="/ppt/slides/slide15.xml" Id="Rc2f1fc0ad8414dd2" /><Relationship Type="http://schemas.openxmlformats.org/officeDocument/2006/relationships/slide" Target="/ppt/slides/slide16.xml" Id="R9b38e665545643e2" /><Relationship Type="http://schemas.openxmlformats.org/officeDocument/2006/relationships/slide" Target="/ppt/slides/slide17.xml" Id="Re2a46dd21e7146c8" /><Relationship Type="http://schemas.openxmlformats.org/officeDocument/2006/relationships/slide" Target="/ppt/slides/slide18.xml" Id="R6902cccdb2604626" /><Relationship Type="http://schemas.openxmlformats.org/officeDocument/2006/relationships/slide" Target="/ppt/slides/slide19.xml" Id="R375f6cc8d4d44845" /><Relationship Type="http://schemas.openxmlformats.org/officeDocument/2006/relationships/slide" Target="/ppt/slides/slide20.xml" Id="R0d26ed7de6a44f37" /><Relationship Type="http://schemas.openxmlformats.org/officeDocument/2006/relationships/slide" Target="/ppt/slides/slide21.xml" Id="Rc2ab91d3eef14a53" /><Relationship Type="http://schemas.openxmlformats.org/officeDocument/2006/relationships/slide" Target="/ppt/slides/slide22.xml" Id="R0c5882a1d0a647bf" /><Relationship Type="http://schemas.openxmlformats.org/officeDocument/2006/relationships/slide" Target="/ppt/slides/slide23.xml" Id="R02e4b2b92c4645be" /><Relationship Type="http://schemas.openxmlformats.org/officeDocument/2006/relationships/slide" Target="/ppt/slides/slide24.xml" Id="R87bd84ed56de4529" /><Relationship Type="http://schemas.openxmlformats.org/officeDocument/2006/relationships/slide" Target="/ppt/slides/slide25.xml" Id="Rd109639e5029408f" /><Relationship Type="http://schemas.openxmlformats.org/officeDocument/2006/relationships/slide" Target="/ppt/slides/slide26.xml" Id="Rc64481b1b48d497d" /><Relationship Type="http://schemas.openxmlformats.org/officeDocument/2006/relationships/slide" Target="/ppt/slides/slide27.xml" Id="R35f9493ca5814fb2" /><Relationship Type="http://schemas.openxmlformats.org/officeDocument/2006/relationships/slide" Target="/ppt/slides/slide28.xml" Id="Rb29be31bd976402f" /><Relationship Type="http://schemas.openxmlformats.org/officeDocument/2006/relationships/slide" Target="/ppt/slides/slide29.xml" Id="R781f810684f243a6" /><Relationship Type="http://schemas.openxmlformats.org/officeDocument/2006/relationships/slide" Target="/ppt/slides/slide30.xml" Id="R2822f7baa6cb44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ecfaee10a144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646b8fde894072" /><Relationship Type="http://schemas.openxmlformats.org/officeDocument/2006/relationships/notesMaster" Target="/ppt/notesMasters/notesMaster1.xml" Id="R03f087332dc341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fbb2aa88e4acc" /><Relationship Type="http://schemas.openxmlformats.org/officeDocument/2006/relationships/notesMaster" Target="/ppt/notesMasters/notesMaster1.xml" Id="R5ec1a6a76a2948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5bc09948804db8" /><Relationship Type="http://schemas.openxmlformats.org/officeDocument/2006/relationships/notesMaster" Target="/ppt/notesMasters/notesMaster1.xml" Id="R8268c0d110844d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9e970b24124707" /><Relationship Type="http://schemas.openxmlformats.org/officeDocument/2006/relationships/notesMaster" Target="/ppt/notesMasters/notesMaster1.xml" Id="Rbb76c9029dca40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d8ff94539b428e" /><Relationship Type="http://schemas.openxmlformats.org/officeDocument/2006/relationships/notesMaster" Target="/ppt/notesMasters/notesMaster1.xml" Id="Rc8a2609bf8354b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cf2e833b424b6b" /><Relationship Type="http://schemas.openxmlformats.org/officeDocument/2006/relationships/notesMaster" Target="/ppt/notesMasters/notesMaster1.xml" Id="R55cb459ea3a742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b9d8fef5674ce4" /><Relationship Type="http://schemas.openxmlformats.org/officeDocument/2006/relationships/notesMaster" Target="/ppt/notesMasters/notesMaster1.xml" Id="R340024defe3349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1fc1e8c96347f3" /><Relationship Type="http://schemas.openxmlformats.org/officeDocument/2006/relationships/notesMaster" Target="/ppt/notesMasters/notesMaster1.xml" Id="Rb1479c5afd1b4a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c8e2e5e8a74dd8" /><Relationship Type="http://schemas.openxmlformats.org/officeDocument/2006/relationships/notesMaster" Target="/ppt/notesMasters/notesMaster1.xml" Id="R6801c4c62de94e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38a669d54e4aa2" /><Relationship Type="http://schemas.openxmlformats.org/officeDocument/2006/relationships/notesMaster" Target="/ppt/notesMasters/notesMaster1.xml" Id="R02cd7a8450f940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212603ea9c4008" /><Relationship Type="http://schemas.openxmlformats.org/officeDocument/2006/relationships/notesMaster" Target="/ppt/notesMasters/notesMaster1.xml" Id="Rc38a58a2f02f48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5e246b6e604e68" /><Relationship Type="http://schemas.openxmlformats.org/officeDocument/2006/relationships/notesMaster" Target="/ppt/notesMasters/notesMaster1.xml" Id="R7f8ef0108480424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f8778b8a4ed4213" /><Relationship Type="http://schemas.openxmlformats.org/officeDocument/2006/relationships/notesMaster" Target="/ppt/notesMasters/notesMaster1.xml" Id="R8d251fbc9d7245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08a18f0f94411f" /><Relationship Type="http://schemas.openxmlformats.org/officeDocument/2006/relationships/notesMaster" Target="/ppt/notesMasters/notesMaster1.xml" Id="R0c5422fd6f8144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de10f981b24d4b" /><Relationship Type="http://schemas.openxmlformats.org/officeDocument/2006/relationships/notesMaster" Target="/ppt/notesMasters/notesMaster1.xml" Id="Rb63fecb6c29643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d2941a1af584087" /><Relationship Type="http://schemas.openxmlformats.org/officeDocument/2006/relationships/notesMaster" Target="/ppt/notesMasters/notesMaster1.xml" Id="R326adab6acc348a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9875e0b37d4987" /><Relationship Type="http://schemas.openxmlformats.org/officeDocument/2006/relationships/notesMaster" Target="/ppt/notesMasters/notesMaster1.xml" Id="R0ed374cbc7c14d7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fd5f0a70104f24" /><Relationship Type="http://schemas.openxmlformats.org/officeDocument/2006/relationships/notesMaster" Target="/ppt/notesMasters/notesMaster1.xml" Id="R22458538d16743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87af1f9f2784550" /><Relationship Type="http://schemas.openxmlformats.org/officeDocument/2006/relationships/notesMaster" Target="/ppt/notesMasters/notesMaster1.xml" Id="R709ead327d3249d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1fada8867a947cc" /><Relationship Type="http://schemas.openxmlformats.org/officeDocument/2006/relationships/notesMaster" Target="/ppt/notesMasters/notesMaster1.xml" Id="R10add9b5aeda4b9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9b4a61c14ef4377" /><Relationship Type="http://schemas.openxmlformats.org/officeDocument/2006/relationships/notesMaster" Target="/ppt/notesMasters/notesMaster1.xml" Id="R635e865ceee544b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7463a4c20be496d" /><Relationship Type="http://schemas.openxmlformats.org/officeDocument/2006/relationships/notesMaster" Target="/ppt/notesMasters/notesMaster1.xml" Id="R50e15956f5e4405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4fcb88d99e47d8" /><Relationship Type="http://schemas.openxmlformats.org/officeDocument/2006/relationships/notesMaster" Target="/ppt/notesMasters/notesMaster1.xml" Id="R44d03b7d7fea4d0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854ca0e78844fa7" /><Relationship Type="http://schemas.openxmlformats.org/officeDocument/2006/relationships/notesMaster" Target="/ppt/notesMasters/notesMaster1.xml" Id="R62cddb9d24ba41e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84d0671bdd34cb0" /><Relationship Type="http://schemas.openxmlformats.org/officeDocument/2006/relationships/notesMaster" Target="/ppt/notesMasters/notesMaster1.xml" Id="R482a848bc54b4d2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c8242095f73430a" /><Relationship Type="http://schemas.openxmlformats.org/officeDocument/2006/relationships/notesMaster" Target="/ppt/notesMasters/notesMaster1.xml" Id="Rf145676140a34af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dad2ff50e394c7d" /><Relationship Type="http://schemas.openxmlformats.org/officeDocument/2006/relationships/notesMaster" Target="/ppt/notesMasters/notesMaster1.xml" Id="R61b85d083336451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258fc991ed94bc5" /><Relationship Type="http://schemas.openxmlformats.org/officeDocument/2006/relationships/notesMaster" Target="/ppt/notesMasters/notesMaster1.xml" Id="R5d638b496f1348c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2fe54859d4a418a" /><Relationship Type="http://schemas.openxmlformats.org/officeDocument/2006/relationships/notesMaster" Target="/ppt/notesMasters/notesMaster1.xml" Id="R73193e17371a4fc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f1e0b0faf0f447d" /><Relationship Type="http://schemas.openxmlformats.org/officeDocument/2006/relationships/notesMaster" Target="/ppt/notesMasters/notesMaster1.xml" Id="Rc5376affd1b849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ef933f556e4d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654b93f6445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abc2282ddb43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8819e0b7742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6c8ae2f2c34ed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ee7db1e1c0456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342a512426445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d404103f5413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bd112e505433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3451b13f28426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f904b9957450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358EB5-F976-4815-AC16-AAD9BCD4CF5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A49BDE4-005B-4723-A854-BDD941FBEA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2A0CC5C-CA0E-44CD-A519-6E3FD8CED4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CDC494-ACED-4903-B7F6-B14E961FF7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78273E-8FC6-4F14-BB5B-AD767D31B3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C0832F-0E72-48FD-A80C-492B41AD05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714D26-AC6B-4F9E-9BFC-5DA94129D1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B6EB75-D494-43D8-9E56-6D9E645895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31D145F-12FA-4B3C-851A-1B8747F459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4D8FDC-E7FF-48ED-A908-663DFF7C5C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B0DDC2-FD14-4CF0-ACB3-A8295785D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90C88E-73C6-4B0D-8202-366A0B2DC6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CD3096-24AB-4A19-BF55-4E29DEC8AF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CC712F-90F0-4F13-B3F4-0560966581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10D4BC-9D82-49ED-AC69-8F48F7E14E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52CDF4-BADB-4154-83B2-3397F286E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4D1BDD6-923E-4ACE-AB62-C0DECD55221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6B8055-4011-43CD-923E-721121474D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0528893-9D79-4A70-93AA-37BCC62F84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56B8312-6B20-4396-86FE-6E4A61A4A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5AEDEF-33C2-4188-94E1-6EFFEE40DB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DBB61B6-2446-4142-910C-ADAFA4B99D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406756-8282-4C16-91CF-01F57EC018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D40EAA-2EA3-4C21-A9A3-23B0FB3493D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B53E525-301D-4226-9A93-5564A2F31FE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F27D0A7-5B25-440B-8291-817887FC6FC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67C9D1-1FC0-479B-BA10-CD5C14F946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55DEBFB-160D-44D3-86F6-99E0247571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098FB92-10B0-4826-A700-B9EE64E0DC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674F8F-9E75-4C9E-A166-C3763314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5D42C2-75B2-440D-A3E7-C51E194D94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5E94341-082C-4A44-813B-B4EA1775A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469FDFF-AF4E-4693-8C47-B672DAD01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13864F0-6B80-45C4-8679-B2F78ACE60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1D85D2C-BECF-4365-BB49-CE1458A56B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DCED2C7-DA73-4901-8048-83A3B3EE70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246EA1-434A-484D-B2ED-74F1B9F0A1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D69B05-53C9-48AE-8252-A55868C67F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E9EDCEF-53B4-4EB6-BDB4-BF5CE3B95D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5B90A3-BD87-4319-802E-83E99AD254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990E1D4-8BF4-4268-8BCB-283AB06F56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E83C04-DFD9-44C0-A7B0-DA97DFC675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E32C9E-8B96-4C8C-84D8-C24DB785A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09F4097-DF00-48DE-BD20-52EC81D4330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71632F7-D1EB-437D-A33A-D48F2610EE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D121168-3CD6-4CE2-BF1F-A94C2396D1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385932A-A312-4F1D-8AE1-8C736B3732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BB2157-14DF-487B-98C8-31CC4646D0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10C094-A5DF-406B-B7F6-A0E96FF940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E4B1E1-63DD-4D07-AC09-07D284B0E0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C79081-70FF-4553-8965-3FA1572FEC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774572-4E51-46A4-AC57-F5A810F425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777263-5DF5-48D4-8937-B52AB8230F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C62A668-E902-492D-BBB4-9107692541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4AE5E1-77AF-4EE7-889B-107F209B9D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2AC31E7-AAAD-4BC6-8AB9-0C5B20D89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953CF6-504F-468E-A028-15D94FDA34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F837B29-377F-4694-8B7F-10ED1F7B05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f1da558d354a85" /><Relationship Type="http://schemas.openxmlformats.org/officeDocument/2006/relationships/slideLayout" Target="/ppt/slideLayouts/slideLayout1.xml" Id="R5a5b9e5b17104cca" /><Relationship Type="http://schemas.openxmlformats.org/officeDocument/2006/relationships/slideLayout" Target="/ppt/slideLayouts/slideLayout2.xml" Id="Rd868e4889edd476b" /><Relationship Type="http://schemas.openxmlformats.org/officeDocument/2006/relationships/slideLayout" Target="/ppt/slideLayouts/slideLayout3.xml" Id="Rcbf5b355234341c9" /><Relationship Type="http://schemas.openxmlformats.org/officeDocument/2006/relationships/slideLayout" Target="/ppt/slideLayouts/slideLayout4.xml" Id="R899a8a2e6ecb45b0" /><Relationship Type="http://schemas.openxmlformats.org/officeDocument/2006/relationships/slideLayout" Target="/ppt/slideLayouts/slideLayout5.xml" Id="Rd51558f9c42649d9" /><Relationship Type="http://schemas.openxmlformats.org/officeDocument/2006/relationships/slideLayout" Target="/ppt/slideLayouts/slideLayout6.xml" Id="R397ea45858674d70" /><Relationship Type="http://schemas.openxmlformats.org/officeDocument/2006/relationships/slideLayout" Target="/ppt/slideLayouts/slideLayout7.xml" Id="R7bbc97cd99ad4818" /><Relationship Type="http://schemas.openxmlformats.org/officeDocument/2006/relationships/slideLayout" Target="/ppt/slideLayouts/slideLayout8.xml" Id="R5744d87243dd4dfc" /><Relationship Type="http://schemas.openxmlformats.org/officeDocument/2006/relationships/slideLayout" Target="/ppt/slideLayouts/slideLayout9.xml" Id="Rb4d173ea5dc541e5" /><Relationship Type="http://schemas.openxmlformats.org/officeDocument/2006/relationships/slideLayout" Target="/ppt/slideLayouts/slideLayout10.xml" Id="Rbef4e3c386754adf" /><Relationship Type="http://schemas.openxmlformats.org/officeDocument/2006/relationships/slideLayout" Target="/ppt/slideLayouts/slideLayout11.xml" Id="R4a5bdf46b7a9400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1AD320E-90A6-48CD-8EAC-092B32E52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2791EAA-4E1B-4310-9FB3-0735F98FED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0197FC-13B6-451B-A96B-E9D643E9FC0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E51511-5EB1-4FDC-AD8E-3910144BDF6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AA00EA-D924-4968-833D-8A850130739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5b9e5b17104cca"/>
    <p:sldLayoutId xmlns:r="http://schemas.openxmlformats.org/officeDocument/2006/relationships" id="2147483650" r:id="Rd868e4889edd476b"/>
    <p:sldLayoutId xmlns:r="http://schemas.openxmlformats.org/officeDocument/2006/relationships" id="2147483651" r:id="Rcbf5b355234341c9"/>
    <p:sldLayoutId xmlns:r="http://schemas.openxmlformats.org/officeDocument/2006/relationships" id="2147483652" r:id="R899a8a2e6ecb45b0"/>
    <p:sldLayoutId xmlns:r="http://schemas.openxmlformats.org/officeDocument/2006/relationships" id="2147483653" r:id="Rd51558f9c42649d9"/>
    <p:sldLayoutId xmlns:r="http://schemas.openxmlformats.org/officeDocument/2006/relationships" id="2147483654" r:id="R397ea45858674d70"/>
    <p:sldLayoutId xmlns:r="http://schemas.openxmlformats.org/officeDocument/2006/relationships" id="2147483655" r:id="R7bbc97cd99ad4818"/>
    <p:sldLayoutId xmlns:r="http://schemas.openxmlformats.org/officeDocument/2006/relationships" id="2147483656" r:id="R5744d87243dd4dfc"/>
    <p:sldLayoutId xmlns:r="http://schemas.openxmlformats.org/officeDocument/2006/relationships" id="2147483657" r:id="Rb4d173ea5dc541e5"/>
    <p:sldLayoutId xmlns:r="http://schemas.openxmlformats.org/officeDocument/2006/relationships" id="2147483658" r:id="Rbef4e3c386754adf"/>
    <p:sldLayoutId xmlns:r="http://schemas.openxmlformats.org/officeDocument/2006/relationships" id="2147483659" r:id="R4a5bdf46b7a9400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e0101fb4b744bc" /><Relationship Type="http://schemas.openxmlformats.org/officeDocument/2006/relationships/notesSlide" Target="/ppt/notesSlides/notesSlide1.xml" Id="R3e43f5a8d5dc43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806129a0894017" /><Relationship Type="http://schemas.openxmlformats.org/officeDocument/2006/relationships/notesSlide" Target="/ppt/notesSlides/notesSlide2.xml" Id="Rc89550198d4046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2bcc8b0b6a4328" /><Relationship Type="http://schemas.openxmlformats.org/officeDocument/2006/relationships/notesSlide" Target="/ppt/notesSlides/notesSlide3.xml" Id="R24bc97d2f19749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f87be6bcfe440f" /><Relationship Type="http://schemas.openxmlformats.org/officeDocument/2006/relationships/notesSlide" Target="/ppt/notesSlides/notesSlide4.xml" Id="Re75e0c02e11448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c65375782b455a" /><Relationship Type="http://schemas.openxmlformats.org/officeDocument/2006/relationships/notesSlide" Target="/ppt/notesSlides/notesSlide5.xml" Id="R315acff411a948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29e550a8e64744" /><Relationship Type="http://schemas.openxmlformats.org/officeDocument/2006/relationships/notesSlide" Target="/ppt/notesSlides/notesSlide6.xml" Id="R4cc1fa69259445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c6f5a5732642b3" /><Relationship Type="http://schemas.openxmlformats.org/officeDocument/2006/relationships/notesSlide" Target="/ppt/notesSlides/notesSlide7.xml" Id="R6053419ede974d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bd6583cd5e4a76" /><Relationship Type="http://schemas.openxmlformats.org/officeDocument/2006/relationships/notesSlide" Target="/ppt/notesSlides/notesSlide8.xml" Id="Rdc9a35f065fa46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0a2bade51c4793" /><Relationship Type="http://schemas.openxmlformats.org/officeDocument/2006/relationships/notesSlide" Target="/ppt/notesSlides/notesSlide9.xml" Id="Raa0075c70eb447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e1861b4b91443e" /><Relationship Type="http://schemas.openxmlformats.org/officeDocument/2006/relationships/notesSlide" Target="/ppt/notesSlides/notesSlide10.xml" Id="Re14fe1bbf4be454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11d14eb7aa40da" /><Relationship Type="http://schemas.openxmlformats.org/officeDocument/2006/relationships/notesSlide" Target="/ppt/notesSlides/notesSlide11.xml" Id="R343c66992fe648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6f170595b1461a" /><Relationship Type="http://schemas.openxmlformats.org/officeDocument/2006/relationships/notesSlide" Target="/ppt/notesSlides/notesSlide12.xml" Id="R17b273cc436141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8914e0fb9946b6" /><Relationship Type="http://schemas.openxmlformats.org/officeDocument/2006/relationships/notesSlide" Target="/ppt/notesSlides/notesSlide13.xml" Id="R2cce75233db14b4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ef4a566e7d48b8" /><Relationship Type="http://schemas.openxmlformats.org/officeDocument/2006/relationships/notesSlide" Target="/ppt/notesSlides/notesSlide14.xml" Id="R1785615057984c1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605524932e4739" /><Relationship Type="http://schemas.openxmlformats.org/officeDocument/2006/relationships/notesSlide" Target="/ppt/notesSlides/notesSlide15.xml" Id="Rdd03f3272a24443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277e61859f4a4a" /><Relationship Type="http://schemas.openxmlformats.org/officeDocument/2006/relationships/notesSlide" Target="/ppt/notesSlides/notesSlide16.xml" Id="R2a0eb2f1385d44d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4fc0e498df4240" /><Relationship Type="http://schemas.openxmlformats.org/officeDocument/2006/relationships/notesSlide" Target="/ppt/notesSlides/notesSlide17.xml" Id="R1f2e7b4c9149447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1a9c2bc04d472f" /><Relationship Type="http://schemas.openxmlformats.org/officeDocument/2006/relationships/notesSlide" Target="/ppt/notesSlides/notesSlide18.xml" Id="R5404c926feb344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22d5e33c094684" /><Relationship Type="http://schemas.openxmlformats.org/officeDocument/2006/relationships/notesSlide" Target="/ppt/notesSlides/notesSlide19.xml" Id="R0affeff9009a44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e77c5408494106" /><Relationship Type="http://schemas.openxmlformats.org/officeDocument/2006/relationships/notesSlide" Target="/ppt/notesSlides/notesSlide20.xml" Id="Rafe342e7b22d471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0194a1627b4789" /><Relationship Type="http://schemas.openxmlformats.org/officeDocument/2006/relationships/notesSlide" Target="/ppt/notesSlides/notesSlide21.xml" Id="Re2cf7cd580c8479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67a4d603324c75" /><Relationship Type="http://schemas.openxmlformats.org/officeDocument/2006/relationships/notesSlide" Target="/ppt/notesSlides/notesSlide22.xml" Id="R9c5e0af2d5cd418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0f4a586636478a" /><Relationship Type="http://schemas.openxmlformats.org/officeDocument/2006/relationships/notesSlide" Target="/ppt/notesSlides/notesSlide23.xml" Id="R026a62ca9b8744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f7618262cd440a" /><Relationship Type="http://schemas.openxmlformats.org/officeDocument/2006/relationships/notesSlide" Target="/ppt/notesSlides/notesSlide24.xml" Id="R6ce56471c5cb45f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973aeca7274484" /><Relationship Type="http://schemas.openxmlformats.org/officeDocument/2006/relationships/notesSlide" Target="/ppt/notesSlides/notesSlide25.xml" Id="R26f6d442372d496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fada543c7d4ba0" /><Relationship Type="http://schemas.openxmlformats.org/officeDocument/2006/relationships/notesSlide" Target="/ppt/notesSlides/notesSlide26.xml" Id="R3e3ad17e4ad14e9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270db930e14238" /><Relationship Type="http://schemas.openxmlformats.org/officeDocument/2006/relationships/notesSlide" Target="/ppt/notesSlides/notesSlide27.xml" Id="Raf72b7cedbfc495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cacab933964bf6" /><Relationship Type="http://schemas.openxmlformats.org/officeDocument/2006/relationships/notesSlide" Target="/ppt/notesSlides/notesSlide28.xml" Id="Ra3981ce8b0434d5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48a18a59134242" /><Relationship Type="http://schemas.openxmlformats.org/officeDocument/2006/relationships/notesSlide" Target="/ppt/notesSlides/notesSlide29.xml" Id="R783b82980fc3488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ecd3a000da41ca" /><Relationship Type="http://schemas.openxmlformats.org/officeDocument/2006/relationships/notesSlide" Target="/ppt/notesSlides/notesSlide30.xml" Id="R5e4a41a7d33d49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2655EBA-ECA7-4550-83B9-49719C2E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FB9B41F-67F1-42AA-BD3A-62F2B32E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28699A2-9DC0-404F-8083-36CE6B3D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DA0B7C-4F27-431E-BE83-8AFE1087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B3572C1-7036-4675-94D9-E4AE3268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B3A3BF-DEDD-43B0-A3AF-272968E1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8F1B045-C96E-4A51-9092-2C4C2412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99A3D5-05C1-4F37-A7C6-8A23C556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0F4D1C2-9E17-481E-9D48-B0DFD682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712217D-8D4B-4195-B36A-45D1CDA2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282CAC-AE91-4C21-A8F8-11047CAC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20913484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B11109-B563-407D-BFFD-506FB567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034FF9-A382-4FE3-B52F-43A6592C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E2962FD-2144-4667-837F-A8E4EDD7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F6344D-8053-466A-8559-366F755A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8170EA-7188-472E-89C4-C9F4EA55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D99718-EB50-4906-8D17-8B887967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07733C7-6D88-4E56-81D7-D2E4BFF8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A78ADD-A4FF-4CDC-A183-2DC553BB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B846E8-BE75-4AE8-90E8-8C8DF648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306980-18EF-48F4-8A66-DEE4D093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E4BF10-CFFF-450A-9F3A-EBB414B8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0025261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FC4C8C-536C-445E-802E-90F4E088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82770-24A6-435D-BFF2-DBFE37F2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3E0BFE-DA84-44E5-97A0-CDE81BB7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65FF47-509F-41C5-83F3-73B88E88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904B2F-2A40-4B99-972D-BDBE93F5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D16A5E-2358-4A80-AD80-ECE87F87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5EE22D-F000-418F-87DE-CEEB88F7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253779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9AF783-9024-4DC4-8E16-7E3FD1E2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7BF84E-CA92-478A-BAF4-0F2E6D1A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1A30EBB-0FA9-48DF-997C-B0A8FDE4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83E52F-E643-44A3-9668-439F77B0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9FF591B-20C5-4F65-B6E0-8FAAD122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CB8744-AE76-473F-8D3E-B700D082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95E562-DE55-4E35-92B3-017434B4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0AB126B-9E48-4191-A1C5-CF9B4150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0C473B2-5718-448F-A7C1-4FB9AD7E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F54334F-DAC8-4F7E-884C-5D5CCBCC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558292-CFAF-4123-801F-D92906EC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15575746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6EA39C-5D76-473D-89F5-6C75C1D7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F964815-6FB6-47C8-B4F5-3EE2099B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DB97E2-EC70-4BC4-99BA-F4703C58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143889-A81C-4409-BA36-A5ED5C3B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B5EA55-9FF8-485F-B834-49CA665C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49C4F3-E969-4BE5-862F-B8FBEEBD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89EBA12-FFDA-4F52-A09B-9B18D3E4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D0D4C7-310C-4AAC-8B24-8D687865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D182582-54DF-4921-BC95-98AAE42A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149B92A-1054-4DF4-B6BB-6099AC64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6FD35A-A353-4392-A902-700B6EBF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085282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C1C99-ED05-4421-848A-BCAECD75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20B9FB-DC40-4E2B-8570-974DD040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9219973-49A9-4D5C-A667-B6871C10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845F2B-709E-4BE8-A831-F054AB47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C46FF2-C2D3-4831-9203-378E75D3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16C7C8-B46E-47E9-B109-57B0823D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74CA6A-771A-46B2-A360-6DAEC2D3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7200750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6A143F-3C7B-437F-97CB-BF468635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68CEC8-4684-49B5-A5E5-0D752AC9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0BB51C-A313-4656-B1FC-02849CF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C7D868-54FD-43E3-A4B0-A3E714BF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320FD3-2513-4D3D-8552-BEA98E49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54BE29-4316-44C6-85C4-452CFD17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216E716-E8BA-4F68-B76A-E9879B4D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608BE4-9421-423D-93E4-7718F059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6614F3-F266-46A0-9B76-47B367C4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15B744A-E59B-4F7B-A697-5FBDF3A3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CDAAFB-0656-4163-9B4B-9E9D994C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E73253-B321-4E83-8128-6E405373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A4279DA-4398-4BFC-B3EA-43121B78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65505F6-A787-42A7-BB9D-8675EA40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492D296-2D96-4CBC-9483-49D6DD62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28980D0-73D8-4F7A-8CA3-FCBDFC70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E9B776C-763A-467B-A5E1-311EF891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51CBFA3-B6F9-42D7-BE9A-0C718F44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8721AA1-3035-429A-8ACD-26937889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157757440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9ECED3-4EB1-4C7C-8577-0B3E5250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ACFF57-442E-4FBE-A237-DB574C7C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684710-12FF-4207-A55C-D44D64F6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4925A-7166-45C9-86DB-8A6002E7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78A6AA-5C11-4C2E-BBA4-4EE515F2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F81A4A0-1124-4C13-9095-BF40483F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11B5ACD-1044-49DD-8884-F7F44EDB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E3F3F1-E4AB-42C8-B849-87429B8E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703DEC-FB9D-4C0B-9D40-9FA2A4FA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16AC30A-B8C3-4527-96BD-3DA197D7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1A35081-3CCC-47C4-8785-934401FC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BB16E01-C671-467A-B15D-CA6A5362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4B97158-9A9A-4560-9BEA-6489DF14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F3D3025-EACE-4BAE-9564-0197555E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B35E5BE-36DA-4A40-83E3-2714627F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4C01627-1DCB-4A1D-9EDA-087DCF00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F3923DC-3407-4066-93BB-6AF5712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9A160BC-0264-4C7D-9E4F-1234D030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3B0709F-B9C1-4322-A3CB-E3C23949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751ADFA-40EF-482A-AA14-206814D5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027160B-07CE-40EA-BCC5-284CE5FE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182CFDC-9DB1-44C4-B590-784DD345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79715909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B1154C-5163-4291-9E66-C05C6AB2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1C48A6-FFD8-411E-920A-9E1D202D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9D6F4E-CE54-4884-B527-8724EE60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3E6B6E-B664-4E94-AF91-4516BEE7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FD83BF-CB24-4D6F-9C76-604CB56D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CB53066-8AA4-4043-8E0E-B86343BF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B65604B-AFCD-4C17-B35B-3C605086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551454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22E3BB-D33D-49BD-8C68-275CA867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0C2417-1C9F-41DF-8ED6-4A11675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1285AD-D310-4A53-B07A-FD4D808D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CEF4D7-F6C2-41E7-AF29-0D9769BB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A00D97-2FEA-4872-84F1-A5843564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2E7EB1-37A7-4CE0-AC39-B4F3E0E4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A99844-8434-45C3-87C3-4195CE8B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48E806-6763-4A8D-8A36-EC48B6DC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A7798A2-4479-44E9-B254-8D04195F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FEC507-A6C7-47CE-820F-1838CF3D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EF2B18-2406-46AC-878D-D8F38AFC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990500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9B5369E-F9DD-4994-86C1-C17188F7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9EC57F-403A-498F-9A6D-672F22B6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6180B8-22B9-4EDC-BFE9-F2EB4094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27A761F-7358-438A-B6F0-EFE56A78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1D157E7-66A9-44B2-BDCB-9812936F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C9C174-70B4-477E-935E-1057C733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3F0EC1-7D5A-4768-BD45-1EBD62BB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7740342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BB262E-CBE7-44F4-8179-23883D1F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B03464-70FB-4048-AC61-4F844D85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62EB2CC-2EE5-49E4-AC48-65187E27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60BB37-5297-406A-B0C5-D3F26665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2C69B63-42BA-48AD-BAFA-7ACAD979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9E1C5E-98C3-4E6B-BCBB-26B65024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F02A482-7E6A-4EE1-83C4-528F8BA2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29C1C6-7C2C-4D33-AC4F-7C637C1E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37DB55-BE6E-4175-A48D-A9DA7694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A4EF1D9-0715-44E2-84CA-81B58D31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0069ED4-28D8-40CA-A7E0-AABF4F3F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5AC8E2B-1847-4B19-8610-7B7D7B9D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048E509-FE58-4C34-9058-C9D7FEC1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7B3A2E6-FAAE-424B-A23E-F1EA7FB3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9CDB12-7C3A-4942-9C16-9C205D1F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B2F6F9D-3BF9-4FB8-90BD-36214EF1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27BA64-0A81-42C1-86F7-23E017BE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0288E9C-6F00-4C78-8365-163B3CEA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DEA726A-F102-4157-A89A-ED924694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68B59A8-AA00-405C-B59C-73E97395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30A054D-043E-40CE-A51D-7F440E8A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DBEA762-FE62-434A-A512-6658F6F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2825236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7807597-29E6-4635-932A-69AAE8BE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750A09D-3DF3-4674-B430-719B3A92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BCBD13-DB23-473A-A5DF-169A3D25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EE9C95-87E3-4490-B103-B2B488BC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DF37FC-0DEA-4F83-8017-0E598CE7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5AD49A-5EC7-494D-9B97-3AA64BE1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288D9A-9556-47E3-8B0C-6EA9DC07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61811858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0CD0E9-09F5-4F17-B1F1-2DFFD9F6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E942EC-7762-4795-BC21-8BA24A7A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444FD9-A43C-4FB5-AA12-3C1959B2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A54DC8-D949-4595-A175-7FB4AB85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3A42E6-5CE6-475B-A6F3-D0F8FB8B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72CE3E-FBB7-493F-949C-19B0D9B5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4F2C0B3-A901-4F90-80DA-C11C3543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58EE71-B383-462D-B6A7-4A818910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C140DA-5578-4A12-A1CF-4C59C5F5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D2FE416-71AF-4282-A179-30B2D41C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3304A9-6086-4164-B366-7E42E52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0E772B-1CF4-4880-8001-E05FB8EC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6EBFE05-7F70-421B-A7B8-790E77A2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4A9E727-22E9-4001-9384-990285AE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32F2A5-2857-4E5D-9325-368AFB18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9CB94D-293B-40A5-B8D1-B9C5E47B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DE26721-8847-47BF-8066-AD2860AC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FEAFB10-0320-4005-9DE5-9430A764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075B72A-1F10-4EE9-9E82-569AB503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4831985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B6F68B-2C1F-4FB3-A2AC-4970387E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E822E2-9C19-4585-B506-2956F073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99CF9D-76C9-4511-8D66-E23A959F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5F7E5C-FD2A-4373-829B-5AA76537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E99AAB3-FC49-453F-BD76-59621741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7E61BC-907C-4871-8C5A-6DF407AA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350596-8C2F-4860-B50C-6CB00FEF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2383124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7D05527-C65E-4360-BA36-B97C0590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09BD74-8FFE-4092-A263-F0FA13B8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73FE8A-23C4-4C74-81E7-876060A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D06296-C6B7-4798-BA4E-B60AFC00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DC157A-5482-4D2D-8722-52949C15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023112-7516-46C1-B13F-889AE094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79DC91B-DE32-4459-A219-AA568D22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44989DF-5D7E-4A58-BFDB-E6B0AE56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37D7754-E1E7-40DF-9A76-9FBA4BF7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41B2B5A-7B85-4084-AFD0-7F1029D0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FEFAF4-6E22-4368-9CB9-95C02F6E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1D3828-F4FD-4604-BB67-322F2CB9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4578D0C-6073-45EB-A5EC-6ED289B4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076F544-3B78-4597-84DB-DDDF275F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62A7005-0A5A-4219-90C9-3F64D5D4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F6E77FE-A9C5-467E-A102-99181422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ED000B2-2783-4BF4-B682-5E5F3E5A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FAB7858-F625-4265-A0DC-7F6D790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8DD4224-82F0-43D6-9BA9-8217808A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6802082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261DEB-3EEE-4315-8590-A62DE440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EA5A5F-3555-43A0-A6DA-614684FC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870A860-AD2D-4D60-BD2A-61D316E9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ECD917-6CCB-4658-9665-D050A96D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61C82E-9536-4541-83FA-1353DE0C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F2FFF4-F525-445E-BDB5-16F1757E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E1EDCE-3500-4112-ACF4-70F82E96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31080E-85BF-43BA-BA38-81A56E5A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062558-7E2E-4236-8D19-94CB035E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BDE56B0-92DF-4419-A605-949395B4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EE3CFB2-9208-45AE-A655-346DEB7A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093DC3-F874-4787-B648-B4DC4FC3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989A0CF-D513-44E7-9EE4-E809C1B7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B1D4F90-2EA0-4768-890A-2C981014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41377A8-B163-4D2B-B647-6E49D709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B89D192-1CA7-4A3D-AC5D-F44077DE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B86F904-47D0-46B4-9AD5-8BA3AFCF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77CA25B-47BC-46F8-9DE2-832EF568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36D47D3-EE14-44CD-900B-5F264730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88290347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84AC73E-DE2F-4E8D-BC4A-AF1972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E99746-731E-454A-A18D-FAA06237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938E2-3BBC-4698-9930-16883350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D598F28-1BB1-441F-9B44-B3534191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53B11F-093B-4E4A-95A6-5C4F9E1F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1AC1AC2-876F-487E-A784-BD20F466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CB4042-24DC-492A-BD5B-7DFE3797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096805-8B99-4C9A-AC28-61EA1BBD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DDFF434-0FA1-4822-A9C2-D8BF317C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9737AC-0B1A-4234-A547-97445CF1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883350D-C5AD-4BFC-B754-24B43846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23369951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93076C-504A-48D6-98A9-B24A2674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0CC5E0-4FE2-4964-B75E-DAC48AE6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4AA35E-E290-46CB-B6D7-7992E7CD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BEB9BC-55DD-4D34-B255-0EA97889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75506E-83A0-41DC-97B8-00C33592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EE4A16-F6A3-42C6-AAED-C801A552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04A830-FF04-4E74-8B1B-EB4E293D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119162239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5459B3-F634-4DA7-B6E7-F9A6D0B0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3EBD4C-33EE-4FF0-B01C-DDFDCDF5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AF596F-D9A5-4BA8-963B-A44D130E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A01D16A-86D1-44D4-9191-E013E4D3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524302-CD38-444C-96D5-8DD03BAC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45171C-E4D1-4513-A67A-3320EFFA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E8BBF4E-DDD6-473C-A607-0B8BF981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B3D1DE9-9568-434C-8D5E-99C0E08E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4B5FDD8-DFE3-4E93-B74D-3EFAD439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6782E89-11C2-4276-A5E0-A7512EFB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71B4CF-241B-4D86-90BD-EED0B4E8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1440252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6C3A4A-1167-43AF-A661-14F00753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150093-390E-476A-995C-1CC7951E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44D481-EB9D-4B86-89C3-6EE7A490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06998C-4F15-4645-BD8F-3D85EBFA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3C7076-986D-450C-8516-E0E82410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60D9DB9-97D5-4610-A40F-E9B537B8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BA9329-BF37-41BE-B1AD-18B0A207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178733307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734935-FD15-41B4-A83A-EDA826C9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580EFD-F241-4CFD-BB9B-A211AC20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162D483-B6F7-4A55-9A48-C32265A1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422526-CF95-417A-9B47-97FE520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C39C88-87F3-40B0-89E9-DE4427F3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CB5088-99FB-4271-9115-34215D7C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9CB2E6-0197-4A06-B833-BBE8FCBF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CB1CA9-7943-4136-90D6-727651C8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0A90EC-194E-4ADF-88CC-1E469EB3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C8163A-0449-4D43-B79C-00C2047A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43CEC7F-77B2-4E74-A1ED-5D2EBB0C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B731BA-8A04-4289-AA60-EBB3D2F9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B382E3-4577-49EE-AE0B-6CFE9997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D524BB-E1E3-4F74-AB83-B7BFD554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7248E37-280B-4BC5-B736-226C1942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FF965D2-6D90-4EF4-9C8B-FC4E2BF4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004601C-021C-4A53-A3CC-6389C517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FE7575F-0CA8-4F4F-8763-EAA0671B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5AD048-BF32-4C18-ACAB-795BAFE6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8410E79-8ACD-4DBB-9AB3-2372E392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F6518E1-3A48-45D3-9188-62F84BAC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53E5EF-C8EA-40C9-BA6B-3AF7CDE1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E8765F5-2AE8-4103-BDCB-B1874B44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9325631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94A97A-4DE7-4E79-96FC-39E070BC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7CF76-4D55-4332-943E-4D06B8A5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06BB82D-BD95-43A3-8023-CE02AC1D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41A7BC-8031-48A0-B25C-DC2C90AC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ECC8A6-B2BF-45ED-83E2-FF56A16D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19A454-8112-41F6-92AC-57C8A7F5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57A4B4E-3F8B-425E-A720-88CA59E2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34E32B9-4FBC-4FA1-B5E6-960A034C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37BF7D9-B449-4BEC-94A7-9348EB7F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1B1ABAA-8B6D-4D28-B8B6-BC3FB3BB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8C02FC6-C0F1-42EB-8CF7-E3D75AF7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DB29064-A95C-4F6C-BC2D-103FD1F4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775E701-473E-49F4-BED7-1524BB96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3053B5B-9336-4470-8B8C-02F13A7F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14112D7-F784-4736-B2E8-D3BD2F10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8664765-DC79-4A8F-BD77-4C585F48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00D9F38-49B5-4837-9215-E6FEE131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D0ED1BD-0264-47B4-A51D-969E04AB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9259C98-5265-43B1-86D9-5AD7E339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81E8059-BDC8-40D8-8157-C2A85696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5E2C28B-9046-46A2-BC47-14B3DC11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1671E76-5499-4E1D-88D0-3D76A6AA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96F4AD8-21C6-481B-945B-8F003DC0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91120367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AE30AC-3157-4E31-B2B2-2E3C4929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4CB44E0-C557-44BD-A9DF-1AD6F16B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80704A3-EB51-4AF1-A001-277ED121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A97B88-7372-4307-95EE-D00D7D57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F16D96-6409-4A2B-8231-38E461B5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1EBF95-2B7B-4D5C-8508-406DB01D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C52EEF-A5DE-41B9-96E5-0F13C6FA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18975411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AF0353-8FC8-4069-BFD2-52C5DCB2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3E39DA-42B0-4DDF-B076-1E830A50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328297-D196-4749-A98C-44D220F4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148D4F6-3149-497A-9ABC-4A94D865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DFBF03-59FA-4FC0-91EF-290E527B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B98465-FF9A-4B0F-981E-2DFB4B60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217A59-702B-43B3-B6A0-5413BF3A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21300914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F43666-F6C2-43A2-9005-228F88C0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2B04E8-414B-46A4-8466-4B44BB9F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C54B6D-1CA0-46EA-A3DC-E1CC3BC5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0F50FB-FBE9-478C-8BF4-3A8F4A22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3840FB-F0D2-491C-B81E-8CDFBC4F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D92E72-225F-4B89-921C-CDF72D47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6AFD56-3FEE-469C-8781-F254BD14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42522066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DEDF13-EF4F-4733-96E9-30228B5A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30971B-98F6-4B61-A6C6-057248B6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60A8E2-972D-464A-9F37-29B7087B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552E747-9A26-402C-95F4-DA67D393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E274EEE-1A8C-47B3-9F1B-40EFEA35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F405742-D905-40C0-8231-3472FD55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282F8B4-927F-4EAA-93FB-E4755116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202350342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3295B8-9D71-4BCC-B3AC-944DF94A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BFF48F0-8644-413F-AA88-759B2039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4455F2-96B6-4F64-B1AA-53B21EE5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6F07B9-2C06-4177-B615-E4AB0020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DC6070-482D-4916-8177-7A7720E0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E9E9ED-45B1-4EE2-900C-C2AEF659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E14215-9238-4B9B-9496-5E361C10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71025141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40E6168-2B6E-4D31-9037-E8DA8205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A67A17-C564-4149-A6F6-8315108A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88B584-74C7-46B1-B3FD-B0DD3CDF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9EC52B7-4298-472F-BEE3-7C56A3BF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A1B369-57A1-4BA6-A867-9123A46D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1D11AF-0941-4B0C-A6F0-28F899BB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FD5C663-5AAD-401B-AAC0-26FE9BC6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7DD3D5-39C0-4C8C-947A-F1076D1E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F0831E-8007-483E-923D-5F8C99A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D40B342-5907-4F48-9DB1-1B63EBC8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9A530A4-B4AF-408B-BB37-957E425E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1C3AA2A-3568-4A57-8D52-1526F656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688ED7-F885-4C82-A0DB-9E9CD91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684BE80-BA33-4316-A9E0-070E77C8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BF539DC-ECBB-4D52-97FA-246E2034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E71005B-E48B-4332-AE3E-461D4588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EF6C29-6D82-4DC7-92C4-80C51496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D494AB7-47EC-4C98-B9AB-B4D3DD65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7A1E413-A2E1-4A38-BD38-AB947113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4D02903-5428-4019-A3FA-5B4206F7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DD917D-B6DD-4FCD-8DC6-D4EB5663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D30C2BA-4443-444D-8E24-3828C206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B4AC333-548D-4AF3-8D83-8B838A58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20206112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3240C1-317B-4735-8588-AA35E856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7DC3CB5-8B2C-4101-8088-37C07E7D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15CE334-17BC-4608-8944-19758AC6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3925CD-F6CB-48AC-AD88-789789CC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2026.07.23-14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129702620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2026-07-23T17:33:28.3640000Z</dcterms:created>
  <dcterms:modified xsi:type="dcterms:W3CDTF">2026-07-23T17:33:28.3640000Z</dcterms:modified>
</coreProperties>
</file>