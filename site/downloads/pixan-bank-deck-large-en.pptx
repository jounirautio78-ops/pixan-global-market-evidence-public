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c80bbdf0dc4d83" /><Relationship Type="http://schemas.openxmlformats.org/officeDocument/2006/relationships/extended-properties" Target="/docProps/app.xml" Id="R25959e99e0cf4d60" /><Relationship Type="http://schemas.openxmlformats.org/officeDocument/2006/relationships/officeDocument" Target="/ppt/presentation.xml" Id="R862b146e0f7146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e2c131817d4ba3"/>
  </p:sldMasterIdLst>
  <p:notesMasterIdLst>
    <p:notesMasterId xmlns:r="http://schemas.openxmlformats.org/officeDocument/2006/relationships" r:id="R74265cb04845458d"/>
  </p:notesMasterIdLst>
  <p:sldIdLst>
    <p:sldId xmlns:r="http://schemas.openxmlformats.org/officeDocument/2006/relationships" id="256" r:id="R4370f99aa0bd491e"/>
    <p:sldId xmlns:r="http://schemas.openxmlformats.org/officeDocument/2006/relationships" id="257" r:id="R6323b5779a314dd8"/>
    <p:sldId xmlns:r="http://schemas.openxmlformats.org/officeDocument/2006/relationships" id="258" r:id="R3c6326221f574149"/>
    <p:sldId xmlns:r="http://schemas.openxmlformats.org/officeDocument/2006/relationships" id="259" r:id="R1ef38ce85cc04e39"/>
    <p:sldId xmlns:r="http://schemas.openxmlformats.org/officeDocument/2006/relationships" id="260" r:id="R1ac4bb0da8e444ae"/>
    <p:sldId xmlns:r="http://schemas.openxmlformats.org/officeDocument/2006/relationships" id="261" r:id="R4d1669c3eb1a41e5"/>
    <p:sldId xmlns:r="http://schemas.openxmlformats.org/officeDocument/2006/relationships" id="262" r:id="Rd03eb68abb6c442a"/>
    <p:sldId xmlns:r="http://schemas.openxmlformats.org/officeDocument/2006/relationships" id="263" r:id="R77d064aded6d4032"/>
    <p:sldId xmlns:r="http://schemas.openxmlformats.org/officeDocument/2006/relationships" id="264" r:id="R183dfb00da294da3"/>
    <p:sldId xmlns:r="http://schemas.openxmlformats.org/officeDocument/2006/relationships" id="265" r:id="R8c0bbec3474042f8"/>
    <p:sldId xmlns:r="http://schemas.openxmlformats.org/officeDocument/2006/relationships" id="266" r:id="Rfcaaf74774a9425d"/>
    <p:sldId xmlns:r="http://schemas.openxmlformats.org/officeDocument/2006/relationships" id="267" r:id="R2635dec42aef4a3d"/>
    <p:sldId xmlns:r="http://schemas.openxmlformats.org/officeDocument/2006/relationships" id="268" r:id="R1c307158c7024cc9"/>
    <p:sldId xmlns:r="http://schemas.openxmlformats.org/officeDocument/2006/relationships" id="269" r:id="Ref530588e171491d"/>
    <p:sldId xmlns:r="http://schemas.openxmlformats.org/officeDocument/2006/relationships" id="270" r:id="Rcb7e575a1f2e451c"/>
    <p:sldId xmlns:r="http://schemas.openxmlformats.org/officeDocument/2006/relationships" id="271" r:id="R37e08390f2054331"/>
    <p:sldId xmlns:r="http://schemas.openxmlformats.org/officeDocument/2006/relationships" id="272" r:id="R97788c2c4c3a4f74"/>
    <p:sldId xmlns:r="http://schemas.openxmlformats.org/officeDocument/2006/relationships" id="273" r:id="R2e7768cb978d4077"/>
    <p:sldId xmlns:r="http://schemas.openxmlformats.org/officeDocument/2006/relationships" id="274" r:id="Rac72a9376f6248cd"/>
    <p:sldId xmlns:r="http://schemas.openxmlformats.org/officeDocument/2006/relationships" id="275" r:id="Ra1d2c02a3465458f"/>
    <p:sldId xmlns:r="http://schemas.openxmlformats.org/officeDocument/2006/relationships" id="276" r:id="R8b62a7f109b34bc7"/>
    <p:sldId xmlns:r="http://schemas.openxmlformats.org/officeDocument/2006/relationships" id="277" r:id="R9c568efe94614c5e"/>
    <p:sldId xmlns:r="http://schemas.openxmlformats.org/officeDocument/2006/relationships" id="278" r:id="Rdb377bc84fb1452a"/>
    <p:sldId xmlns:r="http://schemas.openxmlformats.org/officeDocument/2006/relationships" id="279" r:id="R68cac3ad78684618"/>
    <p:sldId xmlns:r="http://schemas.openxmlformats.org/officeDocument/2006/relationships" id="280" r:id="R954e8d15610a4278"/>
    <p:sldId xmlns:r="http://schemas.openxmlformats.org/officeDocument/2006/relationships" id="281" r:id="Rab0a14698f754824"/>
    <p:sldId xmlns:r="http://schemas.openxmlformats.org/officeDocument/2006/relationships" id="282" r:id="R1405f67a7f654d1e"/>
    <p:sldId xmlns:r="http://schemas.openxmlformats.org/officeDocument/2006/relationships" id="283" r:id="R2a26ff7a56904a2f"/>
    <p:sldId xmlns:r="http://schemas.openxmlformats.org/officeDocument/2006/relationships" id="284" r:id="R981e1ad8ee1e4513"/>
    <p:sldId xmlns:r="http://schemas.openxmlformats.org/officeDocument/2006/relationships" id="285" r:id="R515dc1ae1bf3449d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17eed132e2427f" /><Relationship Type="http://schemas.openxmlformats.org/officeDocument/2006/relationships/slideMaster" Target="/ppt/slideMasters/slideMaster1.xml" Id="R42e2c131817d4ba3" /><Relationship Type="http://schemas.openxmlformats.org/officeDocument/2006/relationships/notesMaster" Target="/ppt/notesMasters/notesMaster1.xml" Id="R74265cb04845458d" /><Relationship Type="http://schemas.openxmlformats.org/officeDocument/2006/relationships/presProps" Target="/ppt/presProps.xml" Id="R8562142257114597" /><Relationship Type="http://schemas.openxmlformats.org/officeDocument/2006/relationships/viewProps" Target="/ppt/viewProps.xml" Id="R7fcd0b91493c47f7" /><Relationship Type="http://schemas.openxmlformats.org/officeDocument/2006/relationships/tableStyles" Target="/ppt/tableStyles.xml" Id="Ra779dd8e9a724952" /><Relationship Type="http://schemas.openxmlformats.org/officeDocument/2006/relationships/slide" Target="/ppt/slides/slide1.xml" Id="R4370f99aa0bd491e" /><Relationship Type="http://schemas.openxmlformats.org/officeDocument/2006/relationships/slide" Target="/ppt/slides/slide2.xml" Id="R6323b5779a314dd8" /><Relationship Type="http://schemas.openxmlformats.org/officeDocument/2006/relationships/slide" Target="/ppt/slides/slide3.xml" Id="R3c6326221f574149" /><Relationship Type="http://schemas.openxmlformats.org/officeDocument/2006/relationships/slide" Target="/ppt/slides/slide4.xml" Id="R1ef38ce85cc04e39" /><Relationship Type="http://schemas.openxmlformats.org/officeDocument/2006/relationships/slide" Target="/ppt/slides/slide5.xml" Id="R1ac4bb0da8e444ae" /><Relationship Type="http://schemas.openxmlformats.org/officeDocument/2006/relationships/slide" Target="/ppt/slides/slide6.xml" Id="R4d1669c3eb1a41e5" /><Relationship Type="http://schemas.openxmlformats.org/officeDocument/2006/relationships/slide" Target="/ppt/slides/slide7.xml" Id="Rd03eb68abb6c442a" /><Relationship Type="http://schemas.openxmlformats.org/officeDocument/2006/relationships/slide" Target="/ppt/slides/slide8.xml" Id="R77d064aded6d4032" /><Relationship Type="http://schemas.openxmlformats.org/officeDocument/2006/relationships/slide" Target="/ppt/slides/slide9.xml" Id="R183dfb00da294da3" /><Relationship Type="http://schemas.openxmlformats.org/officeDocument/2006/relationships/slide" Target="/ppt/slides/slide10.xml" Id="R8c0bbec3474042f8" /><Relationship Type="http://schemas.openxmlformats.org/officeDocument/2006/relationships/slide" Target="/ppt/slides/slide11.xml" Id="Rfcaaf74774a9425d" /><Relationship Type="http://schemas.openxmlformats.org/officeDocument/2006/relationships/slide" Target="/ppt/slides/slide12.xml" Id="R2635dec42aef4a3d" /><Relationship Type="http://schemas.openxmlformats.org/officeDocument/2006/relationships/slide" Target="/ppt/slides/slide13.xml" Id="R1c307158c7024cc9" /><Relationship Type="http://schemas.openxmlformats.org/officeDocument/2006/relationships/slide" Target="/ppt/slides/slide14.xml" Id="Ref530588e171491d" /><Relationship Type="http://schemas.openxmlformats.org/officeDocument/2006/relationships/slide" Target="/ppt/slides/slide15.xml" Id="Rcb7e575a1f2e451c" /><Relationship Type="http://schemas.openxmlformats.org/officeDocument/2006/relationships/slide" Target="/ppt/slides/slide16.xml" Id="R37e08390f2054331" /><Relationship Type="http://schemas.openxmlformats.org/officeDocument/2006/relationships/slide" Target="/ppt/slides/slide17.xml" Id="R97788c2c4c3a4f74" /><Relationship Type="http://schemas.openxmlformats.org/officeDocument/2006/relationships/slide" Target="/ppt/slides/slide18.xml" Id="R2e7768cb978d4077" /><Relationship Type="http://schemas.openxmlformats.org/officeDocument/2006/relationships/slide" Target="/ppt/slides/slide19.xml" Id="Rac72a9376f6248cd" /><Relationship Type="http://schemas.openxmlformats.org/officeDocument/2006/relationships/slide" Target="/ppt/slides/slide20.xml" Id="Ra1d2c02a3465458f" /><Relationship Type="http://schemas.openxmlformats.org/officeDocument/2006/relationships/slide" Target="/ppt/slides/slide21.xml" Id="R8b62a7f109b34bc7" /><Relationship Type="http://schemas.openxmlformats.org/officeDocument/2006/relationships/slide" Target="/ppt/slides/slide22.xml" Id="R9c568efe94614c5e" /><Relationship Type="http://schemas.openxmlformats.org/officeDocument/2006/relationships/slide" Target="/ppt/slides/slide23.xml" Id="Rdb377bc84fb1452a" /><Relationship Type="http://schemas.openxmlformats.org/officeDocument/2006/relationships/slide" Target="/ppt/slides/slide24.xml" Id="R68cac3ad78684618" /><Relationship Type="http://schemas.openxmlformats.org/officeDocument/2006/relationships/slide" Target="/ppt/slides/slide25.xml" Id="R954e8d15610a4278" /><Relationship Type="http://schemas.openxmlformats.org/officeDocument/2006/relationships/slide" Target="/ppt/slides/slide26.xml" Id="Rab0a14698f754824" /><Relationship Type="http://schemas.openxmlformats.org/officeDocument/2006/relationships/slide" Target="/ppt/slides/slide27.xml" Id="R1405f67a7f654d1e" /><Relationship Type="http://schemas.openxmlformats.org/officeDocument/2006/relationships/slide" Target="/ppt/slides/slide28.xml" Id="R2a26ff7a56904a2f" /><Relationship Type="http://schemas.openxmlformats.org/officeDocument/2006/relationships/slide" Target="/ppt/slides/slide29.xml" Id="R981e1ad8ee1e4513" /><Relationship Type="http://schemas.openxmlformats.org/officeDocument/2006/relationships/slide" Target="/ppt/slides/slide30.xml" Id="R515dc1ae1bf344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19365ee8cf4f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3d2a35300145f4" /><Relationship Type="http://schemas.openxmlformats.org/officeDocument/2006/relationships/notesMaster" Target="/ppt/notesMasters/notesMaster1.xml" Id="R334eb65bb9564f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2a8114f3bf45fd" /><Relationship Type="http://schemas.openxmlformats.org/officeDocument/2006/relationships/notesMaster" Target="/ppt/notesMasters/notesMaster1.xml" Id="Rd4296049583a42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63e43ff75a4d01" /><Relationship Type="http://schemas.openxmlformats.org/officeDocument/2006/relationships/notesMaster" Target="/ppt/notesMasters/notesMaster1.xml" Id="Rd4e722915fbf40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c158351b4f40da" /><Relationship Type="http://schemas.openxmlformats.org/officeDocument/2006/relationships/notesMaster" Target="/ppt/notesMasters/notesMaster1.xml" Id="R72f8a79f1e3543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d29ca5da6c4856" /><Relationship Type="http://schemas.openxmlformats.org/officeDocument/2006/relationships/notesMaster" Target="/ppt/notesMasters/notesMaster1.xml" Id="Rc866a56e385944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367aac6ac347ca" /><Relationship Type="http://schemas.openxmlformats.org/officeDocument/2006/relationships/notesMaster" Target="/ppt/notesMasters/notesMaster1.xml" Id="R8eb5e5b1bb1e40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1e0cacf7a64104" /><Relationship Type="http://schemas.openxmlformats.org/officeDocument/2006/relationships/notesMaster" Target="/ppt/notesMasters/notesMaster1.xml" Id="Rce80ee36c42044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749b01622644fa" /><Relationship Type="http://schemas.openxmlformats.org/officeDocument/2006/relationships/notesMaster" Target="/ppt/notesMasters/notesMaster1.xml" Id="R6fa4601d8b6c45a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58c592734c4575" /><Relationship Type="http://schemas.openxmlformats.org/officeDocument/2006/relationships/notesMaster" Target="/ppt/notesMasters/notesMaster1.xml" Id="R57e47f88c3db4f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0f7ef15d474bd7" /><Relationship Type="http://schemas.openxmlformats.org/officeDocument/2006/relationships/notesMaster" Target="/ppt/notesMasters/notesMaster1.xml" Id="Rb3605a5771dd41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eaf19ea0a74d79" /><Relationship Type="http://schemas.openxmlformats.org/officeDocument/2006/relationships/notesMaster" Target="/ppt/notesMasters/notesMaster1.xml" Id="Re9595f37f4ec46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c14fad85c94251" /><Relationship Type="http://schemas.openxmlformats.org/officeDocument/2006/relationships/notesMaster" Target="/ppt/notesMasters/notesMaster1.xml" Id="R7b047c1221f9482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22424d93704b11" /><Relationship Type="http://schemas.openxmlformats.org/officeDocument/2006/relationships/notesMaster" Target="/ppt/notesMasters/notesMaster1.xml" Id="Rc0e3175df55b40f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b025a139b247a6" /><Relationship Type="http://schemas.openxmlformats.org/officeDocument/2006/relationships/notesMaster" Target="/ppt/notesMasters/notesMaster1.xml" Id="R37edf9ff48f247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7876e70605460c" /><Relationship Type="http://schemas.openxmlformats.org/officeDocument/2006/relationships/notesMaster" Target="/ppt/notesMasters/notesMaster1.xml" Id="Rec338589e8134bb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dd35bf688194adf" /><Relationship Type="http://schemas.openxmlformats.org/officeDocument/2006/relationships/notesMaster" Target="/ppt/notesMasters/notesMaster1.xml" Id="Rdbf5aa7cf82d4e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284ca47cafb4975" /><Relationship Type="http://schemas.openxmlformats.org/officeDocument/2006/relationships/notesMaster" Target="/ppt/notesMasters/notesMaster1.xml" Id="R291e26892a3d4f2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e51d2f4c82a4cd1" /><Relationship Type="http://schemas.openxmlformats.org/officeDocument/2006/relationships/notesMaster" Target="/ppt/notesMasters/notesMaster1.xml" Id="R56804ffe2c3344a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4092c5565b34c99" /><Relationship Type="http://schemas.openxmlformats.org/officeDocument/2006/relationships/notesMaster" Target="/ppt/notesMasters/notesMaster1.xml" Id="R51bc73622d26464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a953f0796e94a03" /><Relationship Type="http://schemas.openxmlformats.org/officeDocument/2006/relationships/notesMaster" Target="/ppt/notesMasters/notesMaster1.xml" Id="R883dbfd2f1a8487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788356bab6e46ff" /><Relationship Type="http://schemas.openxmlformats.org/officeDocument/2006/relationships/notesMaster" Target="/ppt/notesMasters/notesMaster1.xml" Id="R42b63b3a36404ab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af9750695f44c40" /><Relationship Type="http://schemas.openxmlformats.org/officeDocument/2006/relationships/notesMaster" Target="/ppt/notesMasters/notesMaster1.xml" Id="R3416169812274e9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4184fcbc1c64f76" /><Relationship Type="http://schemas.openxmlformats.org/officeDocument/2006/relationships/notesMaster" Target="/ppt/notesMasters/notesMaster1.xml" Id="R8ac38341047c47e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494f6ac4ab44ad3" /><Relationship Type="http://schemas.openxmlformats.org/officeDocument/2006/relationships/notesMaster" Target="/ppt/notesMasters/notesMaster1.xml" Id="Re3de237efd9649c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f23742da2e34587" /><Relationship Type="http://schemas.openxmlformats.org/officeDocument/2006/relationships/notesMaster" Target="/ppt/notesMasters/notesMaster1.xml" Id="Re5e0ec1914fb4ec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3a0d9c1e7cb430b" /><Relationship Type="http://schemas.openxmlformats.org/officeDocument/2006/relationships/notesMaster" Target="/ppt/notesMasters/notesMaster1.xml" Id="R27e12aae2e0942d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8ca3fc7440a46c4" /><Relationship Type="http://schemas.openxmlformats.org/officeDocument/2006/relationships/notesMaster" Target="/ppt/notesMasters/notesMaster1.xml" Id="R69c69c6d159b413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414c2043d344839" /><Relationship Type="http://schemas.openxmlformats.org/officeDocument/2006/relationships/notesMaster" Target="/ppt/notesMasters/notesMaster1.xml" Id="Rba176405f6a945e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bff115196e64c8e" /><Relationship Type="http://schemas.openxmlformats.org/officeDocument/2006/relationships/notesMaster" Target="/ppt/notesMasters/notesMaster1.xml" Id="R5ee7dea9265141f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c41751c756849f9" /><Relationship Type="http://schemas.openxmlformats.org/officeDocument/2006/relationships/notesMaster" Target="/ppt/notesMasters/notesMaster1.xml" Id="R970c02df8a334f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8d09e5d64649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8012b036884bc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c8702fb93c4ef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7d74d5042f4f3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b22d3a1eb0411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911fdeb444eb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88aec32a5b46e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d982f9edcf4d0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7dbb4345d0425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4f5cb3c9c402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56b5ef53d34bc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9D1064-2FE3-4E4A-968C-AFD49924F66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7440F57-CF89-4F4F-8119-11E691E23C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F5A7215-6A5C-48FA-A9E7-27B0966D5C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6E6685-1627-4BE5-AC14-181749DAB0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477F38-3176-4816-A325-4E4C55258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10C828-E6AA-4E50-97C0-30E333C5FF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A0A362-C019-46AC-8800-9FCAE90718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B63D6C-7397-41AD-8476-71D5618973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9CFAE4-5E55-4D69-82C5-1652D795FC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0F27361-7271-4893-B77E-582C223660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6E20FA-628D-4A2B-B576-D5AFB7A671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66E23E3-CFF5-401A-849C-028E1093B9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CA762F0-1531-4AAC-8DA9-C426BA105A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9D3FFD-F5E2-4350-B71B-B3D182DEA1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236BE6-3D97-41BF-B9D5-A9B63DD91B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8DA5D0-73D6-46FB-BA6D-748A0CCC9A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1CCF75-4096-487A-8068-1EE5E786DF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C73C13-2414-41D1-8240-D18BB5B31FC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E54826-516C-4665-9C24-28CA10CAA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7A8EE86-A59B-4D8C-B398-A412AE117E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B1C3CF-B204-4593-961C-5C3CD0F43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F32637-CD89-457D-A899-73F6C1294A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581158-6EB2-46ED-960F-00E558A3CC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AFDD9AF-7B77-439B-B6B7-76103FEDF2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9B3789B-CFD2-4860-BCA0-B3DC4D2B384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12D97DD-98FE-4BFF-8932-1C9D779C76E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10707BC-F025-4109-AEDA-03AC68FC4F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504A7AA-2D28-4308-923C-3CEBD21B7B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44A98D7-C048-4E1F-9216-D7F6E9E33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EBF699-8943-4ED2-89C6-8F3B27E086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FC34821-F24B-4D6C-BD2A-E62371E37A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69077B1-F2D6-4C18-BDB4-2C25B60CF2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D8878C0-12A7-48B7-A4AF-193990EDC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CDB9BDB-4F1C-47C2-B935-0619DD13D0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0519D3F-9E07-4543-B5A0-3B03930A0B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7DEE54F-A61A-48CC-9BF4-83A0D209C4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870BDB-6320-4D38-95C6-4DC1931BEF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28F7DFB-EAEF-463F-8110-26422394B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E03868F-5733-4C55-93AC-C40E35DACA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D73955-F508-4260-9758-D11E6523AA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B9433BD-41F7-4579-A229-466CD17928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1056FE6-1D53-4E6D-9F5C-2BA76B89D6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A1C26D-7482-4770-9095-E568F7579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BDADA-FA5D-4B2C-A2FC-3DA3D3CFC91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931FA1-7425-4995-8E73-8E2A40443BD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D208180-52AD-4985-9438-2BD690AB96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8A1B061-BA22-40D3-B15B-36E6C9DD7A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21A39B8-2D1D-45E2-80AF-099EB60944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6CC2A6-7648-41B1-A23E-76EB457F08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7D1AD35-21E4-45F8-B663-5D27B82BE8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8BA9BB-367E-4160-9C9A-B3308A3C05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E5334A-14AA-4F48-AE13-8B2A45E341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4666A7-6DF2-4758-97D5-615A6FCB44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2B0E1D7-2EF1-40E2-9E62-D91462AC88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1ADA07-C1E6-4225-BECF-D0CDDCF605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749EA9B-B40B-4792-9FB5-2DB3EB322F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C81B68-F618-48D9-A4AF-17F78F4D4D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E1D6B-AA1C-4D79-8F5B-5DF7525104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fb9c9356c7443e" /><Relationship Type="http://schemas.openxmlformats.org/officeDocument/2006/relationships/slideLayout" Target="/ppt/slideLayouts/slideLayout1.xml" Id="Ree8dc1a655d5485d" /><Relationship Type="http://schemas.openxmlformats.org/officeDocument/2006/relationships/slideLayout" Target="/ppt/slideLayouts/slideLayout2.xml" Id="Re1ada78da65c4e1f" /><Relationship Type="http://schemas.openxmlformats.org/officeDocument/2006/relationships/slideLayout" Target="/ppt/slideLayouts/slideLayout3.xml" Id="R71bcc15e4fc24864" /><Relationship Type="http://schemas.openxmlformats.org/officeDocument/2006/relationships/slideLayout" Target="/ppt/slideLayouts/slideLayout4.xml" Id="Rb2f2a1f4fcfd47ed" /><Relationship Type="http://schemas.openxmlformats.org/officeDocument/2006/relationships/slideLayout" Target="/ppt/slideLayouts/slideLayout5.xml" Id="R4a26dd6f3f16494d" /><Relationship Type="http://schemas.openxmlformats.org/officeDocument/2006/relationships/slideLayout" Target="/ppt/slideLayouts/slideLayout6.xml" Id="R25e86100ffc44df5" /><Relationship Type="http://schemas.openxmlformats.org/officeDocument/2006/relationships/slideLayout" Target="/ppt/slideLayouts/slideLayout7.xml" Id="R5f8f871090e243b4" /><Relationship Type="http://schemas.openxmlformats.org/officeDocument/2006/relationships/slideLayout" Target="/ppt/slideLayouts/slideLayout8.xml" Id="R9f41c9328b6e41c7" /><Relationship Type="http://schemas.openxmlformats.org/officeDocument/2006/relationships/slideLayout" Target="/ppt/slideLayouts/slideLayout9.xml" Id="R9ae99ab0192f44ac" /><Relationship Type="http://schemas.openxmlformats.org/officeDocument/2006/relationships/slideLayout" Target="/ppt/slideLayouts/slideLayout10.xml" Id="Rd8d756fa196e4ecd" /><Relationship Type="http://schemas.openxmlformats.org/officeDocument/2006/relationships/slideLayout" Target="/ppt/slideLayouts/slideLayout11.xml" Id="R6cbdccc800684c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C3034DF-D5DB-479F-B58D-5E6A836A8C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D915FED-0379-42BF-A26B-D2E0A3528D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A358EA-10F7-4182-AFC0-1DD16B1594F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A2B602-F464-4344-A04E-619D582FC28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38B6551-34E3-45C4-A5B0-3B70920DDBC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8dc1a655d5485d"/>
    <p:sldLayoutId xmlns:r="http://schemas.openxmlformats.org/officeDocument/2006/relationships" id="2147483650" r:id="Re1ada78da65c4e1f"/>
    <p:sldLayoutId xmlns:r="http://schemas.openxmlformats.org/officeDocument/2006/relationships" id="2147483651" r:id="R71bcc15e4fc24864"/>
    <p:sldLayoutId xmlns:r="http://schemas.openxmlformats.org/officeDocument/2006/relationships" id="2147483652" r:id="Rb2f2a1f4fcfd47ed"/>
    <p:sldLayoutId xmlns:r="http://schemas.openxmlformats.org/officeDocument/2006/relationships" id="2147483653" r:id="R4a26dd6f3f16494d"/>
    <p:sldLayoutId xmlns:r="http://schemas.openxmlformats.org/officeDocument/2006/relationships" id="2147483654" r:id="R25e86100ffc44df5"/>
    <p:sldLayoutId xmlns:r="http://schemas.openxmlformats.org/officeDocument/2006/relationships" id="2147483655" r:id="R5f8f871090e243b4"/>
    <p:sldLayoutId xmlns:r="http://schemas.openxmlformats.org/officeDocument/2006/relationships" id="2147483656" r:id="R9f41c9328b6e41c7"/>
    <p:sldLayoutId xmlns:r="http://schemas.openxmlformats.org/officeDocument/2006/relationships" id="2147483657" r:id="R9ae99ab0192f44ac"/>
    <p:sldLayoutId xmlns:r="http://schemas.openxmlformats.org/officeDocument/2006/relationships" id="2147483658" r:id="Rd8d756fa196e4ecd"/>
    <p:sldLayoutId xmlns:r="http://schemas.openxmlformats.org/officeDocument/2006/relationships" id="2147483659" r:id="R6cbdccc800684ca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a7eb12cff44ab1" /><Relationship Type="http://schemas.openxmlformats.org/officeDocument/2006/relationships/notesSlide" Target="/ppt/notesSlides/notesSlide1.xml" Id="R70b33fbe0ef843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9eb5e08e574573" /><Relationship Type="http://schemas.openxmlformats.org/officeDocument/2006/relationships/notesSlide" Target="/ppt/notesSlides/notesSlide2.xml" Id="R91a06bb3ff9041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5ae1685d0948cc" /><Relationship Type="http://schemas.openxmlformats.org/officeDocument/2006/relationships/notesSlide" Target="/ppt/notesSlides/notesSlide3.xml" Id="Rf04b2a9ded804e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ae08c7c42e42bd" /><Relationship Type="http://schemas.openxmlformats.org/officeDocument/2006/relationships/notesSlide" Target="/ppt/notesSlides/notesSlide4.xml" Id="R09069b9ac8564a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b0e224e5c847fb" /><Relationship Type="http://schemas.openxmlformats.org/officeDocument/2006/relationships/notesSlide" Target="/ppt/notesSlides/notesSlide5.xml" Id="R5a8073a8f62a4e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78eca87449475f" /><Relationship Type="http://schemas.openxmlformats.org/officeDocument/2006/relationships/notesSlide" Target="/ppt/notesSlides/notesSlide6.xml" Id="R06a33692d8624b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65304f8a9a471e" /><Relationship Type="http://schemas.openxmlformats.org/officeDocument/2006/relationships/notesSlide" Target="/ppt/notesSlides/notesSlide7.xml" Id="Rb0f942f1195044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e6307314fd48d0" /><Relationship Type="http://schemas.openxmlformats.org/officeDocument/2006/relationships/notesSlide" Target="/ppt/notesSlides/notesSlide8.xml" Id="R2a6c197e2bb54f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bc01fb21784bde" /><Relationship Type="http://schemas.openxmlformats.org/officeDocument/2006/relationships/notesSlide" Target="/ppt/notesSlides/notesSlide9.xml" Id="R4ef69a52720c4f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dea10ac7674f76" /><Relationship Type="http://schemas.openxmlformats.org/officeDocument/2006/relationships/notesSlide" Target="/ppt/notesSlides/notesSlide10.xml" Id="Rca48787d783049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b8fde3d69843b1" /><Relationship Type="http://schemas.openxmlformats.org/officeDocument/2006/relationships/notesSlide" Target="/ppt/notesSlides/notesSlide11.xml" Id="R3fc678ae6a3a40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7c65a7144549f5" /><Relationship Type="http://schemas.openxmlformats.org/officeDocument/2006/relationships/notesSlide" Target="/ppt/notesSlides/notesSlide12.xml" Id="Ra89e3391c0ac4a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7701bf0aba443d" /><Relationship Type="http://schemas.openxmlformats.org/officeDocument/2006/relationships/notesSlide" Target="/ppt/notesSlides/notesSlide13.xml" Id="R6389cbd65c5a42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2ef0f36ad14320" /><Relationship Type="http://schemas.openxmlformats.org/officeDocument/2006/relationships/notesSlide" Target="/ppt/notesSlides/notesSlide14.xml" Id="Rf365bfe9c28c4e8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4aea15a4b2401e" /><Relationship Type="http://schemas.openxmlformats.org/officeDocument/2006/relationships/notesSlide" Target="/ppt/notesSlides/notesSlide15.xml" Id="Rc9613f4797e544d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d28fa08863435f" /><Relationship Type="http://schemas.openxmlformats.org/officeDocument/2006/relationships/notesSlide" Target="/ppt/notesSlides/notesSlide16.xml" Id="R845cbf4079a74a9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416ffd58cb4032" /><Relationship Type="http://schemas.openxmlformats.org/officeDocument/2006/relationships/notesSlide" Target="/ppt/notesSlides/notesSlide17.xml" Id="Rc6e7bab6dfd74e9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dbd8d35585429a" /><Relationship Type="http://schemas.openxmlformats.org/officeDocument/2006/relationships/notesSlide" Target="/ppt/notesSlides/notesSlide18.xml" Id="R52b2cf8cab0946b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1bb31d9538420e" /><Relationship Type="http://schemas.openxmlformats.org/officeDocument/2006/relationships/notesSlide" Target="/ppt/notesSlides/notesSlide19.xml" Id="R3905b22119714d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a60bbc83be4622" /><Relationship Type="http://schemas.openxmlformats.org/officeDocument/2006/relationships/notesSlide" Target="/ppt/notesSlides/notesSlide20.xml" Id="R580515c761ec4b6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944e822b69421b" /><Relationship Type="http://schemas.openxmlformats.org/officeDocument/2006/relationships/notesSlide" Target="/ppt/notesSlides/notesSlide21.xml" Id="R1428586663864c6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4922bf55be4ba5" /><Relationship Type="http://schemas.openxmlformats.org/officeDocument/2006/relationships/notesSlide" Target="/ppt/notesSlides/notesSlide22.xml" Id="R1a98c4cd4f94488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a7db9220be4d25" /><Relationship Type="http://schemas.openxmlformats.org/officeDocument/2006/relationships/notesSlide" Target="/ppt/notesSlides/notesSlide23.xml" Id="Rad75418071e04e1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24453b06314924" /><Relationship Type="http://schemas.openxmlformats.org/officeDocument/2006/relationships/notesSlide" Target="/ppt/notesSlides/notesSlide24.xml" Id="R76dd181e7bd64f8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951b53e43f4d28" /><Relationship Type="http://schemas.openxmlformats.org/officeDocument/2006/relationships/notesSlide" Target="/ppt/notesSlides/notesSlide25.xml" Id="Re799af36ab9c4f4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b94302c7b2458f" /><Relationship Type="http://schemas.openxmlformats.org/officeDocument/2006/relationships/notesSlide" Target="/ppt/notesSlides/notesSlide26.xml" Id="R3c06b752492e482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119b40a11a40b3" /><Relationship Type="http://schemas.openxmlformats.org/officeDocument/2006/relationships/notesSlide" Target="/ppt/notesSlides/notesSlide27.xml" Id="R304f34991d8e4ed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40b7b929e24d41" /><Relationship Type="http://schemas.openxmlformats.org/officeDocument/2006/relationships/notesSlide" Target="/ppt/notesSlides/notesSlide28.xml" Id="R52863dd78b8b414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278dc92037409f" /><Relationship Type="http://schemas.openxmlformats.org/officeDocument/2006/relationships/notesSlide" Target="/ppt/notesSlides/notesSlide29.xml" Id="Rb65b7901d7d9433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9a44e164a94983" /><Relationship Type="http://schemas.openxmlformats.org/officeDocument/2006/relationships/notesSlide" Target="/ppt/notesSlides/notesSlide30.xml" Id="R3b7e9313602d46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A1DB825-1797-4BA6-87B9-E95D8657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11765A-413D-4625-8FB6-C95DB5B4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7782F62-E0A3-45A6-AC4D-EFA495D8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93A6B9-6BF3-49B5-A1ED-DE400E57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F4D5CAA-068D-4A92-BC5D-38CBB935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2B0222-5DD3-46A8-9293-6F899216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D5C9692-45B3-4559-AA8E-863819AE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6B1BDBB-7C29-47E9-A36E-E9C59D6C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E2ADD5E-1781-4A67-A945-C771151F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FD06F9C-4FDA-4525-93E6-DF38EBFA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6906D43-1A66-4E36-9C83-D3D28215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20052115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3F3D529-A66A-44E2-94B8-0D1CD57D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C782A8-7514-44CD-9CAE-7FCDBB4E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5BBB17-890D-4A43-B1A6-D74AB994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377A69-80C4-40A4-8536-B6EE8B01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229DA7D-63A0-4A56-8F41-71217022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23F70A5-61B4-4641-BA52-8460F411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DB2F123-150F-424F-AB37-3D0CF450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7321D43-685D-4AC6-A73E-D2E9AF68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1F8E522-77AE-4061-B862-7E3CD00A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CA9A09B-1A84-4B71-9790-325F251A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3D498A5-C609-4776-83B0-23D22948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9964650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0D04F57-AA67-47F9-A196-92FF410F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2EB331-A5AF-433C-91AA-A6DAB420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DD85648-DECF-47E3-BD23-98AB32C5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1056BB-FDE0-46DB-B5D6-2AD4E94F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2A2698E-65CC-4231-87D9-D3B11996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2856420-0177-47F0-A9D5-3796CD13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D736D56-6AA7-467A-8086-C19BB7FD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20927486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09315CD-A242-4C66-9A98-C30A19DE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62E6FD-AC21-4B23-AB81-B016C0E0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FAF2F25-90D8-4620-8E84-91A7959B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152E89C-8E69-4C73-8A10-DE151107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D07F13-8E53-45D8-A8CF-CF016D98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17AB1ED-18F6-43C6-90FC-2FF1A293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DA10576-D0C3-4499-9E32-C2F4F15C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463E00-07BE-4DBE-BBDA-B739B5DD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789BAFF-D7F8-43FC-A379-575ACA09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7D53356-303B-45D8-B6FB-0CE81B83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812624A-3B26-45A3-91A2-FB13A79F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6091373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F942D96-C2CA-4D0C-89C9-C496E0CC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352E0E-C039-441D-A9E9-6EEEECAF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2C4288E-D6CA-4B94-A093-28A97359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54990E7-7202-47F4-A179-72047A6B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F07846-8557-4A50-A7FB-DB35F93F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EE2FF5-1F5B-4810-A158-9AF9264F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76DDC05-34A5-4C6B-A2E7-D6CA276A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B2EDE6-6739-4EA8-826D-A038BC77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A000A87-2E04-4003-8358-3F14699C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622D80-C273-4C2B-8D01-A1345A50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78FE99-EF76-4276-8190-11DE55B0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198972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3CF010-E022-4E60-B901-73C32320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09DECE-BEA4-4768-B8A3-26E24EFF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29BF2FC-7D54-4098-A06A-AE12DEDF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0B0328-DB72-40E7-8B79-9BAD4593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C590EC7-1294-4AB4-AF52-7DA8DCEA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146E64B-9438-4C30-8E78-5C78ACAF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1DF1F8-FBBA-459C-B623-037BC554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9791020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0473A6A-DA0D-45B7-92A3-17971896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1C149E-991C-4106-908F-4F5B1DE9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F3559B-A4F3-4446-872F-B432AE6E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7ADEE1-1AB0-4296-A932-1E82F05F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77973F4-6927-4A5F-83EB-F607F39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E56F56C-789E-4CA9-92CD-01C243E4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34A4647-0D70-4556-9CF7-CBD61821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FF1FFB-D9F0-47D1-987F-5411A901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C1DE66C-4150-4C48-821E-8677761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1C003D4-4724-4976-864F-D2E5DEFA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704A64E-8A76-48F6-B576-4C00D232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F983E7-ED99-4248-8A96-F48DBDF9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D052125-3946-46D1-876B-7B04E8E2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DB451EA-351D-42E3-996F-5BF7DD41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4B3A4FF-1B92-40EF-B5D7-836A2498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FA65E75-631A-4A77-AAF6-C8EC8530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DDC6965-1F0C-4F83-812C-F7781B34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E913204-B866-4AD5-A349-D2BB399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4F2C39D-C861-4F49-9EF8-1F96F765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202372775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6A6D504-ACEF-40AD-9BCD-C1AEB049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E7CDE23-2E06-49CD-BA7C-28406AE7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A084E1-D2E0-4929-B31D-AE9D615D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9517BDD-5EED-4007-AC95-7B61E7DC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D2B17C-52EE-4EF8-9400-3E7A7C4A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2E1FBA6-24F2-40CF-AC16-1552A44C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68ACF51-25FA-4E6A-A32A-4EE5083A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B4DE97-4F64-4454-9134-1BF14D15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101DAB-041E-4652-AC29-C8BA4AF7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DB6E80F-E6CE-4539-8B80-0C23861F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75D600B-5B28-421B-B451-3243B4C0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43D52BA-F9C5-4D90-8AED-13951B24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0465E58-524E-441D-A93C-7DD1651A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6081067-4406-4152-A2F4-80E30CA6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31622BE-C9C6-4F19-BA21-4BFD4F86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4929D7B-D685-4FD9-8E62-4C1F2400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A61B4C2-39F3-4743-89BA-C65DA941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87869D7-AA74-4616-8985-A8F21B4B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E86C15-CEE9-4605-926C-1AAF23DA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5262B5A-7776-479D-A900-A62BA01E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101634C-B06F-4A8B-900A-1DA4CE18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E06A8BE-8553-45AC-8868-2CB250D4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44012766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E716DB-B0C6-4619-BB7C-BA824421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5677FC-3AC1-457B-AC29-A26134C2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BFA756-0AC5-4C4A-B95E-5A00AB8C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41A942-E5F0-4333-9F73-B3D0C45D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F6AA40-E865-4F7D-A364-184A393E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84D8675-8500-4DF2-A82E-BDC34603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31A585-26F6-4DDB-A95F-63CEE743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183647875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7B1F0A1-6D1F-48CE-A895-6A5A0E72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C70544F-BD92-49D2-8723-117CB906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757E63E-C3D7-47E9-B079-E39A3B19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A6E27B-1F6E-4A5B-A249-CB4542D2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9F5D20-BF55-4E65-8149-EE17AA32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2EBD4C-F243-4DD4-86BE-DBC2F8F2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D5686FB-18D1-45AB-9EEE-FEA3CF2F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FD5857C-4E78-48D6-AF48-08D21D0E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F78EF53-6D36-40CA-9D29-61126751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19BDF5F-5DCB-47FE-A5A8-E1BC48C1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D63B64C-6FEC-47FD-99EB-3A54361C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34592173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0180932-DECC-49FA-91E4-5A33935B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92449B-EECF-46A1-B0EF-8AB4B402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B2F6ED-F2D4-4DCB-83B4-5245A4E0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1D02F77-3DD8-49E6-9EDC-E2C960F1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B6DA2F0-CF4C-4D30-BC41-131A7EE0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9022998-0A0B-4771-BAC8-76547FAC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10149E-A105-40B4-8430-12E38914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37672675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246D2B-C09D-4CB0-BD33-62ABCD14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1E8F2FD-2497-428A-ACFE-37530127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23BB45D-DABE-4169-97F7-9E5D861A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3E48FD7-46D4-49C3-85DA-7C3E153A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F1A277F-2187-495E-BAED-EA90E9A8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109744C-C66F-4FFA-B596-8E834FED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1EB877B-AC57-41BC-A52A-20DFC9DD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ECBA30-34E7-4064-8135-8ACE5211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BAF3B07-BB84-4839-8000-18E94478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C353603-2856-48DE-BB54-36B0A3C9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D04BEF8-6EBD-4DE9-BC7B-31C9C3F7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1A5D707-F919-48DF-A242-D79EE5EF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EDFC8A8-A478-4676-AF7F-EA966934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02EA62C-5FCD-46BA-AC5C-2A6EFA19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A7FF393-5F99-41DC-9697-F02613E6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8F8E619-10F4-4863-86DF-E4206686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934B1A7-3214-4E3D-905C-F6DFD43F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08824D8-E379-4699-8BE1-72E0EAA2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D1E3BFC-B8BD-48EF-81B2-7DDF4A5F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03749F2-35F4-4E18-9B20-83B2368F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6E7C677-8A60-46DC-A5A5-AD0B4118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52DF49C-6C1F-4A78-B1A4-C9716C56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177338594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36A20C-8CCD-4CAE-8BC9-73E837E0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F066B77-581D-4678-BFE5-43F691AB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D467B4C-BAD5-411A-8155-72061ACB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F37E63-3FAA-42B2-9FCE-BB4DF05B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2A0C49-7DD8-4F64-8D56-0126C2BD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695F73-3D14-4A87-94EC-6D3AB394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C1ADE16-A5A6-4E82-A823-D15714A6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7405969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992891-9A9A-4C28-8271-0C7DDDBE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64BEFA8-9719-4EC8-B7F3-B5EA80BC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79A48E0-D3AF-45D4-97B1-C63A9CA5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26FE7C3-9795-4FFB-89A1-621FC02F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9EC446-A018-42E6-B970-442117D0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2FEE921-72EC-4639-89C8-B412224D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D5F714F-55AE-4BAD-9690-71350742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78C0A2-207B-42AF-B9DB-EDE6170F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ADBEE4-3A43-4414-B170-F0D9D4FB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1EC5B9F-D213-4627-B9A8-0F7E1083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AB22534-B61C-4BA8-95C8-6B4D4B52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82C0457-6DD7-40BF-9045-C2ADE7C0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37F23D7-160E-43E3-AA21-837DE858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269D76B-18EF-44AE-8941-328D4090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92AF0F-3ED2-4D64-9806-4191A032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F8D0E5B-302F-46AE-8194-2FA92FC8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9EF515C-53E7-47C2-B7F5-74AA725F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9FCCBC4-8FB1-4FF5-967B-EEBBBDBF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4005DE3-EF74-486F-8544-90830EDB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47566123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5101D8-A0DC-46DA-BF2F-7F6759DB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A8334F-5C25-4D7F-B346-96A584A0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5DF932-D8D9-48CC-85B8-46AD0FA0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058852-92D7-4704-8BAC-D04BC6A8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A693CA-A434-4BB5-B84F-98733BF6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3BE00DF-BB7F-486B-9FD1-D7A72921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1B2D89-97A8-4083-AFDC-4842574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91680513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7F13BA-1398-4367-A5DB-4E6E07D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FFCE914-8975-4C36-B210-AFAD5781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76B5DFC-31BE-4B66-84E6-9886FFFC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5365879-2888-468A-BA05-0DE87CF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B724C7F-5ED4-49C6-BED9-7020DDF3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4C5BA81-B42E-4F55-A2B0-C89C967A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B441429-40A7-46AA-B683-54F1285E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EC141C-11CD-4683-8E40-CD710EB9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407B7A8-F0D3-4856-9D36-3146E2E1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7BC2EE5-8FBD-4E0E-8366-A3219F01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68631A-183B-4219-8506-F76143F7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DD06D11-0565-48A6-9A96-E1A1967E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AFF2FCC-EE47-420A-9FD6-C1681C83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D381C16-A43E-432A-9A9B-6F14EBCE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3D43957-ECA2-48F3-9A96-2F831D9A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2B82121-8409-4361-8B53-7063E4AC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0C4F1ED-2B50-4091-ADD4-2B43FEE9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149B3AD-3281-4FCD-BA22-B45BB09C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F8D67D3-C584-4F90-87DD-CF89B3CA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96108061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1E69E46-A361-4FD0-84BF-28B5599F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2F0CD60-E433-447C-8CF1-E93134F0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F9D61E-EFAD-417B-B881-4F4C9F6D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2ADC97-EB45-4870-BFF5-4552CA1F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65BA32-5A6C-4392-9C1C-D2F92CEE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2344E9-5149-46B6-9145-3BA77176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48687A9-C90F-4EF8-A7AE-78BED985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D161B80-1A1B-4118-A70B-67B940EC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0AD4F9-1DCC-47E9-B8DD-D382EEB8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B588FA4-D97E-4D37-ABDE-470E38C2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65B3479-9ECF-4E2E-9D25-F6074E6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4F45111-933F-43E7-B760-F10D0746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C129946-22E1-4BCA-B618-71F1D19C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DEABFB1-1FE4-4EB7-A359-600544BD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87BB476-30A7-404F-B912-F22E9646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EF9BC2A-BA11-44F4-AFBC-5F28CA70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E0398E1-DB53-4A8D-9523-939ECD18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B37DA5E-D0D8-4FAC-99C9-86BD68D8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3A4ED72-4644-483D-8C01-3690F4BB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5918852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96AA651-77F7-4242-9AD6-D11D6B1C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582FC68-0C18-4FF9-9369-CDB2643E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1305A1-CECF-4323-9735-0B06D7FF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51B40B-B592-4350-A8C3-B0C0F43B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3A1C4F4-CF96-4E46-B061-4B1779BA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9F854C1-34FF-4E1B-9F3A-6D91BD26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B84970D-95EC-48E5-9C97-C6D9FB2E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F3E9E28-515C-4B9A-BDA4-F927A5A0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B3B89C5-3941-4D23-BEA2-2062D3BF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E38807E-6EB6-49A9-8D44-45F70BA2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F9A857B-BBEA-4132-AC07-5146FC1A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20467271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085898-A7D3-4FD6-BA2D-1B540F46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D728C91-D0A7-43B6-84CC-B5BFADCE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96A8EB-0385-4CBD-87A2-EF89FD69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AB6E60-F312-47A3-913F-2C842782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38420FA-EEE6-4E9C-9033-34C43EC8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829A555-B9B8-4F4F-B159-79A262FC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994A25D-8DB8-46A3-AAAA-FFEFC2DF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116427627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0E41E8-0052-497F-98AF-1163CB44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BF0852-05B0-42A7-AC0A-D55154BD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57D90D-E797-4381-90CE-6E639D6B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1F67651-3C43-4F51-8542-E52323EE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432D1DD-6256-4EB6-9EE9-7227673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7C091C-F9B3-43CA-9364-905973DA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F5468E-44F3-4375-A5B4-1C1F4BDB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0DC89D-DBDA-4961-B42B-57030792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BE33763-5FF9-4760-A417-38B2B92E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AC80F7-8427-4CEE-9DE9-7DAAD18B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774BF5F-5CE2-478D-B67A-2746048A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196847486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A091E87-029A-43EC-9EAF-575F160E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30B0FC-31E3-4C58-BE7C-A5C43116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409E993-51A5-4A36-867D-4D5D46BF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117487B-1CEA-4400-9106-A8A9EECC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6396686-6E79-4ECB-A72A-771C2112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9D4D09-8E77-479E-B6ED-019F8B24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5F5DFE-3B83-4511-A3D3-55C20900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0222110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DBFADB-008D-4033-A504-BA5B03BB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4AA6F6-E0FC-40B3-A0AE-F9B0D26A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69F748-166D-4EDA-ABFC-6489A989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57D8E8-C31D-4C81-BDCF-EEA92B84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2C3B51-151B-49ED-8371-D3B05ACB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BFCB57-8148-4624-BFC7-AC4E90E3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7B73D4A-8C6D-49A2-A8CA-3518542F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18978F-1064-48B1-90E5-A64CA233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3658C9-7F16-4A7D-BA54-F39A49DC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FD3EE49-C57D-45A9-979A-13234392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82552E0-A37D-4BF1-BE86-D9D27BB3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FC07DB7-F68F-48F1-8F3E-344C33B6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F569EE4-D88E-431F-AD83-F58B4123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902606F-B20D-4DF8-B244-B3B10625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49DB28D-BF03-46F0-A0AB-BE81ACA3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587E55-4A00-4C58-9E2B-60892076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AA23163-C6D1-4CF2-9320-804143C9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00F404E-9C30-409E-9DDB-CCA61CC8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87EEC848-4479-43AB-A688-764BF830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5F94101-6B68-4F99-B59C-C719159B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C67C8D4-BA8F-4EA2-98BA-C96876FB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FA2671B-665E-4D57-877A-43F7A844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F42D5EA-A342-40FA-85F4-FDD26048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1250082859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B88472D-F48A-442F-A2B9-1EB1E8EA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D6882BF-1ABC-4068-99AC-C07451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89207C-E515-434E-9393-A3A41FD6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D671F8-6775-44F0-921F-EF91B2B5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0FA746-E1E8-43E7-85C0-CD9E00C0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649A61D-0739-4352-A1FD-B856389A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61A8857-3B40-46FD-91FD-5B595899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4B5D99-D2DF-4D4C-B0B0-311B78B3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0A1BF00-32BF-414C-A51D-79FC9731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B01EDC9-D164-4387-808D-C7D7C403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2744407-0F7D-457F-930C-A2334160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18E158D-3B52-4840-824E-E2750A8D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6C4A5F-1BA7-4B9E-BE30-49198262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446D7C6-F949-4C43-85C1-7A9304F3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BB689B6-53AD-4329-BD7D-FE7B0252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522E5F0-2B99-48A4-BD17-0DB9023C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BC216D-D632-4E72-B771-0AEB51E1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43CA333-CE61-4408-A866-23734F2F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C43B2CD-2925-4DDD-A826-0084457E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0AE4C4B-D85A-41FE-AB49-544CD028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087EF2C-0483-46B2-B43E-989AF6EE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8DC95B5-5ED8-4FEA-A1AA-61495896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4A7387B-5B2E-4BCD-A15C-1CB1BE7E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68716507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D24AB4-8BEA-4835-A37A-F45F6EEF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87B1F3-AA42-4EF5-B7F9-AAAA45FD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1DDD0DC-8B69-44CF-8F5B-F6023607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AD18B2-6D4E-48E9-B3D2-BD1371E8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4DF1CE8-F0A8-4462-A4A2-B80C53D8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260A7A1-D21D-4441-B2AB-6EB04DDA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5C24EB-4194-47E1-8DDE-AA59FDC6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60801983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3930BF-BAA3-4C03-A5AA-33475EEC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E80C73-AD02-475E-BEE4-354EAB5A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574A59A-160E-4199-8E48-1868968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498FAF-F295-40E2-805B-0E97AA4A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7A29F4B-6427-4717-825A-F7C9C92F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6A67F27-B3A1-4350-BAF5-C0137E4A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B2D9C7-D311-4213-9424-74F3DCE7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204682242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CF84371-C072-4483-9E30-21EFDBBC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DDA7BC5-908D-4928-8BB2-B57A0CA2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F30D8CA-7DAA-4600-A964-70BFC5E3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91B5161-E746-4872-B7D7-B77C9C73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DAAA449-4062-4125-9D4D-A6EE39F2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3AE179-7CE1-49F6-8EFB-C0579FB6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C56DB6A-2482-4BEA-9059-A709924C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49573298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B0E8E3-DA6C-492E-8BA5-E0D68535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A39A165-5476-4927-9757-11EF547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A86519-ED6E-4900-9BF5-8129BFF0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43DBF0-5AEF-4414-8067-3922F577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BAC4CA5-26AB-419A-82E7-EDF6AF73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52B512-2481-487F-8A73-549995A8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CC8BB3-E3FE-42FC-81EE-E5036187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208326802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E2668BC-DDC0-4EE9-B013-BF94BB25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2F95FC-1F0A-4B21-AAEB-5EAB2D75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E2A4530-D247-4774-B4C2-D9188344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ABB5103-427A-4E57-BF19-CF45601D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BE51CD-F445-4DBD-B702-80AD173C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58C299-5BCD-4359-804A-BA5059FD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403FAD-29E1-49D6-A345-026F8A81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173459853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AA47057-5974-465A-9628-5B5428DA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E067549-7F71-4307-95AB-B03EE84A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AF96F0-A4FE-4CE0-BB24-FAA14D0B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3F7D098-F9C9-470E-85D3-45B98610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836F863-198A-4275-8C34-42C3AAEC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34AF6DD-069F-4A45-AA7E-749F8173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BFB1C71-B4FF-40D8-B651-9FD118E4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6D1DA32-3C06-4697-8EDF-7BC7FA7E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13D4775-E08E-4DDA-9D1A-61968BE1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B121676-55AF-4DCF-ABEB-6F508934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52256AC-3317-466B-A56B-B064672C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1B1C269-3364-4F27-9164-E7532C3C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2A391CB-BB6A-4D96-B20C-E9AD1799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298E0E3-A5DC-4F1D-B46A-05CB8D7C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6B8685C-B445-4866-873C-7D69120F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4BFBFE8-ACC0-48AA-A28A-F2587857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5B81ED0-D0CA-493B-A60D-3A4D55F5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5BE575F-8885-460D-83DB-55F9964B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66D14A2-550C-4BAF-B235-1C9ABB02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4267D7B-D5C0-4013-9C67-C8F4C40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ED287D8-7CD6-4568-8719-8AFE3FB6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F53331B-4859-49BB-80DE-D271EB52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152E53F-6AAB-40E7-BFBD-8C1D0E23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209794503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331ECD-5052-4AD8-A62D-A8F9FA12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4D211DD-1B0A-4136-9D82-466DF360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201054-A8AB-41D8-B2AB-677F79CD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1593D0D-1D70-42A0-88E2-E251C417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2026.07.23-16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53987032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2026-07-23T19:05:07.6970000Z</dcterms:created>
  <dcterms:modified xsi:type="dcterms:W3CDTF">2026-07-23T19:05:07.6970000Z</dcterms:modified>
</coreProperties>
</file>