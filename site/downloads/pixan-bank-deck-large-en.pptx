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894290b39f84f08" /><Relationship Type="http://schemas.openxmlformats.org/officeDocument/2006/relationships/extended-properties" Target="/docProps/app.xml" Id="Rd8218eba33b24df8" /><Relationship Type="http://schemas.openxmlformats.org/officeDocument/2006/relationships/officeDocument" Target="/ppt/presentation.xml" Id="Rbb75ac0e47cb433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34fdd0391f64ef5"/>
  </p:sldMasterIdLst>
  <p:notesMasterIdLst>
    <p:notesMasterId xmlns:r="http://schemas.openxmlformats.org/officeDocument/2006/relationships" r:id="Raefbd3c6b7bb4c49"/>
  </p:notesMasterIdLst>
  <p:sldIdLst>
    <p:sldId xmlns:r="http://schemas.openxmlformats.org/officeDocument/2006/relationships" id="256" r:id="Rb90a8255385041cf"/>
    <p:sldId xmlns:r="http://schemas.openxmlformats.org/officeDocument/2006/relationships" id="257" r:id="R960a9e4bfee94ab4"/>
    <p:sldId xmlns:r="http://schemas.openxmlformats.org/officeDocument/2006/relationships" id="258" r:id="R4365f1d8579a4ed2"/>
    <p:sldId xmlns:r="http://schemas.openxmlformats.org/officeDocument/2006/relationships" id="259" r:id="Rae19a14838a8425d"/>
    <p:sldId xmlns:r="http://schemas.openxmlformats.org/officeDocument/2006/relationships" id="260" r:id="R916b6352b3844a09"/>
    <p:sldId xmlns:r="http://schemas.openxmlformats.org/officeDocument/2006/relationships" id="261" r:id="R42c73f003df84fcc"/>
    <p:sldId xmlns:r="http://schemas.openxmlformats.org/officeDocument/2006/relationships" id="262" r:id="R4f332eb4d5fc48f7"/>
    <p:sldId xmlns:r="http://schemas.openxmlformats.org/officeDocument/2006/relationships" id="263" r:id="R5a4dba89fdd647ca"/>
    <p:sldId xmlns:r="http://schemas.openxmlformats.org/officeDocument/2006/relationships" id="264" r:id="R98c5a7c62e8c4d47"/>
    <p:sldId xmlns:r="http://schemas.openxmlformats.org/officeDocument/2006/relationships" id="265" r:id="Rbeb5902f404f4c63"/>
    <p:sldId xmlns:r="http://schemas.openxmlformats.org/officeDocument/2006/relationships" id="266" r:id="R992e5e54bc2c40ef"/>
    <p:sldId xmlns:r="http://schemas.openxmlformats.org/officeDocument/2006/relationships" id="267" r:id="R9858e480e79e46e3"/>
    <p:sldId xmlns:r="http://schemas.openxmlformats.org/officeDocument/2006/relationships" id="268" r:id="Ra0a39da0385c4e33"/>
    <p:sldId xmlns:r="http://schemas.openxmlformats.org/officeDocument/2006/relationships" id="269" r:id="R8b570191b160452b"/>
    <p:sldId xmlns:r="http://schemas.openxmlformats.org/officeDocument/2006/relationships" id="270" r:id="R21d14bfa8de04832"/>
    <p:sldId xmlns:r="http://schemas.openxmlformats.org/officeDocument/2006/relationships" id="271" r:id="R0deb1fdf4b5141b0"/>
    <p:sldId xmlns:r="http://schemas.openxmlformats.org/officeDocument/2006/relationships" id="272" r:id="Rc4f608e3b9eb46e4"/>
    <p:sldId xmlns:r="http://schemas.openxmlformats.org/officeDocument/2006/relationships" id="273" r:id="R2f72d6c2b44a42d6"/>
    <p:sldId xmlns:r="http://schemas.openxmlformats.org/officeDocument/2006/relationships" id="274" r:id="R40f0e9cec5b64662"/>
    <p:sldId xmlns:r="http://schemas.openxmlformats.org/officeDocument/2006/relationships" id="275" r:id="Rdfe50698937944b5"/>
    <p:sldId xmlns:r="http://schemas.openxmlformats.org/officeDocument/2006/relationships" id="276" r:id="Rc7c6a81c3d2b413c"/>
    <p:sldId xmlns:r="http://schemas.openxmlformats.org/officeDocument/2006/relationships" id="277" r:id="R4a813ee71939451a"/>
    <p:sldId xmlns:r="http://schemas.openxmlformats.org/officeDocument/2006/relationships" id="278" r:id="R21afbe3c14434469"/>
    <p:sldId xmlns:r="http://schemas.openxmlformats.org/officeDocument/2006/relationships" id="279" r:id="R67720dc0e87a4f64"/>
    <p:sldId xmlns:r="http://schemas.openxmlformats.org/officeDocument/2006/relationships" id="280" r:id="Rae0a33b17a3f4df4"/>
    <p:sldId xmlns:r="http://schemas.openxmlformats.org/officeDocument/2006/relationships" id="281" r:id="Rb25bc321e1ba43ed"/>
    <p:sldId xmlns:r="http://schemas.openxmlformats.org/officeDocument/2006/relationships" id="282" r:id="R6e158a59bb424704"/>
    <p:sldId xmlns:r="http://schemas.openxmlformats.org/officeDocument/2006/relationships" id="283" r:id="R4b21a3f5baab4981"/>
    <p:sldId xmlns:r="http://schemas.openxmlformats.org/officeDocument/2006/relationships" id="284" r:id="Rc3d3a762a9024402"/>
    <p:sldId xmlns:r="http://schemas.openxmlformats.org/officeDocument/2006/relationships" id="285" r:id="Rf697e9cf6c3e4f34"/>
  </p:sldIdLst>
  <p:sldSz cx="12191999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29946ae695e44e1" /><Relationship Type="http://schemas.openxmlformats.org/officeDocument/2006/relationships/slideMaster" Target="/ppt/slideMasters/slideMaster1.xml" Id="R934fdd0391f64ef5" /><Relationship Type="http://schemas.openxmlformats.org/officeDocument/2006/relationships/notesMaster" Target="/ppt/notesMasters/notesMaster1.xml" Id="Raefbd3c6b7bb4c49" /><Relationship Type="http://schemas.openxmlformats.org/officeDocument/2006/relationships/presProps" Target="/ppt/presProps.xml" Id="R6a34fb1ae6854971" /><Relationship Type="http://schemas.openxmlformats.org/officeDocument/2006/relationships/viewProps" Target="/ppt/viewProps.xml" Id="Reb9ee3106a40433c" /><Relationship Type="http://schemas.openxmlformats.org/officeDocument/2006/relationships/tableStyles" Target="/ppt/tableStyles.xml" Id="R7219e8ae787948cd" /><Relationship Type="http://schemas.openxmlformats.org/officeDocument/2006/relationships/slide" Target="/ppt/slides/slide1.xml" Id="Rb90a8255385041cf" /><Relationship Type="http://schemas.openxmlformats.org/officeDocument/2006/relationships/slide" Target="/ppt/slides/slide2.xml" Id="R960a9e4bfee94ab4" /><Relationship Type="http://schemas.openxmlformats.org/officeDocument/2006/relationships/slide" Target="/ppt/slides/slide3.xml" Id="R4365f1d8579a4ed2" /><Relationship Type="http://schemas.openxmlformats.org/officeDocument/2006/relationships/slide" Target="/ppt/slides/slide4.xml" Id="Rae19a14838a8425d" /><Relationship Type="http://schemas.openxmlformats.org/officeDocument/2006/relationships/slide" Target="/ppt/slides/slide5.xml" Id="R916b6352b3844a09" /><Relationship Type="http://schemas.openxmlformats.org/officeDocument/2006/relationships/slide" Target="/ppt/slides/slide6.xml" Id="R42c73f003df84fcc" /><Relationship Type="http://schemas.openxmlformats.org/officeDocument/2006/relationships/slide" Target="/ppt/slides/slide7.xml" Id="R4f332eb4d5fc48f7" /><Relationship Type="http://schemas.openxmlformats.org/officeDocument/2006/relationships/slide" Target="/ppt/slides/slide8.xml" Id="R5a4dba89fdd647ca" /><Relationship Type="http://schemas.openxmlformats.org/officeDocument/2006/relationships/slide" Target="/ppt/slides/slide9.xml" Id="R98c5a7c62e8c4d47" /><Relationship Type="http://schemas.openxmlformats.org/officeDocument/2006/relationships/slide" Target="/ppt/slides/slide10.xml" Id="Rbeb5902f404f4c63" /><Relationship Type="http://schemas.openxmlformats.org/officeDocument/2006/relationships/slide" Target="/ppt/slides/slide11.xml" Id="R992e5e54bc2c40ef" /><Relationship Type="http://schemas.openxmlformats.org/officeDocument/2006/relationships/slide" Target="/ppt/slides/slide12.xml" Id="R9858e480e79e46e3" /><Relationship Type="http://schemas.openxmlformats.org/officeDocument/2006/relationships/slide" Target="/ppt/slides/slide13.xml" Id="Ra0a39da0385c4e33" /><Relationship Type="http://schemas.openxmlformats.org/officeDocument/2006/relationships/slide" Target="/ppt/slides/slide14.xml" Id="R8b570191b160452b" /><Relationship Type="http://schemas.openxmlformats.org/officeDocument/2006/relationships/slide" Target="/ppt/slides/slide15.xml" Id="R21d14bfa8de04832" /><Relationship Type="http://schemas.openxmlformats.org/officeDocument/2006/relationships/slide" Target="/ppt/slides/slide16.xml" Id="R0deb1fdf4b5141b0" /><Relationship Type="http://schemas.openxmlformats.org/officeDocument/2006/relationships/slide" Target="/ppt/slides/slide17.xml" Id="Rc4f608e3b9eb46e4" /><Relationship Type="http://schemas.openxmlformats.org/officeDocument/2006/relationships/slide" Target="/ppt/slides/slide18.xml" Id="R2f72d6c2b44a42d6" /><Relationship Type="http://schemas.openxmlformats.org/officeDocument/2006/relationships/slide" Target="/ppt/slides/slide19.xml" Id="R40f0e9cec5b64662" /><Relationship Type="http://schemas.openxmlformats.org/officeDocument/2006/relationships/slide" Target="/ppt/slides/slide20.xml" Id="Rdfe50698937944b5" /><Relationship Type="http://schemas.openxmlformats.org/officeDocument/2006/relationships/slide" Target="/ppt/slides/slide21.xml" Id="Rc7c6a81c3d2b413c" /><Relationship Type="http://schemas.openxmlformats.org/officeDocument/2006/relationships/slide" Target="/ppt/slides/slide22.xml" Id="R4a813ee71939451a" /><Relationship Type="http://schemas.openxmlformats.org/officeDocument/2006/relationships/slide" Target="/ppt/slides/slide23.xml" Id="R21afbe3c14434469" /><Relationship Type="http://schemas.openxmlformats.org/officeDocument/2006/relationships/slide" Target="/ppt/slides/slide24.xml" Id="R67720dc0e87a4f64" /><Relationship Type="http://schemas.openxmlformats.org/officeDocument/2006/relationships/slide" Target="/ppt/slides/slide25.xml" Id="Rae0a33b17a3f4df4" /><Relationship Type="http://schemas.openxmlformats.org/officeDocument/2006/relationships/slide" Target="/ppt/slides/slide26.xml" Id="Rb25bc321e1ba43ed" /><Relationship Type="http://schemas.openxmlformats.org/officeDocument/2006/relationships/slide" Target="/ppt/slides/slide27.xml" Id="R6e158a59bb424704" /><Relationship Type="http://schemas.openxmlformats.org/officeDocument/2006/relationships/slide" Target="/ppt/slides/slide28.xml" Id="R4b21a3f5baab4981" /><Relationship Type="http://schemas.openxmlformats.org/officeDocument/2006/relationships/slide" Target="/ppt/slides/slide29.xml" Id="Rc3d3a762a9024402" /><Relationship Type="http://schemas.openxmlformats.org/officeDocument/2006/relationships/slide" Target="/ppt/slides/slide30.xml" Id="Rf697e9cf6c3e4f3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7501d900ded470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ea9012584d2421f" /><Relationship Type="http://schemas.openxmlformats.org/officeDocument/2006/relationships/notesMaster" Target="/ppt/notesMasters/notesMaster1.xml" Id="R5cb11d0ebed442a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7eda98c58524fd7" /><Relationship Type="http://schemas.openxmlformats.org/officeDocument/2006/relationships/notesMaster" Target="/ppt/notesMasters/notesMaster1.xml" Id="Rae8b4853656340d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7992e06c1074575" /><Relationship Type="http://schemas.openxmlformats.org/officeDocument/2006/relationships/notesMaster" Target="/ppt/notesMasters/notesMaster1.xml" Id="R7b54bf8a18e44b9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a7bdb3ab5784efc" /><Relationship Type="http://schemas.openxmlformats.org/officeDocument/2006/relationships/notesMaster" Target="/ppt/notesMasters/notesMaster1.xml" Id="Rae1e1d6d40df44d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6a0da5e353e456e" /><Relationship Type="http://schemas.openxmlformats.org/officeDocument/2006/relationships/notesMaster" Target="/ppt/notesMasters/notesMaster1.xml" Id="R4737232f351a4ff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051b834ce564c03" /><Relationship Type="http://schemas.openxmlformats.org/officeDocument/2006/relationships/notesMaster" Target="/ppt/notesMasters/notesMaster1.xml" Id="R4cd22bcddf42477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55a6ad59ee741b4" /><Relationship Type="http://schemas.openxmlformats.org/officeDocument/2006/relationships/notesMaster" Target="/ppt/notesMasters/notesMaster1.xml" Id="Rd986447db2a940c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c4ac4ef404b47f9" /><Relationship Type="http://schemas.openxmlformats.org/officeDocument/2006/relationships/notesMaster" Target="/ppt/notesMasters/notesMaster1.xml" Id="R4db22e1382724b1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6c9a57418d94882" /><Relationship Type="http://schemas.openxmlformats.org/officeDocument/2006/relationships/notesMaster" Target="/ppt/notesMasters/notesMaster1.xml" Id="R4ea9758ad2594a3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0e1a25aeb984ad9" /><Relationship Type="http://schemas.openxmlformats.org/officeDocument/2006/relationships/notesMaster" Target="/ppt/notesMasters/notesMaster1.xml" Id="Rca1564b9e897474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ba7bf1a466d4c1c" /><Relationship Type="http://schemas.openxmlformats.org/officeDocument/2006/relationships/notesMaster" Target="/ppt/notesMasters/notesMaster1.xml" Id="R8eaef20a4b5f4f6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3bd190a89d941b7" /><Relationship Type="http://schemas.openxmlformats.org/officeDocument/2006/relationships/notesMaster" Target="/ppt/notesMasters/notesMaster1.xml" Id="R3427947000dd482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7ad045d27a141bb" /><Relationship Type="http://schemas.openxmlformats.org/officeDocument/2006/relationships/notesMaster" Target="/ppt/notesMasters/notesMaster1.xml" Id="R926f2e81ca614d8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dcf27ffb97242e4" /><Relationship Type="http://schemas.openxmlformats.org/officeDocument/2006/relationships/notesMaster" Target="/ppt/notesMasters/notesMaster1.xml" Id="R306d8e994b3f4e0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5921276c3564301" /><Relationship Type="http://schemas.openxmlformats.org/officeDocument/2006/relationships/notesMaster" Target="/ppt/notesMasters/notesMaster1.xml" Id="R87d8f6f62e5e438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d544a42c39d4d74" /><Relationship Type="http://schemas.openxmlformats.org/officeDocument/2006/relationships/notesMaster" Target="/ppt/notesMasters/notesMaster1.xml" Id="Rc68f53bce74b421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c785d262ffa4f53" /><Relationship Type="http://schemas.openxmlformats.org/officeDocument/2006/relationships/notesMaster" Target="/ppt/notesMasters/notesMaster1.xml" Id="Ra6907f5e9d27402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a0e680b965e439d" /><Relationship Type="http://schemas.openxmlformats.org/officeDocument/2006/relationships/notesMaster" Target="/ppt/notesMasters/notesMaster1.xml" Id="R06ec302ea7ad4ce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18febd2c36041e8" /><Relationship Type="http://schemas.openxmlformats.org/officeDocument/2006/relationships/notesMaster" Target="/ppt/notesMasters/notesMaster1.xml" Id="R17a2f7a85e69453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cbbc5d0b72c445a" /><Relationship Type="http://schemas.openxmlformats.org/officeDocument/2006/relationships/notesMaster" Target="/ppt/notesMasters/notesMaster1.xml" Id="R5096194d5c8b4a5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a9ea51e1f1c48b6" /><Relationship Type="http://schemas.openxmlformats.org/officeDocument/2006/relationships/notesMaster" Target="/ppt/notesMasters/notesMaster1.xml" Id="R1c31d9822279452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0be9643e6be45c2" /><Relationship Type="http://schemas.openxmlformats.org/officeDocument/2006/relationships/notesMaster" Target="/ppt/notesMasters/notesMaster1.xml" Id="R8b851bb8aa254b2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fd23bfe1300f4b22" /><Relationship Type="http://schemas.openxmlformats.org/officeDocument/2006/relationships/notesMaster" Target="/ppt/notesMasters/notesMaster1.xml" Id="R9010ead46378469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3ee49d0a351c4918" /><Relationship Type="http://schemas.openxmlformats.org/officeDocument/2006/relationships/notesMaster" Target="/ppt/notesMasters/notesMaster1.xml" Id="R909302cda65f40de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bd9118b4255b442d" /><Relationship Type="http://schemas.openxmlformats.org/officeDocument/2006/relationships/notesMaster" Target="/ppt/notesMasters/notesMaster1.xml" Id="Rf89c8be4d72446a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3ee582e5d7547a2" /><Relationship Type="http://schemas.openxmlformats.org/officeDocument/2006/relationships/notesMaster" Target="/ppt/notesMasters/notesMaster1.xml" Id="R1ee2bd936f5d4a4e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4a101a8487a4d6d" /><Relationship Type="http://schemas.openxmlformats.org/officeDocument/2006/relationships/notesMaster" Target="/ppt/notesMasters/notesMaster1.xml" Id="R4a9a7284f4524d65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12ebc77332ca4af9" /><Relationship Type="http://schemas.openxmlformats.org/officeDocument/2006/relationships/notesMaster" Target="/ppt/notesMasters/notesMaster1.xml" Id="Rf2418a8bb7044aae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e90f859277ff4469" /><Relationship Type="http://schemas.openxmlformats.org/officeDocument/2006/relationships/notesMaster" Target="/ppt/notesMasters/notesMaster1.xml" Id="R0efe487b216d4f1e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4236ac5ac5194c8f" /><Relationship Type="http://schemas.openxmlformats.org/officeDocument/2006/relationships/notesMaster" Target="/ppt/notesMasters/notesMaster1.xml" Id="R9c34de46fc1b45c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469c352da7435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dcb234a5a8433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42c5fa77cd4ad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a5cb80998941c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781e5b5ced49c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aee4d209e8493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e885fb17254fe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bdd1f2d8d4420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ab7b843ced4e5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e381c16370479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b2b68a501440b0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3436E2D-E1C1-48F8-9197-85806D748C8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2B16E96-B168-49C7-A598-9CF61681531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02447EA-F21A-4FCE-93BF-83319C5F99A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2513908-F315-46CE-A1CC-00E9FD3C54A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39F615F-3E32-440F-9629-6EAE999D702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5A7553-220F-4CDF-8251-AF14311B958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748F28A-2112-48E5-9FC8-1E0AA4A8FC1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C1F3072-69D6-4D58-B937-5A4A9732AF6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B8B7EBD-716B-4029-963F-285A5DDE8B0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DCEC666-C6C4-4FE9-B007-7B98042EABD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2A6CAAD-3C8C-412B-A83A-D7248E899D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4C4EE91-145B-48E1-9CE8-225B99A929D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7DACD32-8B94-4A16-B1C0-9D27BCBC55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779F11F-F402-470D-94C9-8AC10D2E30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9F9D546-DA84-44F8-8955-8796D7CABD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018B09E-F6A1-4E9E-B4CE-4512C59D59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A90FAE-06A9-4CDE-9628-BC7A990741B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1F6A098-5781-4739-AD0B-46563D0B9F2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DC7A8EE-D37B-4F14-A224-85C0556166E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C21F815-FDF6-4301-A7B8-0D4BD33693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8AFDFCA-F708-4C0B-8E92-4947617D6C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AB61278-1AD1-4008-B826-D2FCBD94D4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3B9E49E-E07B-4101-8CA3-C72C8F13EE2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81CA610-36BC-462B-AA50-68DE1572CDE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8D417C4C-A5F4-4095-A9E6-F63D0D1B9C5C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29651AAE-A7EA-4274-884B-2D2CE1C6F5F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AA292D49-F29C-4175-AB96-F05ED92C7EC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81C95902-48B3-4E56-AC01-853516DF64B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64B77271-500A-43B0-AEB6-427B36D9285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B0D13B2-B442-4600-B4E7-AE087E56D81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755734FE-A4A2-4791-A6B0-A52B722B4CA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96E8902B-3E6E-4504-A558-03CA968A51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4F46550D-B380-41CD-B109-1374699733D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B2EC543A-7899-4CF4-953C-7652D53BC3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FB35ADF-4FE8-4944-8247-32EE1D748DB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22B00982-1B6E-442F-BA1A-D0BDD439E4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2A6C3E8-C5EB-429B-ACF4-1C9132DF9F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04772B8-82A0-4110-8038-822FD70FBE3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8AF4A4D-8D1E-43AA-9AF9-AD6BAD00A2D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444D9EB-2FDF-4BF1-996D-CF16F3FDD6B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3B17912-9466-45EE-BF59-CE5C2804388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CA971E6-70DB-4F5A-872F-025C9C6BE86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825230-A94B-4F59-A71C-6CEF3C60BF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B0AFABCC-CBF0-4914-B015-912DD7B2D8E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B5E0EDD-ADB7-4320-9805-E0F8ADDFF2B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E7F61AC-0B0C-4367-9B2A-56315A0754E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1CBFDCF0-1971-49AD-966B-817B9CFB63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93D7C15-D71F-4FE8-BAA1-E2C025B1696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9FD243A-6CAA-4913-923B-A5345D6D62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239DBDF-4F3A-4DCA-A0B2-ABCDB27C67A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6FFBFA1-4FEA-4BDF-A8A9-987002A20BF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C745F40-C9B3-445B-9CA8-FCDF87B791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594C023-5908-4B1A-B1EA-84359181F9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3DDAAF3A-5834-414F-962E-06DCE10004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013BCE6-FFD4-4B59-AB1F-12C5EA045F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7EEF051-262B-4E4B-ADB0-24779627AA5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EAA2759-142E-46CE-9777-3E934F614A5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A18648B-47EC-4B15-83E6-C4B0024A99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dffb60232ff465b" /><Relationship Type="http://schemas.openxmlformats.org/officeDocument/2006/relationships/slideLayout" Target="/ppt/slideLayouts/slideLayout1.xml" Id="R81a9e77a20944906" /><Relationship Type="http://schemas.openxmlformats.org/officeDocument/2006/relationships/slideLayout" Target="/ppt/slideLayouts/slideLayout2.xml" Id="Rba0146680ebf4aff" /><Relationship Type="http://schemas.openxmlformats.org/officeDocument/2006/relationships/slideLayout" Target="/ppt/slideLayouts/slideLayout3.xml" Id="R0e6cc09eca7b4837" /><Relationship Type="http://schemas.openxmlformats.org/officeDocument/2006/relationships/slideLayout" Target="/ppt/slideLayouts/slideLayout4.xml" Id="R31f34ca51b0148c5" /><Relationship Type="http://schemas.openxmlformats.org/officeDocument/2006/relationships/slideLayout" Target="/ppt/slideLayouts/slideLayout5.xml" Id="R15240216081946f0" /><Relationship Type="http://schemas.openxmlformats.org/officeDocument/2006/relationships/slideLayout" Target="/ppt/slideLayouts/slideLayout6.xml" Id="R965693c872f648d3" /><Relationship Type="http://schemas.openxmlformats.org/officeDocument/2006/relationships/slideLayout" Target="/ppt/slideLayouts/slideLayout7.xml" Id="R633aa97895434760" /><Relationship Type="http://schemas.openxmlformats.org/officeDocument/2006/relationships/slideLayout" Target="/ppt/slideLayouts/slideLayout8.xml" Id="Re010475ec9d641f8" /><Relationship Type="http://schemas.openxmlformats.org/officeDocument/2006/relationships/slideLayout" Target="/ppt/slideLayouts/slideLayout9.xml" Id="R81c6e35e28074cb0" /><Relationship Type="http://schemas.openxmlformats.org/officeDocument/2006/relationships/slideLayout" Target="/ppt/slideLayouts/slideLayout10.xml" Id="Rf26d059145e3479b" /><Relationship Type="http://schemas.openxmlformats.org/officeDocument/2006/relationships/slideLayout" Target="/ppt/slideLayouts/slideLayout11.xml" Id="Rbcb97eb59bcd4e5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533FD76-40B2-48DE-98EC-F923AEE61A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DA4F07-D25D-4AA8-9481-A0ACB31923C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F69093B-2894-49BD-BC77-111048F7EE2F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564FA4C-9B8E-4F8E-AC58-9B83F920349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2EEB6E8-CD94-45F6-8CCA-096954F90977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1a9e77a20944906"/>
    <p:sldLayoutId xmlns:r="http://schemas.openxmlformats.org/officeDocument/2006/relationships" id="2147483650" r:id="Rba0146680ebf4aff"/>
    <p:sldLayoutId xmlns:r="http://schemas.openxmlformats.org/officeDocument/2006/relationships" id="2147483651" r:id="R0e6cc09eca7b4837"/>
    <p:sldLayoutId xmlns:r="http://schemas.openxmlformats.org/officeDocument/2006/relationships" id="2147483652" r:id="R31f34ca51b0148c5"/>
    <p:sldLayoutId xmlns:r="http://schemas.openxmlformats.org/officeDocument/2006/relationships" id="2147483653" r:id="R15240216081946f0"/>
    <p:sldLayoutId xmlns:r="http://schemas.openxmlformats.org/officeDocument/2006/relationships" id="2147483654" r:id="R965693c872f648d3"/>
    <p:sldLayoutId xmlns:r="http://schemas.openxmlformats.org/officeDocument/2006/relationships" id="2147483655" r:id="R633aa97895434760"/>
    <p:sldLayoutId xmlns:r="http://schemas.openxmlformats.org/officeDocument/2006/relationships" id="2147483656" r:id="Re010475ec9d641f8"/>
    <p:sldLayoutId xmlns:r="http://schemas.openxmlformats.org/officeDocument/2006/relationships" id="2147483657" r:id="R81c6e35e28074cb0"/>
    <p:sldLayoutId xmlns:r="http://schemas.openxmlformats.org/officeDocument/2006/relationships" id="2147483658" r:id="Rf26d059145e3479b"/>
    <p:sldLayoutId xmlns:r="http://schemas.openxmlformats.org/officeDocument/2006/relationships" id="2147483659" r:id="Rbcb97eb59bcd4e5a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3b9eb088bfe4263" /><Relationship Type="http://schemas.openxmlformats.org/officeDocument/2006/relationships/notesSlide" Target="/ppt/notesSlides/notesSlide1.xml" Id="R865598efac4f409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912b8e5958844d3" /><Relationship Type="http://schemas.openxmlformats.org/officeDocument/2006/relationships/notesSlide" Target="/ppt/notesSlides/notesSlide2.xml" Id="R87ae89050ac7439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8053ef2cd4e4c06" /><Relationship Type="http://schemas.openxmlformats.org/officeDocument/2006/relationships/notesSlide" Target="/ppt/notesSlides/notesSlide3.xml" Id="R4b399d327171437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8af02739b0b4432" /><Relationship Type="http://schemas.openxmlformats.org/officeDocument/2006/relationships/notesSlide" Target="/ppt/notesSlides/notesSlide4.xml" Id="R54a3bd150b8f4d9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07833a1c0a24507" /><Relationship Type="http://schemas.openxmlformats.org/officeDocument/2006/relationships/notesSlide" Target="/ppt/notesSlides/notesSlide5.xml" Id="Rf4b92b8d8407428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9c2e143b5264c16" /><Relationship Type="http://schemas.openxmlformats.org/officeDocument/2006/relationships/notesSlide" Target="/ppt/notesSlides/notesSlide6.xml" Id="Rd3e70d8cef7d4dd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5a121781e9c4700" /><Relationship Type="http://schemas.openxmlformats.org/officeDocument/2006/relationships/notesSlide" Target="/ppt/notesSlides/notesSlide7.xml" Id="Rc8ef6c167a514dd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3b755ece65b4f85" /><Relationship Type="http://schemas.openxmlformats.org/officeDocument/2006/relationships/notesSlide" Target="/ppt/notesSlides/notesSlide8.xml" Id="R6b87ef5715b7489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bd6ca5c937143ac" /><Relationship Type="http://schemas.openxmlformats.org/officeDocument/2006/relationships/notesSlide" Target="/ppt/notesSlides/notesSlide9.xml" Id="Ra5c17aa79d01444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347e53847834e22" /><Relationship Type="http://schemas.openxmlformats.org/officeDocument/2006/relationships/notesSlide" Target="/ppt/notesSlides/notesSlide10.xml" Id="R96bfe84984d247e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3fcf1ae4af94c86" /><Relationship Type="http://schemas.openxmlformats.org/officeDocument/2006/relationships/notesSlide" Target="/ppt/notesSlides/notesSlide11.xml" Id="Rff4df46ea4894f0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3c76680282340bd" /><Relationship Type="http://schemas.openxmlformats.org/officeDocument/2006/relationships/notesSlide" Target="/ppt/notesSlides/notesSlide12.xml" Id="R21674614eda649a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3fa500b8f7748ae" /><Relationship Type="http://schemas.openxmlformats.org/officeDocument/2006/relationships/notesSlide" Target="/ppt/notesSlides/notesSlide13.xml" Id="R12f3b9fc6dd9403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1d617f03d5849a6" /><Relationship Type="http://schemas.openxmlformats.org/officeDocument/2006/relationships/notesSlide" Target="/ppt/notesSlides/notesSlide14.xml" Id="R3b54560ce0ac496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4acf7e7d5ac411a" /><Relationship Type="http://schemas.openxmlformats.org/officeDocument/2006/relationships/notesSlide" Target="/ppt/notesSlides/notesSlide15.xml" Id="R7772e4304ee1497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47e8b26f57d488d" /><Relationship Type="http://schemas.openxmlformats.org/officeDocument/2006/relationships/notesSlide" Target="/ppt/notesSlides/notesSlide16.xml" Id="R4793f29b6887400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b01960a838d428f" /><Relationship Type="http://schemas.openxmlformats.org/officeDocument/2006/relationships/notesSlide" Target="/ppt/notesSlides/notesSlide17.xml" Id="R77040aeaa281422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49a99e0d1c6416d" /><Relationship Type="http://schemas.openxmlformats.org/officeDocument/2006/relationships/notesSlide" Target="/ppt/notesSlides/notesSlide18.xml" Id="Rd63e4e85b1b5496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c04ef22beac436a" /><Relationship Type="http://schemas.openxmlformats.org/officeDocument/2006/relationships/notesSlide" Target="/ppt/notesSlides/notesSlide19.xml" Id="R481b391c443548c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94db720c4504bd3" /><Relationship Type="http://schemas.openxmlformats.org/officeDocument/2006/relationships/notesSlide" Target="/ppt/notesSlides/notesSlide20.xml" Id="R3771c59426bd40e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955766e57034fe5" /><Relationship Type="http://schemas.openxmlformats.org/officeDocument/2006/relationships/notesSlide" Target="/ppt/notesSlides/notesSlide21.xml" Id="R9c066e14ba5146c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7fd01a3f7ec4d45" /><Relationship Type="http://schemas.openxmlformats.org/officeDocument/2006/relationships/notesSlide" Target="/ppt/notesSlides/notesSlide22.xml" Id="R9992cfad6cf64111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28a7713ed4c4229" /><Relationship Type="http://schemas.openxmlformats.org/officeDocument/2006/relationships/notesSlide" Target="/ppt/notesSlides/notesSlide23.xml" Id="Rc106139192274fd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e7e71460688460a" /><Relationship Type="http://schemas.openxmlformats.org/officeDocument/2006/relationships/notesSlide" Target="/ppt/notesSlides/notesSlide24.xml" Id="R862b3ffa5dc1452d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a956c672d5049d1" /><Relationship Type="http://schemas.openxmlformats.org/officeDocument/2006/relationships/notesSlide" Target="/ppt/notesSlides/notesSlide25.xml" Id="R2fe1a3ea1b854f4b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ba94ecd78c3474a" /><Relationship Type="http://schemas.openxmlformats.org/officeDocument/2006/relationships/notesSlide" Target="/ppt/notesSlides/notesSlide26.xml" Id="Rbbdfd499d4a141c9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b6a527860cb459c" /><Relationship Type="http://schemas.openxmlformats.org/officeDocument/2006/relationships/notesSlide" Target="/ppt/notesSlides/notesSlide27.xml" Id="Re598ec31a816403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2d3be470b954ad3" /><Relationship Type="http://schemas.openxmlformats.org/officeDocument/2006/relationships/notesSlide" Target="/ppt/notesSlides/notesSlide28.xml" Id="R1e31774a69b54267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20495898fb840c7" /><Relationship Type="http://schemas.openxmlformats.org/officeDocument/2006/relationships/notesSlide" Target="/ppt/notesSlides/notesSlide29.xml" Id="Ra606a667a30e44a1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5c5b930bf7e4c41" /><Relationship Type="http://schemas.openxmlformats.org/officeDocument/2006/relationships/notesSlide" Target="/ppt/notesSlides/notesSlide30.xml" Id="R52143ba893b741a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D954622-B252-4BB6-9886-4862C11F4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D4FDF2D-12BC-41D4-A640-52547C9C4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92C2E5B-4A03-44EA-BA40-33FF8B9D5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75286D3-3980-42E7-8CE4-5A705207F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Extended 30-slide reviewer and financing-decision package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C2874BB-028E-4BFF-B725-72D1F4397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2D623E3-273C-4C66-9547-83DD023D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830A4CD-4C82-4CF3-A914-F4C4AFD8A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2026.07.22-9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83B0AD9-62B5-4E9A-B59C-B3DF1665A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2026-07-22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DDC634D-1984-4241-B506-3B4DD7DA4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BD4CBCF-ACD6-47E6-AD4C-F62FFAE12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6DA264B-2DC6-4EF5-BFD6-DF2BF6D90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74042412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8BF708A-6AB5-4B48-AD32-E938D4806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39C45E1-6C21-47AD-A1C3-5122F1935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Financeability remains possible—not yet a conclusion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40B5AF4-9F53-4FDC-B047-458C80F0D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A4302CE-C91C-434B-8AF2-F0A8848A7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703433C-8A53-4E93-86E4-1AA8F9495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301BED8-8D2A-4958-B4A3-76BE48D43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D9BDBCE-B023-4571-A1F5-DE579B092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Official patent and court sources justify further diligence; they do not yet establish collateral value or repayment.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A5B8A30-2FEF-4FD8-8FD4-FEE81E3D0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amended EP3032975B2 and Germany's two official decisions form a legal-evidence anchor.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market dataset spans a 195-country research frame, but there are 0 comparable retail-value donors.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financing structure requires national rights, a claim-mapped-sales bridge, cash flow and independent valuation.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E6A8CC8-C75C-439B-806D-352FBBC56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06900D2-EBA4-4DC5-B9AE-7DEE2DDE9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Recommendation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4FCA79C-A4CA-4243-B17C-DE26DD323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Open a conditional 90-day diligence phase, not a final credit decision.</a:t>
            </a:r>
          </a:p>
        </p:txBody>
      </p:sp>
    </p:spTree>
    <p:extLst>
      <p:ext uri="{BB962C8B-B14F-4D97-AF65-F5344CB8AC3E}">
        <p14:creationId xmlns:p14="http://schemas.microsoft.com/office/powerpoint/2010/main" val="187027287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79AC010-F3B8-4B79-AE8B-802D8F873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DCB1B9C-52F5-4FC7-B4EA-C8F20A217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Three reasons to proceed—and three reasons to wait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712BD54-C6F5-4056-88D6-69F502540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E25D6B4-B553-4C89-957F-6FDE67291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1853347-E45C-449C-8652-73E580125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DD99515-C4C9-433B-A530-27F2A57B9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Strong signal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supports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does not prove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central EPO opposition concluded with the patent maintained as amended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Documented 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and enforceability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signal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 or worldwide validity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Product- and claim-specific signal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Another product, country or paid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1D39DB8-3582-4D2C-BFE4-A7F2E9E68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lender should price only the evidence for which title, enforceability and cash flow have been confirmed.</a:t>
            </a:r>
          </a:p>
        </p:txBody>
      </p:sp>
    </p:spTree>
    <p:extLst>
      <p:ext uri="{BB962C8B-B14F-4D97-AF65-F5344CB8AC3E}">
        <p14:creationId xmlns:p14="http://schemas.microsoft.com/office/powerpoint/2010/main" val="128815132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3F78842-F31D-4BCA-A6BB-5EA12A03B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8FC01DC-76AF-447B-BA62-D2B82BE93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evidence chain currently breaks before cash flow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7EBB987-37AD-4869-B075-9B1887681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55BE1A0-4A21-4B2D-BA2E-5B304B9A0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93F9AD1-E09D-4424-8457-D8F1B258B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D7206DC-AA3D-4387-A8FD-D031C396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4ADFDA8-7320-483C-AFE8-997B243CD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 → enforceable national right → relevant product → relevant sales → contract or judgment → payment → debt service.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A0F79FF-F678-42AB-ABA9-AC95D5C8B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beginning of the chain is partly confirmed by official sources.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product and sales link is confirmed only to a limited extent: Germany,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Evidence of contracts, payments, company finances and collateral value is missing from the public package.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14BDCFF-2E00-4194-B5A0-F222F526F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3EF9BBC-5C74-401C-8F66-AF29D4359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Credit risk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27F02F9-789A-4AED-BCE4-289A1844E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One unconfirmed link can reduce nominal market value to zero in a realisable downside scenario.</a:t>
            </a:r>
          </a:p>
        </p:txBody>
      </p:sp>
    </p:spTree>
    <p:extLst>
      <p:ext uri="{BB962C8B-B14F-4D97-AF65-F5344CB8AC3E}">
        <p14:creationId xmlns:p14="http://schemas.microsoft.com/office/powerpoint/2010/main" val="161989235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2C60E80-6F04-43E4-83E6-CBB525FF8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ACE98B9-4016-4C2B-9B05-B7C39337E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Resistance data drives the patented heating control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3D715AA-D4B1-4791-AC38-1A3D5778C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AE76652-6AA8-40C8-AC6B-213CEC139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9DD5EDA-AEFF-483D-8B88-72843F8A5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6641539-268B-4B36-AA60-8F2E7EC77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925BA15-DA98-4F04-BE7F-7E7173CBD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FFA6CC8-8790-4A11-939C-AEA994886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Measurement: heating-element resistance.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Data: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Control: power delivered to the heater and the user-adjustment limits.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C08CDB56-E939-4BF9-8555-EA0BC1556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C344D4D-296E-432E-BBA2-03F99C301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Interpretive limit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AC936B5-CB92-49D9-A5D9-6090423D9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plain-language description does not replace country-specific claim construction or product-specific claim analysis.</a:t>
            </a:r>
          </a:p>
        </p:txBody>
      </p:sp>
    </p:spTree>
    <p:extLst>
      <p:ext uri="{BB962C8B-B14F-4D97-AF65-F5344CB8AC3E}">
        <p14:creationId xmlns:p14="http://schemas.microsoft.com/office/powerpoint/2010/main" val="151158090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281E17B-9B76-4F46-8F4E-3288172D9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2D5FA6C-B583-4E10-9ADF-222623D40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nine B2 claims are the starting point for review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76B9391-C8E3-452D-BD11-727FF1A5D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E818B6A-536B-445F-B103-DA7DD47FE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1AFCE20-A5F5-4206-9377-C90EE873E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F40E579-2118-4AE1-B5B6-C0653EA82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Public description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 test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Controller / method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 of an electric vaporiser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version and country?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 measurement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Heating-element resistance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and when is it measured?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Stored values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Resistance–power mapping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Where is the data stored?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Non-proportional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Defined nature of the power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 claim limitation met?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Adjustment limits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Minimum and stored maximum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does the interface implement the limits?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FDB45C9-76B8-47F7-BDA0-AE76C75DF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Every claim limitation must be evidenced; a feature list alone is insufficient.</a:t>
            </a:r>
          </a:p>
        </p:txBody>
      </p:sp>
    </p:spTree>
    <p:extLst>
      <p:ext uri="{BB962C8B-B14F-4D97-AF65-F5344CB8AC3E}">
        <p14:creationId xmlns:p14="http://schemas.microsoft.com/office/powerpoint/2010/main" val="19139235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B463AD2-7E2E-4157-ADFD-F299D24D7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70B91EC-48D3-406A-A910-727B9B2C5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Core IP events are traceable to official records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21AF8F7-985C-4394-8C56-E0A07AD8C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E4098A7-BA03-4FA5-A052-F2C59E9BB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B7D0F1D-7E41-44DC-BBD0-17C20A46F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4B02055-68FF-44C5-BCFC-4A5C53487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5FF2D78-BE65-4960-9FEE-BE04CAD85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79D9F95-1EA6-4217-8D7A-2808CAE3B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 August 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41BF304-D417-42CE-8DE8-0EAC2898C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9723800E-07FE-4864-8BB9-F6D32CBBF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D511301-AB35-49B9-9E6E-CF261081D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 April 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FC34DF0-D788-419E-BFF2-41BFE59DA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publication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67E3D468-32BE-4054-AD7A-9FE70008F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465B154-EC09-4284-9B02-7227BF456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A943CF4-476B-45C0-A5C5-AA841F287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amended claims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CDA29A9-0755-4767-8098-AA218A3A9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central EPO opposition and appeal proceedings have concluded; national post-grant status remains separate.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03E3708C-C153-45E3-9BFF-39E9A3A63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A51478F-2DFC-435F-B782-260D0A219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6EFD916A-A32F-4A83-98CD-7F95741E6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National post-grant rights remain separate from the central EPO proceedings.</a:t>
            </a:r>
          </a:p>
        </p:txBody>
      </p:sp>
    </p:spTree>
    <p:extLst>
      <p:ext uri="{BB962C8B-B14F-4D97-AF65-F5344CB8AC3E}">
        <p14:creationId xmlns:p14="http://schemas.microsoft.com/office/powerpoint/2010/main" val="150288129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F85C460-0FC9-475A-BEFD-91CDFEE6C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GEOGRAPHIC COVERAGE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BACA264-B47E-46A4-8E7A-42B53BD30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22 family publications do not prove enforceability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D986817-AC15-4D81-9DA2-BCE9D737E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FA7DF14-4866-409B-BA7C-CFAA47207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CB5B9D5-AACA-4CB7-9B53-5F6DF15E1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EPO family; national registers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F3E946A-196F-466F-A998-DAE328B1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354748C-E401-4C4A-B5EA-CB8CA8020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DBA2817-ABED-43F2-ADBA-5C0C61DD2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A634BB8-385E-4C34-84D7-51654DE3A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B9A6829C-4527-4493-9820-8293EFE1A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3EBC911-5509-483F-B4A0-FAF788BFC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EC47865-5C1B-432A-B2F8-CEBBE7EE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proceedings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E3155377-721A-4F72-A364-E1ED4F59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EBB0956-E332-47B8-A852-B92019A56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607D192-AFFC-45DF-9D0C-9F31FB11F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national-register checks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1B352597-ADE2-4DE7-A6E2-C9096A1FC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BD6BCEB-C4A1-474E-AA68-DBA0E1E82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77469775-6D7C-4887-A3EA-4C5610814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enforceable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98BC8E10-5F47-433F-91BE-166F28150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publication route is a map, not proof of title or validity.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3B4C493A-6A11-4625-A17E-B8E064D9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64119EA7-164B-4C27-8B57-E68D6C572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75D54E7B-E8F0-41AD-9015-67888E8C0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Counsel's country matrix should include proprietor, operative claims, renewal fee, receipt, encumbrances, UPC position and next deadline.</a:t>
            </a:r>
          </a:p>
        </p:txBody>
      </p:sp>
    </p:spTree>
    <p:extLst>
      <p:ext uri="{BB962C8B-B14F-4D97-AF65-F5344CB8AC3E}">
        <p14:creationId xmlns:p14="http://schemas.microsoft.com/office/powerpoint/2010/main" val="125485367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F86B18E-D37E-42D5-939C-C13C68556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2FC2B2F-A43C-453C-963A-6A9219B3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 decisions are strong but narrowly scoped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DC40BD4-F3E4-4F7C-BA26-75C97201C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330912F-99CD-4DAC-BF5C-14877D4F6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61978B0-8184-4DCC-93D1-648DC06E2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Official judgments: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F05FD3F-8F5E-4D4F-BD11-CCD845CB4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8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Reference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event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Scope and 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76936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 (14 January 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dismissed the nullity action concerning the German part of EP3032975B2. The official register records an appeal to the Federal Court of Justice under case number X ZR 21/26. Not final while the BGH appeal is pending.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76936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 (2 April 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found that the products examined directly infringed claims 1 and 6 and indirectly infringed them in relation to supplementary components, and ordered the remedies listed in the judgment. The official judgment is available; appeal status, finality and enforcement have not been independently confirmed in this publication.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764FEA9-9D11-4EB7-AD70-AC9C54292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German evidence does not automatically extend to another product, counterparty or country.</a:t>
            </a:r>
          </a:p>
        </p:txBody>
      </p:sp>
    </p:spTree>
    <p:extLst>
      <p:ext uri="{BB962C8B-B14F-4D97-AF65-F5344CB8AC3E}">
        <p14:creationId xmlns:p14="http://schemas.microsoft.com/office/powerpoint/2010/main" val="2609872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268E322-EDD7-4B18-9AEA-77ABB93B6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265EDCF-C001-4662-9C33-EF329B166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Chinese matter is not an infringement victory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39BC21F-7DD1-4F28-A336-CC1F0BBB7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4A40B15-2E87-43CD-BD70-026406062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A1141D7-3E13-43F4-B6DB-EC2E58B84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326962D-FBED-4D6F-A996-5973E274A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CD0CBEA-0DDC-41D1-9A14-14CB66082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Public secondary docket information points to an applicant-side re-examination of a rejected application.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C0F58FB-2CA0-49EE-AA2E-691F7847C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proceeding is classified as a review-request matter.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official decision and detailed reasons were not obtained for the public package.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was later published as granted on 4 May 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E8AEEFEC-61EF-4F64-BC01-3A754B9AC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E551C28-2294-49AD-842D-184107772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Use limitation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62C9C30-379F-4B90-B6B6-1892A4AA6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matter must not be described as Chinese infringement litigation, a counterparty invalidity action or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200779608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6AF9ACC-9A10-488D-8332-C6C0D934C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0BFEDF8-C461-47BE-BC5D-CF4F1AE63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Four current IP alerts require a documented owner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7A5D4EB-80E0-4991-AAFB-6242914E0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FE3D0F6-1CD9-417F-AE6C-EADEA96F2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04B292D-9C96-4D89-A6F9-183D4A72D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0F0E5FA-069C-4BDF-AAB8-8C6817FA5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 / region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Deadline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the next Australian renewal immediately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 August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Finland's year-14 renewal fee is due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Reconcile every European national right before the payment cycle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 December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and pay the United States 7.5-year maintenance fee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1F8A7B3-4815-4C6E-AE6A-D26A0228E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Deadline monitoring is an operational collateral-value control, not an administrative detail.</a:t>
            </a:r>
          </a:p>
        </p:txBody>
      </p:sp>
    </p:spTree>
    <p:extLst>
      <p:ext uri="{BB962C8B-B14F-4D97-AF65-F5344CB8AC3E}">
        <p14:creationId xmlns:p14="http://schemas.microsoft.com/office/powerpoint/2010/main" val="177157126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B848FBE-732B-4C9F-A0E1-5EE818656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F94AF81-1AB6-4EB5-9235-C85BBFF7D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Atlas: 195 countries—not a market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C4BD03F-6AB8-4339-8822-A32241C9E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46CDFFC-86CC-4130-838E-65EDAD439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61BB9C8-86C2-412F-94C5-D9276D1B8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5F21FE3-C3CD-42FC-A3E0-AF12F3074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7C8E7FD7-6C4A-4AF2-B2D9-C013C5669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8579EB4-EA27-47F3-8747-DA0792F1C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7BE9D3B-B4A6-44D2-80A7-7491C695F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A countries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74D1EC7B-2587-4CDB-9C69-5CAA92EFC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C275A3F-A3F7-4E7A-94F5-C60FF570D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FCBABE1-97BE-4097-9FA5-24CF92AE5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B countries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77C224F-1C07-4799-965D-0915124B1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4486C71-C47C-476D-9F89-23CB44770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27BD842-379E-418D-9C6A-EB4AE5CD5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C countries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662168AA-21E6-4F50-B55A-FEED54F92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8BF0CFF4-92D9-4DEA-9649-8C2323FF9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59D499BE-DACA-408E-AF32-2945FEAE1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D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4653E20-4299-43C9-9AC3-8EAC0E9DD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evidence observations; the UN component of the universe comprises 193 Member States.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3DCE39FF-28F1-49E3-81C0-D6079E4C2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CB803758-96F7-405F-B8A1-9EC442B8A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13824250-3ED0-4407-BBA9-7BA67AC54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Grades A–D describe evidence maturity, not market size or commercial attractiveness.</a:t>
            </a:r>
          </a:p>
        </p:txBody>
      </p:sp>
    </p:spTree>
    <p:extLst>
      <p:ext uri="{BB962C8B-B14F-4D97-AF65-F5344CB8AC3E}">
        <p14:creationId xmlns:p14="http://schemas.microsoft.com/office/powerpoint/2010/main" val="1053656129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5AAC6CF-403D-4C9D-A753-445C2170F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79AF131-9B87-4F01-9CB8-5DB3649A5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5-country official observations use different metrics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82F86DB-9B24-4FF4-B81D-3BA6229E5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0DAE225-6A75-4ECE-8B9C-9FDEE2D69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D3D3FEC-C9E1-486A-AA99-3A91D5137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Health Canada; Destatis; Vero; Sejm; Swedish Government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F9D7F3D-D30C-4435-A1B4-E2A91708E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60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observation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CAD 1.16bn shipment value; 1,251,843 l of liquid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 → 1.518m l of taxed liquid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11,801.062 l; EUR 3.54m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Poland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 / 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805,441 l; PLN 993.1m excise tax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Sweden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26,000 l; SEK 80m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2143438-2D76-40AA-9B4F-ACB8737B1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Litres, shipment values and excise taxes are not summed into one market.</a:t>
            </a:r>
          </a:p>
        </p:txBody>
      </p:sp>
    </p:spTree>
    <p:extLst>
      <p:ext uri="{BB962C8B-B14F-4D97-AF65-F5344CB8AC3E}">
        <p14:creationId xmlns:p14="http://schemas.microsoft.com/office/powerpoint/2010/main" val="90844717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75E4BFB-5ADD-4646-BDA0-0072CD4CA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59BB44C-CE6A-469F-9979-FDA2C47DF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Canada anchors shipment value, not retail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13330CB-AA6B-41B2-8300-468989448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0EFEF3F-6194-48E7-841A-E9EC75F74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4A9EE12-0994-4AAF-A622-39C6403B4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AE534A5-4A89-4498-8BBB-C85FA4DA7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12A39CE-FC67-43B8-BF28-1CCDFF378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A68605A-3654-4D8C-ACC3-68E68591E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CAD 1.16bn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97F40E1-9603-4390-8E2A-94FDFC16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manufacturer/importer shipments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2DD5251-6816-4609-97D2-C6A3E8C98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56FF869-041A-41FC-8D56-F63A9C347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118.9m units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BF31271-41D3-4D5E-AF58-F02A0F5D4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reported units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6921BA5-C4D8-40A4-9695-35B28057D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40DBA46-11F1-42E2-B8CA-A5FFECFEE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1.252m l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73DEFD7-79BD-4275-A420-CAB80D0C3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reported liquid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5519D40-B48E-48FE-B8CB-3D34AFD4D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official full-year shipment value to wholesalers or retailers covers all four reported product categories.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53198C0-409A-4AD0-BA0B-F56507DFD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D30D8E8A-3384-4F8F-8088-9352D11E2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6F05FA5E-16B9-4085-875D-03453B6D9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official full-year shipment value to wholesalers or retailers covers all four reported product categories. It is not consumer retail purchases, and Health Canada may revise the data.</a:t>
            </a:r>
          </a:p>
        </p:txBody>
      </p:sp>
    </p:spTree>
    <p:extLst>
      <p:ext uri="{BB962C8B-B14F-4D97-AF65-F5344CB8AC3E}">
        <p14:creationId xmlns:p14="http://schemas.microsoft.com/office/powerpoint/2010/main" val="189638526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700B5B6-5290-46D0-B2D7-C864FF31B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GERMANY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893CBF7-4192-4413-AA9E-090AAB9D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liquid volume rose; value needs a price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4C6BCEB-DF66-4359-A276-332CDFB34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F0C490A-4747-4D94-8AC1-8AC6D9633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65155F5-57CF-4019-977E-A7D168B5E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396B180-7561-4E20-9557-8148F3098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Taxed liquid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Excise tax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201m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1.284m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266m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1.518m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404m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Provisional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FC502E7-0171-47DD-9FB5-81F137FD8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Taxed liquid volume excludes devices, tax-free and illicit trade and is not retail value.</a:t>
            </a:r>
          </a:p>
        </p:txBody>
      </p:sp>
    </p:spTree>
    <p:extLst>
      <p:ext uri="{BB962C8B-B14F-4D97-AF65-F5344CB8AC3E}">
        <p14:creationId xmlns:p14="http://schemas.microsoft.com/office/powerpoint/2010/main" val="1205900801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0266EB8-106E-4494-8F5B-A61A58AA2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MODELLING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0D7C854-DB79-49CE-8BF0-A882E8C2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range is modelled—not observed sales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0490857-390B-4F5E-B660-D50F1F36F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DF2CC33-8D36-4F05-AEDD-B75E7FC4F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8578790-4140-4CC3-B0F3-F7D4B6C00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77F31AF-48BB-45BD-82CF-6F2FDF77E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CC7C4343-28C7-4FA7-A18F-CB50ED73C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8814392-5355-4240-9E60-E4DED7D08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EUR 667.92m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DEEA3CB-5689-49E9-82EF-43931A8EF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0.44/ml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0647806E-A2E3-4929-B88B-4C7B4851F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8E6A19F-A16B-418C-9349-B202DD3F6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EUR 1,199.22m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6C764FB-B959-4307-948A-7C1484CFF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0.79/ml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3E047904-6F34-41C2-8AA2-9B880E367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850ABC25-24F8-4CB8-8DAD-A19B85315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1,654.62m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2CD0FC0-7129-487B-BCF8-EEBF7430E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1.09/ml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69F35DA-87C0-4667-9670-FE35E6112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Formula: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26111FC8-D795-4B83-8826-6913A533D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B86C0D5A-C8AA-46A4-BAE2-9622739FA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8F2C4628-2A03-4E1B-B695-C45CB95F6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Not observed sales. The provisional 2025 taxed-liquid volume is multiplied by three 2026 prices from one German online shop. The year mismatch, single-shop basket, product mix and excluded categories make confidence low.</a:t>
            </a:r>
          </a:p>
        </p:txBody>
      </p:sp>
    </p:spTree>
    <p:extLst>
      <p:ext uri="{BB962C8B-B14F-4D97-AF65-F5344CB8AC3E}">
        <p14:creationId xmlns:p14="http://schemas.microsoft.com/office/powerpoint/2010/main" val="127137267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229B36F-ADD8-448A-A132-96B9F4601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GLOBAL 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31A3CDD-6D82-4663-BD7C-DECE72B8E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Global estimates are checks, not our estimate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CF9ED73-4A90-40CD-B104-A47B95F2D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3D23BC4-7C61-4C4E-893A-2C61B47E6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58C4548-3DFD-49CC-8425-5D7627122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IMARC; GVR; Fortune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281D780-4AE8-4221-90AF-9EB2D3B8C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2B25AD0D-711B-4DB8-96F3-21597C0B1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AC812A5-3882-44E0-8BF5-6FD7A5D6E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USD 26.0bn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3AD0DFA-41AE-45D1-9FFD-3878EA029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63B09AB-D724-47F5-9A98-FDAFDC8F6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EE580FC-3BE2-41CB-80BA-EA7BBB6A1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USD 45.7bn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987D544-558B-4239-944D-3CBB53C5A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151FEDD6-FBE1-4637-8A26-C86EAAF81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F7BCBAA-4A86-4410-868C-DFB317B33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USD 46.32bn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732CA8D-9729-48CD-B0C2-DF744590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E0146A5-8DE9-45C4-81A8-494057C08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range is wide because product scopes and methods may differ.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27C64C26-A5FD-48CB-A1B6-AF131505D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5A981EE0-44D7-4586-A798-348C3254D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815DE90E-B6CF-44AE-BB9B-85BB44E90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estimates are compared with each other. They are not summed, and the range is not used automatically as a royalty base.</a:t>
            </a:r>
          </a:p>
        </p:txBody>
      </p:sp>
    </p:spTree>
    <p:extLst>
      <p:ext uri="{BB962C8B-B14F-4D97-AF65-F5344CB8AC3E}">
        <p14:creationId xmlns:p14="http://schemas.microsoft.com/office/powerpoint/2010/main" val="1895678815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F831B8E-E069-4611-AD04-D221DC648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METHOD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BCD15DD-51C6-4CA5-8D4A-042909516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global estimate needs ≥3 comparable markets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0B202DD-88BF-4FC3-8B8A-FF6A3AB9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9D2F74B-D744-4CAE-AAF6-1DAA04808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CB28205-8763-462C-A07F-A7FD543B0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Market-values model; Readiness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401AC9C-3941-491F-95DE-87580D8D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8748D64-7F67-41A5-8A0E-553CB57C7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current comparable consumer-retail donor count is 0; the hard gate is not met.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3E2C2D2-4656-4191-814B-55BD3542E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same product scope and calendar year.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Consumer retail value, not a shipment, tax or volume proxy.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Coverage across region and regulatory types, plus direct validation in major economies.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2C6EFA9B-D7E2-45F5-B863-CE4333356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12B3CAF-6D23-43A6-B492-7C2B68EFF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Only then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E38F901-F568-47CE-8998-4437DB276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Triangulate demand, tax, customs, company and price methods. Compare results; do not add alternative estimates together.</a:t>
            </a:r>
          </a:p>
        </p:txBody>
      </p:sp>
    </p:spTree>
    <p:extLst>
      <p:ext uri="{BB962C8B-B14F-4D97-AF65-F5344CB8AC3E}">
        <p14:creationId xmlns:p14="http://schemas.microsoft.com/office/powerpoint/2010/main" val="1580677065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A5B3AA2-A87C-4ACC-A10C-3A4329CD4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VALUE BRIDGE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511DD69-22BC-4A78-99A5-701262F1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market-to-patent bridge has five filters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5EC310A-1BCF-41DA-9A5A-08506308C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4FD007A-F5A1-4410-B085-08B7210C1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AFF42F9-239E-4E74-895A-201218BC4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7BD48C3-50F6-49A6-9117-301383964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60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Filter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and metric scope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Partial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Jurisdiction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Enforceable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 globally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 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evidence: Germany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× country × period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Cash flow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Royalty/settlement − costs − taxes − delay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7EF4077-30F4-459E-A417-B46ED9852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bottom-level cash flow can service debt; the upper-level market cannot do so by itself.</a:t>
            </a:r>
          </a:p>
        </p:txBody>
      </p:sp>
    </p:spTree>
    <p:extLst>
      <p:ext uri="{BB962C8B-B14F-4D97-AF65-F5344CB8AC3E}">
        <p14:creationId xmlns:p14="http://schemas.microsoft.com/office/powerpoint/2010/main" val="79453645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5A7B432-AB71-4CEB-A856-964BB465E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CUSTOMERS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58D9CB7-60D7-48A3-B946-DD67A414B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Potential customers are hypotheses, not yet evidence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74B47CE-4EF1-45B5-8DEE-BDCCA3AA9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59BFD51-0C1E-4D75-8D38-4EC1ED3C6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AB1AF26-1A24-41C1-8640-530A49816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9CCDE48-5046-41D4-BE2B-486605C47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7CACC44-5B69-4085-AEC1-736E00C9D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Commercialisation routes point to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5627811-2E94-4D54-86DD-CDF36C6DF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manufacturer, value may be a licence, freedom to operate or settlement.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technology provider, value may be an integrable function or legal position.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financier, value is controllable, realisable cash flow and downside protection.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51209ECF-F186-4DF0-884E-5547CDE33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8D4ECBB-053D-4FD8-8F0F-0125426EF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96BFF5A-4468-4543-AC42-6E54F65D5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Document 10–15 interviews, decision criteria, objections, budget and next step. The public evidence does not yet include these.</a:t>
            </a:r>
          </a:p>
        </p:txBody>
      </p:sp>
    </p:spTree>
    <p:extLst>
      <p:ext uri="{BB962C8B-B14F-4D97-AF65-F5344CB8AC3E}">
        <p14:creationId xmlns:p14="http://schemas.microsoft.com/office/powerpoint/2010/main" val="1155978858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03DA760-0984-499B-AD2E-6BBB9AC1E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COMPETITION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C6CEC90-BB31-49C8-A4A0-18A4D5395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competition map must cover four parallel levels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D73F3FB-ED1C-4FC7-A201-41AFB50B3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D46930E-332C-4E19-A969-087A95F45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EB8F954-47AA-41EE-AC76-D2FBC5927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5487946-D63A-44FB-8C8A-A27D0155D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Analysis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Output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Function, architecture, price,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Comparison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in a different way?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 assessment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acquisition, in-house development, litigation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 model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1138F25-A2D8-431A-81B8-8A9DD1539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technical advantage is not credible until alternatives have been documented and sourced.</a:t>
            </a:r>
          </a:p>
        </p:txBody>
      </p:sp>
    </p:spTree>
    <p:extLst>
      <p:ext uri="{BB962C8B-B14F-4D97-AF65-F5344CB8AC3E}">
        <p14:creationId xmlns:p14="http://schemas.microsoft.com/office/powerpoint/2010/main" val="1240088644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8D75A87-E60A-40A8-863D-3FC88E05E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TECHNICAL VALIDATION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A5F2887-7033-41C3-BA75-6874578B8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validation needs an unbroken evidence chain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1229D39-7823-4082-B0BF-B4B5031A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50E1835-613B-416C-BC7B-48190EF1C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454BFF3-9B91-4865-8F6C-A85BFD518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E931DB9-A87D-49CE-BA4A-1714BD9C5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3160B88-B59F-4BB8-A89A-DBCFD40E9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A00457D-CE7C-44FB-847A-85E06200B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ADDD63B-2A19-48CD-951A-7805C9FDB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Sample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015F019-8087-442A-BBAD-5CD167F5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Purchase in the correct country and period; document the seller, product version and serial details.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4A815717-894A-4C12-834F-9291A2489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B2FF549-C939-4FEF-BF83-7701C0F9E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F9A56E8-0DE4-412E-B00A-20446FCC2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Chain of custody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51863E0-9137-4E73-A868-407823AD1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 receipt, storage, opening, imaging and file hashes.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AB60F21B-7613-4F7A-8BE4-0209FA846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A1F3B46-46C6-48DC-A545-6176E8E50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E8818AE-E36A-4BCE-8B60-BD7518EBB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and testing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0BD3A17-44B8-42EA-9B2C-249CFDFC2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Produce an independent measurement protocol, raw data and repeatability test.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AFE5E6C1-6216-490A-87D3-7605C9F07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6628B6A-2405-4AE7-993D-0709CD6F0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78CB31B6-3C24-454B-BCB0-242972C25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5C3E021B-E459-46E5-866F-A7EE1C8E6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 every claim limitation to evidence and counsel's conclusion.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881B841-623D-42CB-B52D-6BAA8B0A9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Market sales can be attributed only after product identity and claim mapping are controlled.</a:t>
            </a:r>
          </a:p>
        </p:txBody>
      </p:sp>
    </p:spTree>
    <p:extLst>
      <p:ext uri="{BB962C8B-B14F-4D97-AF65-F5344CB8AC3E}">
        <p14:creationId xmlns:p14="http://schemas.microsoft.com/office/powerpoint/2010/main" val="1540590765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006C4E8-B78E-474D-A7C6-9AB159007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61CA223-E18E-4892-AAB2-12240B210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starts with hard gates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85A37D-1E96-4E10-8B28-2BC93FDD1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6744067-E5D3-406A-ACED-6654EFED4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0FBEEA0-01A4-4426-8E06-A16F809A0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6CF3C17-8E54-4F52-B92E-CA155913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FB95883-4349-43E1-B772-D7F6167CB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B9890FB-1F91-4B59-977C-1F6B018B2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5CD40FB-48AC-493B-8B8D-A8A87585E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right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533DB97-B3F5-4DEE-8ACC-565693A68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outreach without country-specific title, validity, encumbrance and deadline information.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C7B6FA47-0A7A-44A9-8487-675A99429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651A65E-E926-4FDA-B9BF-5E5DC314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01A10754-59B5-48B0-A23D-7220B16BD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product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E47101D-7AF9-4F30-B81B-B5319BDBD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assertion without a product sample, claim chart and documentation of the local act.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83DDF465-966F-42C8-A212-F05648A1F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DF1812A-E692-4B32-A053-7A40546F1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E180A76-B1EA-4651-B686-31A97EC0A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Score the target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129954E-B4DC-4B27-A880-9FEB1D0C5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sales, evidence, counterparty, jurisdiction, cost and recoverability.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976229AF-CDFE-437B-B7A4-E967449C6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B2FC2DC8-E230-47A1-A90B-60D7A913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2ADE84F0-6FD7-42C7-A06F-25FCCA5D2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 a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0F632556-65EA-4E3F-B4C6-77732E252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Negotiate licence, settlement, assignment or financing options under controlled conditions.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FB992DC0-8797-4350-B09E-AE47828A9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An outreach letter does not automatically interrupt limitation or prove service of notice.</a:t>
            </a:r>
          </a:p>
        </p:txBody>
      </p:sp>
    </p:spTree>
    <p:extLst>
      <p:ext uri="{BB962C8B-B14F-4D97-AF65-F5344CB8AC3E}">
        <p14:creationId xmlns:p14="http://schemas.microsoft.com/office/powerpoint/2010/main" val="859806017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1838222-A282-41FD-9B12-E064A020D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F8FDAD1-FD54-42B8-A083-1A78415FC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Routes differ in cash flow, control and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8BEE886-3729-4673-86C6-568C0EBA4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3AD91A6-E772-41C2-BD2D-02F501FCB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1AE0A7A-7FD6-40C4-BFEA-C974C5EEF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AF7A2C1-663E-48B1-B7E6-A68AAE40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Route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Key risk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recurring royalty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Royalty-base audit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Settlement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Lump sum / phased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 automatic precedent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Assignment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Purchase price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Future upside is transferred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 financing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 or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 and controls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Litigation financing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Capital tied to 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High cost and outcome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F1A5A2C-E11F-4A67-BEE5-BE868D525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Choose a route only after the right, counterparty, cash flow and downside have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107910536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5F13E3D-FA26-4DDB-9E23-F34CB15AF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FINANCIAL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58939F6-6EC0-4F64-9CD3-94CD78E10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financial model begins with verifiable inputs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1FB9D3B-DEA3-4340-B365-3E2375E0A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88C1931-650F-4C77-A5CC-8B3876C33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F3403B6-D0FB-4126-B951-95A4D3E5B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DAC56FE-A8E1-4F11-B610-7840E739A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Source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Country-specific relevant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Authority / counterparty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Counsel-reviewed product 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or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/ legal analysis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 and recoverability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Proceeding and counterparty analysis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and taxes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Budget / tax adviser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Discount rate and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92FDC02-EB16-4547-B8F1-4C3795FA6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lender-ready NPV cannot be derived from the current public package.</a:t>
            </a:r>
          </a:p>
        </p:txBody>
      </p:sp>
    </p:spTree>
    <p:extLst>
      <p:ext uri="{BB962C8B-B14F-4D97-AF65-F5344CB8AC3E}">
        <p14:creationId xmlns:p14="http://schemas.microsoft.com/office/powerpoint/2010/main" val="1707387436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FD9C22E-0936-4183-A433-3FCF7175B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7F18902-FB7F-4468-9236-AC4DB5FA6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Sensitivities must be tied to real risks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B6A6BCF-E493-4970-904A-6BC94F636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E25D073-19E2-4E5F-9B91-200B01205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25CFED0-7FDD-4872-8379-9A6BA5533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AC4850B-48C1-4AF0-A7D7-C0EA57F5A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Driver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Jurisdictions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 country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Prioritised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Broader verified coverage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One product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Validated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 but documented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/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Expert-supported lower bound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terms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Verified upper bound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Appeal and prolonged collection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path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structure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Full litigation budget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pilot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covered by counterparty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E5CF8AB-6039-4F8E-BB41-CF294BF05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No percentages are entered before source evidence; this slide defines the scenario structure.</a:t>
            </a:r>
          </a:p>
        </p:txBody>
      </p:sp>
    </p:spTree>
    <p:extLst>
      <p:ext uri="{BB962C8B-B14F-4D97-AF65-F5344CB8AC3E}">
        <p14:creationId xmlns:p14="http://schemas.microsoft.com/office/powerpoint/2010/main" val="53254733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DA63CFE-2427-48EE-B5AB-B5243B9B8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REVIEWER QUESTIONS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3B93B61-C5AE-473B-BFF6-C6EA195A3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Five questions determine the lender's next decision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5A32B4B-B3D7-4083-8B32-D6C8C9A5B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A3F3C49-526C-4917-B375-4E0909591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C7FF603-B003-492E-A5EC-3AE2B6E1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0DB0655-A2BB-4C54-BC7C-D60DA4449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Required answer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exactly is owned, and where is it enforceable?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Signed rights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satisfies which claim limitations?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independent test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are the verified relevant sales?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Product–country–period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From where and when does debt-service cash arise?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payments, forecast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does the collateral realise in a downside case?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value + realisation path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C0A7508-93B6-45B7-93F0-A33E091F3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If any one answer remains materially open, financing must be conditional and phased.</a:t>
            </a:r>
          </a:p>
        </p:txBody>
      </p:sp>
    </p:spTree>
    <p:extLst>
      <p:ext uri="{BB962C8B-B14F-4D97-AF65-F5344CB8AC3E}">
        <p14:creationId xmlns:p14="http://schemas.microsoft.com/office/powerpoint/2010/main" val="1746787613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3B0AC0D-8E1B-4616-8FB6-AAA7CE986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EVIDENCE REQUESTS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E166885-1780-4BE6-8334-E6DAC0065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Missing evidence is prioritised by impact, not ease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B0101B4-A009-4437-9ACA-F20646430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1BFCC2D-11BA-4D9D-8C14-742D04F5A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231597F-B7B1-43E9-BEC9-7877405CB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4D217F7-7B5B-423B-ADB7-8A44CCC90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Decision impact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Title, transfers, encumbrances, renewal fees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Existing and controllable right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samples, tests and claim charts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 sales and counterparty 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receivables and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Debt-service capacity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Financial statements, debt, budget and funding need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Company and credit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IP/company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and price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6316B92-0CB8-4DA8-A5C0-CD7687C09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public package shows the gaps; confidential evidence belongs in an access-controlled data room.</a:t>
            </a:r>
          </a:p>
        </p:txBody>
      </p:sp>
    </p:spTree>
    <p:extLst>
      <p:ext uri="{BB962C8B-B14F-4D97-AF65-F5344CB8AC3E}">
        <p14:creationId xmlns:p14="http://schemas.microsoft.com/office/powerpoint/2010/main" val="1660671506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38B1D29-447A-484B-96B3-6D66E172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NEXT STEPS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21574DC-07D3-48AE-A35A-D5ECC19CC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90-day programme turns gaps into controls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8C9040A-E790-452E-ADD3-918E62FD3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08EC97A-7AD8-4FBB-BC5E-5A91B5ED8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CD307B9-18E9-497D-973C-78CDF45EA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1CFA685-250F-42A4-87C6-553C495CA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A22079C8-4DA4-4600-927C-009924C1F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B9CD6EC-AC04-447B-8FC7-7F0249F7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83B4150-2D37-4F31-8AFE-C1F14E99E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0–30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778ED5C-1EBA-4A46-B04F-09C19F771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Rights matrix, deadlines, title and encumbrance review, and an index of company materials.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79B26E7D-2A9D-42AA-B851-1A2D2CB7A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BA9958D-22B8-4758-95B0-AFBF3F4BC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7B9DA7EA-C817-46B5-99D4-C192E0211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31–60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A365AA1-F463-4C81-A8E3-7ACBD469D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Product dossiers, claim charts, prioritised market sales and customer validation.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26A4820-1AEB-40AF-A75A-63E101128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210E917-A93A-4C7C-9C94-1DF2FE5DD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C730F891-4159-4EF6-9F13-31175D544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61–90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EB40D68-916A-47E4-AD11-E07DDF1F7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Cash-flow model, independent valuation, downside and term-sheet options.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130B32E7-0603-49D1-A571-B44A9C3B3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882EDC1C-6920-4C1F-9491-D648952B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D97ED6F2-AEDF-4DE4-8EC7-1BB3FF8D0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Decision gate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8B693996-F9ED-4A77-9337-4CC741557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Approve, limit, phase or decline financing using explicit conditions and stop criteria.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42529BC9-58C2-414F-9273-777327353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package is refreshed from the same public source data in every site release.</a:t>
            </a:r>
          </a:p>
        </p:txBody>
      </p:sp>
    </p:spTree>
    <p:extLst>
      <p:ext uri="{BB962C8B-B14F-4D97-AF65-F5344CB8AC3E}">
        <p14:creationId xmlns:p14="http://schemas.microsoft.com/office/powerpoint/2010/main" val="92321566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983CE36-95D3-4520-BAF4-031689D5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CB56563-454C-4968-AD50-34B6664A4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lender-ready case is an evidence chain — not the largest possible market number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1BABAD7-212C-4123-B693-6BBC0BEA6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Strong starting point: a documented patent core and official German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Critical open work: national rights, claim-mapped sales, cash flow and downside value.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Recommendation: conditional 90-day diligence, clear decision gates and an access-controlled data room.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This public package is a reviewable evidence map, not Pixan Oy's official position or a financing recommendation.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DD564C1-AB61-4336-A3F8-24E54EC10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2026.07.22-9 · 2026-07-22 · 30 / 30</a:t>
            </a:r>
          </a:p>
        </p:txBody>
      </p:sp>
    </p:spTree>
    <p:extLst>
      <p:ext uri="{BB962C8B-B14F-4D97-AF65-F5344CB8AC3E}">
        <p14:creationId xmlns:p14="http://schemas.microsoft.com/office/powerpoint/2010/main" val="55642254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2026-07-22T20:28:19.9230000Z</dcterms:created>
  <dcterms:modified xsi:type="dcterms:W3CDTF">2026-07-22T20:28:19.9230000Z</dcterms:modified>
</coreProperties>
</file>