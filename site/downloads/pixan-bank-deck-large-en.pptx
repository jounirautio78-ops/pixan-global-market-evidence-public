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a7288dc1a4402b" /><Relationship Type="http://schemas.openxmlformats.org/officeDocument/2006/relationships/extended-properties" Target="/docProps/app.xml" Id="R65848d606395412f" /><Relationship Type="http://schemas.openxmlformats.org/officeDocument/2006/relationships/officeDocument" Target="/ppt/presentation.xml" Id="Rce6f2b6c4caa45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e2019882044e15"/>
  </p:sldMasterIdLst>
  <p:notesMasterIdLst>
    <p:notesMasterId xmlns:r="http://schemas.openxmlformats.org/officeDocument/2006/relationships" r:id="R802a4da9f6b44856"/>
  </p:notesMasterIdLst>
  <p:sldIdLst>
    <p:sldId xmlns:r="http://schemas.openxmlformats.org/officeDocument/2006/relationships" id="256" r:id="Rdbd15247a94a47c9"/>
    <p:sldId xmlns:r="http://schemas.openxmlformats.org/officeDocument/2006/relationships" id="257" r:id="R802680e7c5454b62"/>
    <p:sldId xmlns:r="http://schemas.openxmlformats.org/officeDocument/2006/relationships" id="258" r:id="R6a3b740eaf304d7e"/>
    <p:sldId xmlns:r="http://schemas.openxmlformats.org/officeDocument/2006/relationships" id="259" r:id="Rf9e6902db2fb4af2"/>
    <p:sldId xmlns:r="http://schemas.openxmlformats.org/officeDocument/2006/relationships" id="260" r:id="Rf24a7298b3c54671"/>
    <p:sldId xmlns:r="http://schemas.openxmlformats.org/officeDocument/2006/relationships" id="261" r:id="R8e88cf1d30f94d03"/>
    <p:sldId xmlns:r="http://schemas.openxmlformats.org/officeDocument/2006/relationships" id="262" r:id="Rdc6bff2d12d843c2"/>
    <p:sldId xmlns:r="http://schemas.openxmlformats.org/officeDocument/2006/relationships" id="263" r:id="Rf9fc0559d19348b9"/>
    <p:sldId xmlns:r="http://schemas.openxmlformats.org/officeDocument/2006/relationships" id="264" r:id="R3ab9a4e3a6694c58"/>
    <p:sldId xmlns:r="http://schemas.openxmlformats.org/officeDocument/2006/relationships" id="265" r:id="R69c792d8e6cf4051"/>
    <p:sldId xmlns:r="http://schemas.openxmlformats.org/officeDocument/2006/relationships" id="266" r:id="R3d78e3a944a34bfd"/>
    <p:sldId xmlns:r="http://schemas.openxmlformats.org/officeDocument/2006/relationships" id="267" r:id="R16d05dcf2bda430a"/>
    <p:sldId xmlns:r="http://schemas.openxmlformats.org/officeDocument/2006/relationships" id="268" r:id="R70c5d9cc9b0a4f9b"/>
    <p:sldId xmlns:r="http://schemas.openxmlformats.org/officeDocument/2006/relationships" id="269" r:id="Ra951ebbdf946466c"/>
    <p:sldId xmlns:r="http://schemas.openxmlformats.org/officeDocument/2006/relationships" id="270" r:id="R8dc1785b943e4640"/>
    <p:sldId xmlns:r="http://schemas.openxmlformats.org/officeDocument/2006/relationships" id="271" r:id="Rde5e759cb18a42b2"/>
    <p:sldId xmlns:r="http://schemas.openxmlformats.org/officeDocument/2006/relationships" id="272" r:id="R1737235b89ba458a"/>
    <p:sldId xmlns:r="http://schemas.openxmlformats.org/officeDocument/2006/relationships" id="273" r:id="Ra10f2db6d21b44d5"/>
    <p:sldId xmlns:r="http://schemas.openxmlformats.org/officeDocument/2006/relationships" id="274" r:id="Rc2ff847a2f634276"/>
    <p:sldId xmlns:r="http://schemas.openxmlformats.org/officeDocument/2006/relationships" id="275" r:id="R9d4c8068f8e24008"/>
    <p:sldId xmlns:r="http://schemas.openxmlformats.org/officeDocument/2006/relationships" id="276" r:id="R42003a71fd2449c4"/>
    <p:sldId xmlns:r="http://schemas.openxmlformats.org/officeDocument/2006/relationships" id="277" r:id="Rcde60cb5432e4778"/>
    <p:sldId xmlns:r="http://schemas.openxmlformats.org/officeDocument/2006/relationships" id="278" r:id="R89819fbbe5c74fe1"/>
    <p:sldId xmlns:r="http://schemas.openxmlformats.org/officeDocument/2006/relationships" id="279" r:id="Rf955841f08cb474c"/>
    <p:sldId xmlns:r="http://schemas.openxmlformats.org/officeDocument/2006/relationships" id="280" r:id="R840335f4bca249a9"/>
    <p:sldId xmlns:r="http://schemas.openxmlformats.org/officeDocument/2006/relationships" id="281" r:id="Ra1af903b893b4d96"/>
    <p:sldId xmlns:r="http://schemas.openxmlformats.org/officeDocument/2006/relationships" id="282" r:id="R852c1820c4d44844"/>
    <p:sldId xmlns:r="http://schemas.openxmlformats.org/officeDocument/2006/relationships" id="283" r:id="R6e40e57a34284278"/>
    <p:sldId xmlns:r="http://schemas.openxmlformats.org/officeDocument/2006/relationships" id="284" r:id="Rddecc54555734b2f"/>
    <p:sldId xmlns:r="http://schemas.openxmlformats.org/officeDocument/2006/relationships" id="285" r:id="R8f28f120f45d4582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27f33121f44315" /><Relationship Type="http://schemas.openxmlformats.org/officeDocument/2006/relationships/slideMaster" Target="/ppt/slideMasters/slideMaster1.xml" Id="Re7e2019882044e15" /><Relationship Type="http://schemas.openxmlformats.org/officeDocument/2006/relationships/notesMaster" Target="/ppt/notesMasters/notesMaster1.xml" Id="R802a4da9f6b44856" /><Relationship Type="http://schemas.openxmlformats.org/officeDocument/2006/relationships/presProps" Target="/ppt/presProps.xml" Id="R611a9ac8b0af434c" /><Relationship Type="http://schemas.openxmlformats.org/officeDocument/2006/relationships/viewProps" Target="/ppt/viewProps.xml" Id="R538647b731d9460d" /><Relationship Type="http://schemas.openxmlformats.org/officeDocument/2006/relationships/tableStyles" Target="/ppt/tableStyles.xml" Id="R6747c3a750024529" /><Relationship Type="http://schemas.openxmlformats.org/officeDocument/2006/relationships/slide" Target="/ppt/slides/slide1.xml" Id="Rdbd15247a94a47c9" /><Relationship Type="http://schemas.openxmlformats.org/officeDocument/2006/relationships/slide" Target="/ppt/slides/slide2.xml" Id="R802680e7c5454b62" /><Relationship Type="http://schemas.openxmlformats.org/officeDocument/2006/relationships/slide" Target="/ppt/slides/slide3.xml" Id="R6a3b740eaf304d7e" /><Relationship Type="http://schemas.openxmlformats.org/officeDocument/2006/relationships/slide" Target="/ppt/slides/slide4.xml" Id="Rf9e6902db2fb4af2" /><Relationship Type="http://schemas.openxmlformats.org/officeDocument/2006/relationships/slide" Target="/ppt/slides/slide5.xml" Id="Rf24a7298b3c54671" /><Relationship Type="http://schemas.openxmlformats.org/officeDocument/2006/relationships/slide" Target="/ppt/slides/slide6.xml" Id="R8e88cf1d30f94d03" /><Relationship Type="http://schemas.openxmlformats.org/officeDocument/2006/relationships/slide" Target="/ppt/slides/slide7.xml" Id="Rdc6bff2d12d843c2" /><Relationship Type="http://schemas.openxmlformats.org/officeDocument/2006/relationships/slide" Target="/ppt/slides/slide8.xml" Id="Rf9fc0559d19348b9" /><Relationship Type="http://schemas.openxmlformats.org/officeDocument/2006/relationships/slide" Target="/ppt/slides/slide9.xml" Id="R3ab9a4e3a6694c58" /><Relationship Type="http://schemas.openxmlformats.org/officeDocument/2006/relationships/slide" Target="/ppt/slides/slide10.xml" Id="R69c792d8e6cf4051" /><Relationship Type="http://schemas.openxmlformats.org/officeDocument/2006/relationships/slide" Target="/ppt/slides/slide11.xml" Id="R3d78e3a944a34bfd" /><Relationship Type="http://schemas.openxmlformats.org/officeDocument/2006/relationships/slide" Target="/ppt/slides/slide12.xml" Id="R16d05dcf2bda430a" /><Relationship Type="http://schemas.openxmlformats.org/officeDocument/2006/relationships/slide" Target="/ppt/slides/slide13.xml" Id="R70c5d9cc9b0a4f9b" /><Relationship Type="http://schemas.openxmlformats.org/officeDocument/2006/relationships/slide" Target="/ppt/slides/slide14.xml" Id="Ra951ebbdf946466c" /><Relationship Type="http://schemas.openxmlformats.org/officeDocument/2006/relationships/slide" Target="/ppt/slides/slide15.xml" Id="R8dc1785b943e4640" /><Relationship Type="http://schemas.openxmlformats.org/officeDocument/2006/relationships/slide" Target="/ppt/slides/slide16.xml" Id="Rde5e759cb18a42b2" /><Relationship Type="http://schemas.openxmlformats.org/officeDocument/2006/relationships/slide" Target="/ppt/slides/slide17.xml" Id="R1737235b89ba458a" /><Relationship Type="http://schemas.openxmlformats.org/officeDocument/2006/relationships/slide" Target="/ppt/slides/slide18.xml" Id="Ra10f2db6d21b44d5" /><Relationship Type="http://schemas.openxmlformats.org/officeDocument/2006/relationships/slide" Target="/ppt/slides/slide19.xml" Id="Rc2ff847a2f634276" /><Relationship Type="http://schemas.openxmlformats.org/officeDocument/2006/relationships/slide" Target="/ppt/slides/slide20.xml" Id="R9d4c8068f8e24008" /><Relationship Type="http://schemas.openxmlformats.org/officeDocument/2006/relationships/slide" Target="/ppt/slides/slide21.xml" Id="R42003a71fd2449c4" /><Relationship Type="http://schemas.openxmlformats.org/officeDocument/2006/relationships/slide" Target="/ppt/slides/slide22.xml" Id="Rcde60cb5432e4778" /><Relationship Type="http://schemas.openxmlformats.org/officeDocument/2006/relationships/slide" Target="/ppt/slides/slide23.xml" Id="R89819fbbe5c74fe1" /><Relationship Type="http://schemas.openxmlformats.org/officeDocument/2006/relationships/slide" Target="/ppt/slides/slide24.xml" Id="Rf955841f08cb474c" /><Relationship Type="http://schemas.openxmlformats.org/officeDocument/2006/relationships/slide" Target="/ppt/slides/slide25.xml" Id="R840335f4bca249a9" /><Relationship Type="http://schemas.openxmlformats.org/officeDocument/2006/relationships/slide" Target="/ppt/slides/slide26.xml" Id="Ra1af903b893b4d96" /><Relationship Type="http://schemas.openxmlformats.org/officeDocument/2006/relationships/slide" Target="/ppt/slides/slide27.xml" Id="R852c1820c4d44844" /><Relationship Type="http://schemas.openxmlformats.org/officeDocument/2006/relationships/slide" Target="/ppt/slides/slide28.xml" Id="R6e40e57a34284278" /><Relationship Type="http://schemas.openxmlformats.org/officeDocument/2006/relationships/slide" Target="/ppt/slides/slide29.xml" Id="Rddecc54555734b2f" /><Relationship Type="http://schemas.openxmlformats.org/officeDocument/2006/relationships/slide" Target="/ppt/slides/slide30.xml" Id="R8f28f120f45d45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057807678d4f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bf324b2171416a" /><Relationship Type="http://schemas.openxmlformats.org/officeDocument/2006/relationships/notesMaster" Target="/ppt/notesMasters/notesMaster1.xml" Id="Rc88429e0493248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5ae9bfb3e64baa" /><Relationship Type="http://schemas.openxmlformats.org/officeDocument/2006/relationships/notesMaster" Target="/ppt/notesMasters/notesMaster1.xml" Id="R4afa0b8e02b64a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590ebad7f241ac" /><Relationship Type="http://schemas.openxmlformats.org/officeDocument/2006/relationships/notesMaster" Target="/ppt/notesMasters/notesMaster1.xml" Id="R0a9cb7ba643847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50bfd89db747c8" /><Relationship Type="http://schemas.openxmlformats.org/officeDocument/2006/relationships/notesMaster" Target="/ppt/notesMasters/notesMaster1.xml" Id="R3c2b7742e82742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d03b1d464846bb" /><Relationship Type="http://schemas.openxmlformats.org/officeDocument/2006/relationships/notesMaster" Target="/ppt/notesMasters/notesMaster1.xml" Id="Re0e5b148efe24c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f38f4d939949f1" /><Relationship Type="http://schemas.openxmlformats.org/officeDocument/2006/relationships/notesMaster" Target="/ppt/notesMasters/notesMaster1.xml" Id="R84ae32df62c643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5d9ebdc17847a4" /><Relationship Type="http://schemas.openxmlformats.org/officeDocument/2006/relationships/notesMaster" Target="/ppt/notesMasters/notesMaster1.xml" Id="R7aabde0f359149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5f6bde18a54c9c" /><Relationship Type="http://schemas.openxmlformats.org/officeDocument/2006/relationships/notesMaster" Target="/ppt/notesMasters/notesMaster1.xml" Id="R55b8fa294cbc41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1ff55df107498e" /><Relationship Type="http://schemas.openxmlformats.org/officeDocument/2006/relationships/notesMaster" Target="/ppt/notesMasters/notesMaster1.xml" Id="R48bbe6922f1648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6945a6b5774610" /><Relationship Type="http://schemas.openxmlformats.org/officeDocument/2006/relationships/notesMaster" Target="/ppt/notesMasters/notesMaster1.xml" Id="R30ad42bcb26d41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42fd19a2fc4516" /><Relationship Type="http://schemas.openxmlformats.org/officeDocument/2006/relationships/notesMaster" Target="/ppt/notesMasters/notesMaster1.xml" Id="Ra97be63efc6c45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66d5e7737c49e3" /><Relationship Type="http://schemas.openxmlformats.org/officeDocument/2006/relationships/notesMaster" Target="/ppt/notesMasters/notesMaster1.xml" Id="R010aaf42d98f44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2becf7a2a14b9e" /><Relationship Type="http://schemas.openxmlformats.org/officeDocument/2006/relationships/notesMaster" Target="/ppt/notesMasters/notesMaster1.xml" Id="R45a224ebf18246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1e6f965b7d4a55" /><Relationship Type="http://schemas.openxmlformats.org/officeDocument/2006/relationships/notesMaster" Target="/ppt/notesMasters/notesMaster1.xml" Id="R5acb7c70976448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aaf8e092bb439b" /><Relationship Type="http://schemas.openxmlformats.org/officeDocument/2006/relationships/notesMaster" Target="/ppt/notesMasters/notesMaster1.xml" Id="R7e5da9c0c9f34d3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7cdc7888a543cc" /><Relationship Type="http://schemas.openxmlformats.org/officeDocument/2006/relationships/notesMaster" Target="/ppt/notesMasters/notesMaster1.xml" Id="R58d504f32145477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5671dc5c69341be" /><Relationship Type="http://schemas.openxmlformats.org/officeDocument/2006/relationships/notesMaster" Target="/ppt/notesMasters/notesMaster1.xml" Id="Re2ab2b31bbf54f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dbcf1d3a954bc9" /><Relationship Type="http://schemas.openxmlformats.org/officeDocument/2006/relationships/notesMaster" Target="/ppt/notesMasters/notesMaster1.xml" Id="R1dbb1d7e1beb40c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31ebd6c5412463e" /><Relationship Type="http://schemas.openxmlformats.org/officeDocument/2006/relationships/notesMaster" Target="/ppt/notesMasters/notesMaster1.xml" Id="Rd101e03975b2437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d2d96308b24d16" /><Relationship Type="http://schemas.openxmlformats.org/officeDocument/2006/relationships/notesMaster" Target="/ppt/notesMasters/notesMaster1.xml" Id="R7c11a9db686145c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60ceee1c0c24ac5" /><Relationship Type="http://schemas.openxmlformats.org/officeDocument/2006/relationships/notesMaster" Target="/ppt/notesMasters/notesMaster1.xml" Id="Rf95700d558bb4ec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9cf798daa7a46bf" /><Relationship Type="http://schemas.openxmlformats.org/officeDocument/2006/relationships/notesMaster" Target="/ppt/notesMasters/notesMaster1.xml" Id="R591dd8eb895a453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527371cbb98436d" /><Relationship Type="http://schemas.openxmlformats.org/officeDocument/2006/relationships/notesMaster" Target="/ppt/notesMasters/notesMaster1.xml" Id="Rf1975467c8db4ad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f364b73e61f49e4" /><Relationship Type="http://schemas.openxmlformats.org/officeDocument/2006/relationships/notesMaster" Target="/ppt/notesMasters/notesMaster1.xml" Id="R3e763ea3442e47f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ac173f18c09425c" /><Relationship Type="http://schemas.openxmlformats.org/officeDocument/2006/relationships/notesMaster" Target="/ppt/notesMasters/notesMaster1.xml" Id="R3ffa6cb5647e4ba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03ee106090948e5" /><Relationship Type="http://schemas.openxmlformats.org/officeDocument/2006/relationships/notesMaster" Target="/ppt/notesMasters/notesMaster1.xml" Id="R96b8f6749fd243b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d1c2574c84f4a4e" /><Relationship Type="http://schemas.openxmlformats.org/officeDocument/2006/relationships/notesMaster" Target="/ppt/notesMasters/notesMaster1.xml" Id="R9f61f58d33644c5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98ac8d4cd404dd9" /><Relationship Type="http://schemas.openxmlformats.org/officeDocument/2006/relationships/notesMaster" Target="/ppt/notesMasters/notesMaster1.xml" Id="R2a10db7d1130425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233567d750347ae" /><Relationship Type="http://schemas.openxmlformats.org/officeDocument/2006/relationships/notesMaster" Target="/ppt/notesMasters/notesMaster1.xml" Id="R804555f587c2466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f47d95902174a2f" /><Relationship Type="http://schemas.openxmlformats.org/officeDocument/2006/relationships/notesMaster" Target="/ppt/notesMasters/notesMaster1.xml" Id="R27df52174f194c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233edab9345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0613d04f064b0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32e3706a54a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7af96a644a49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309ffbf7f04f1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9914fd19144cf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eb568c6f1d41f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26e2eab69541a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6268dc1a5a4f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b51075c55d408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caa829a58746d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809EC4-1F78-491A-AF12-7F3FE2CAA5B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AEF7FD6-62F5-4688-A062-8EB20C9FC22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17D429-BDD1-412D-AD1C-B968E7E4E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8FEBEC-CD04-4E11-B74D-589655BD46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17E9FC-5FD3-4A9A-93C5-78E344B8B6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DD1674-2CC6-4D95-A90D-5058F88EB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A7AB130-F27B-4213-BCF3-4BF73361BC0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3FCC16E-437D-49CA-9272-EF238AB798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416D9B-4B77-416F-88D8-F2976A2F9D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EF9937D-A620-4720-BBC6-A2F488E48C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E9EF8A-FC8B-46CE-962B-AD19D8581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13D9717-1828-49AD-9F8C-4FDAA641A6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78AB29-2FAD-4ECF-9BB8-99263C16D7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1760C3-2F0C-4B48-BA15-018AE0FDAF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85D8CD-FD29-4DC1-86B1-749BF7E819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F5DFF3-EC5D-46C6-94AC-C6D84D3B6A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1F61E4-4662-4819-B1D1-1C90220B9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DDF5A29-C6D5-4351-8284-82A93160589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7588AA8-06C6-4FC7-9410-96411EA19D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9A066A5-69DE-4CFC-A9BB-A7E6CE5D58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451068-69CD-4064-A47D-4810E60537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7A8D42-2B93-4123-A4FB-9A0B190FAC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634F14-F18B-44CD-892F-41300D9A6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DA1AC27-890F-488D-9713-513E10D3BB0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590CE0D-1888-408E-B60A-4D4A77DD51C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FA1A617-B61F-4F70-AFBA-FCE3FE3F660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6396BB1-BB12-4001-A4C8-535692CC84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C5767B0-0E48-4075-BBE6-EAB46F3181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D602CE6-EA9D-4C19-B338-AE8A10FE56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A22DAB-8098-4848-BC18-4081ADAF6F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1ADB71-6949-4161-8A20-0B8D9C8BB0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7FD76C8-280E-4AF0-8C7E-E82781F8AB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D658A89-06AD-4DA6-AF57-1972911E73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930CD67-232B-45C9-87CA-2AC9394C1D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E6CF2FC-3961-412D-AD17-1870A1C81A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BE0EA0-3BF2-474E-ACCD-BF9ADF6BBD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19ECF-07D8-42C5-AF5D-D08A09FCA8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F8DC87-6295-466C-8AA4-6C9AAB2BB4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3DF6698-2174-4CC6-919E-9D9F3AB10A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8D5C5D3-FE37-42BF-8B11-66C39C4F7E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CC099E8-7D2C-436C-9756-7F298A3548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5DC1BB-7E9C-4B5E-BEDE-CB063379CC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0D6BAC2-A6EE-445B-867C-BA2E6F0591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E645AB5-7E6A-4E4B-BB27-476B6408E8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41B3D2E-249B-46D8-9A95-3B2CA4FE0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780C79C-7EFA-4EE1-8C81-DF74397ABF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507E20D-4779-48A7-89F0-AAFC7046AC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59645BD-EC64-4477-A588-1E4DDFED5D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0BE108-02BC-4BE7-B4E8-730C0C756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79F35C-3D32-4F47-9FBA-9097CA82CB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45855B-22BE-4720-AB75-F9E3CB80BD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12D3F85-D364-40F7-96B2-AA032F16D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494F1CA-EA7B-4905-B1C8-758D7A236F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8624403-4E97-4391-8FE0-F217F20E63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645BA77-FD9C-4B47-8ECD-8F35F37E42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0F3831-201B-48AA-BA53-7B69D200B3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6A7CF0-5011-40CD-BB42-D2E86B51F4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C1D610-9494-4800-9188-3D5A9E49A1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d01af13f984018" /><Relationship Type="http://schemas.openxmlformats.org/officeDocument/2006/relationships/slideLayout" Target="/ppt/slideLayouts/slideLayout1.xml" Id="R5880d5992620492d" /><Relationship Type="http://schemas.openxmlformats.org/officeDocument/2006/relationships/slideLayout" Target="/ppt/slideLayouts/slideLayout2.xml" Id="R737bdcc11a1a4615" /><Relationship Type="http://schemas.openxmlformats.org/officeDocument/2006/relationships/slideLayout" Target="/ppt/slideLayouts/slideLayout3.xml" Id="R353bed9000a94343" /><Relationship Type="http://schemas.openxmlformats.org/officeDocument/2006/relationships/slideLayout" Target="/ppt/slideLayouts/slideLayout4.xml" Id="R65638369637b44a7" /><Relationship Type="http://schemas.openxmlformats.org/officeDocument/2006/relationships/slideLayout" Target="/ppt/slideLayouts/slideLayout5.xml" Id="Rf478e7b23b204987" /><Relationship Type="http://schemas.openxmlformats.org/officeDocument/2006/relationships/slideLayout" Target="/ppt/slideLayouts/slideLayout6.xml" Id="R2a2119097b6c4f86" /><Relationship Type="http://schemas.openxmlformats.org/officeDocument/2006/relationships/slideLayout" Target="/ppt/slideLayouts/slideLayout7.xml" Id="Rdc13873485f24a10" /><Relationship Type="http://schemas.openxmlformats.org/officeDocument/2006/relationships/slideLayout" Target="/ppt/slideLayouts/slideLayout8.xml" Id="Rf29e74eb6d9f4fc7" /><Relationship Type="http://schemas.openxmlformats.org/officeDocument/2006/relationships/slideLayout" Target="/ppt/slideLayouts/slideLayout9.xml" Id="R75a0c65fadd1467f" /><Relationship Type="http://schemas.openxmlformats.org/officeDocument/2006/relationships/slideLayout" Target="/ppt/slideLayouts/slideLayout10.xml" Id="R10caa8a27bde4399" /><Relationship Type="http://schemas.openxmlformats.org/officeDocument/2006/relationships/slideLayout" Target="/ppt/slideLayouts/slideLayout11.xml" Id="Rd83ce658582a416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63CE577-05E8-45FD-BFFA-4F3335D9EE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CAC898-4ABF-4288-8A80-FAD724649E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163F342-25EE-4651-A9CF-678F904BC2C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83FBEE-2C4B-4D6C-A02D-958A6C68683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D2475F-7035-4E82-A172-65A0301E37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0d5992620492d"/>
    <p:sldLayoutId xmlns:r="http://schemas.openxmlformats.org/officeDocument/2006/relationships" id="2147483650" r:id="R737bdcc11a1a4615"/>
    <p:sldLayoutId xmlns:r="http://schemas.openxmlformats.org/officeDocument/2006/relationships" id="2147483651" r:id="R353bed9000a94343"/>
    <p:sldLayoutId xmlns:r="http://schemas.openxmlformats.org/officeDocument/2006/relationships" id="2147483652" r:id="R65638369637b44a7"/>
    <p:sldLayoutId xmlns:r="http://schemas.openxmlformats.org/officeDocument/2006/relationships" id="2147483653" r:id="Rf478e7b23b204987"/>
    <p:sldLayoutId xmlns:r="http://schemas.openxmlformats.org/officeDocument/2006/relationships" id="2147483654" r:id="R2a2119097b6c4f86"/>
    <p:sldLayoutId xmlns:r="http://schemas.openxmlformats.org/officeDocument/2006/relationships" id="2147483655" r:id="Rdc13873485f24a10"/>
    <p:sldLayoutId xmlns:r="http://schemas.openxmlformats.org/officeDocument/2006/relationships" id="2147483656" r:id="Rf29e74eb6d9f4fc7"/>
    <p:sldLayoutId xmlns:r="http://schemas.openxmlformats.org/officeDocument/2006/relationships" id="2147483657" r:id="R75a0c65fadd1467f"/>
    <p:sldLayoutId xmlns:r="http://schemas.openxmlformats.org/officeDocument/2006/relationships" id="2147483658" r:id="R10caa8a27bde4399"/>
    <p:sldLayoutId xmlns:r="http://schemas.openxmlformats.org/officeDocument/2006/relationships" id="2147483659" r:id="Rd83ce658582a416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e2b9fb4ec94349" /><Relationship Type="http://schemas.openxmlformats.org/officeDocument/2006/relationships/notesSlide" Target="/ppt/notesSlides/notesSlide1.xml" Id="R30c5100ac14544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d32b0593404797" /><Relationship Type="http://schemas.openxmlformats.org/officeDocument/2006/relationships/notesSlide" Target="/ppt/notesSlides/notesSlide2.xml" Id="R5b1b0bc172d44d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b2e96057d9412f" /><Relationship Type="http://schemas.openxmlformats.org/officeDocument/2006/relationships/notesSlide" Target="/ppt/notesSlides/notesSlide3.xml" Id="Rf3b3e5e625a148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402b6dec894989" /><Relationship Type="http://schemas.openxmlformats.org/officeDocument/2006/relationships/notesSlide" Target="/ppt/notesSlides/notesSlide4.xml" Id="Rbc6c8ad8529842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dd66889ece4866" /><Relationship Type="http://schemas.openxmlformats.org/officeDocument/2006/relationships/notesSlide" Target="/ppt/notesSlides/notesSlide5.xml" Id="R032f7ac692b541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0df055f05a4d8c" /><Relationship Type="http://schemas.openxmlformats.org/officeDocument/2006/relationships/notesSlide" Target="/ppt/notesSlides/notesSlide6.xml" Id="Rb5715370b44740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001f3b26a64698" /><Relationship Type="http://schemas.openxmlformats.org/officeDocument/2006/relationships/notesSlide" Target="/ppt/notesSlides/notesSlide7.xml" Id="Ree9304adebed49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796bb9eda34599" /><Relationship Type="http://schemas.openxmlformats.org/officeDocument/2006/relationships/notesSlide" Target="/ppt/notesSlides/notesSlide8.xml" Id="R7b1c7c57392043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eb6cbea8cf4c45" /><Relationship Type="http://schemas.openxmlformats.org/officeDocument/2006/relationships/notesSlide" Target="/ppt/notesSlides/notesSlide9.xml" Id="Rf72c29c246a640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113add76b94c69" /><Relationship Type="http://schemas.openxmlformats.org/officeDocument/2006/relationships/notesSlide" Target="/ppt/notesSlides/notesSlide10.xml" Id="R12262334862f48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ae868fdb9f4a5f" /><Relationship Type="http://schemas.openxmlformats.org/officeDocument/2006/relationships/notesSlide" Target="/ppt/notesSlides/notesSlide11.xml" Id="Rbbb139f3756941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cb150e1e78421f" /><Relationship Type="http://schemas.openxmlformats.org/officeDocument/2006/relationships/notesSlide" Target="/ppt/notesSlides/notesSlide12.xml" Id="R2cb8ced983e74d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668c6fb0de412c" /><Relationship Type="http://schemas.openxmlformats.org/officeDocument/2006/relationships/notesSlide" Target="/ppt/notesSlides/notesSlide13.xml" Id="R61144f16c79b4f4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b721a3cafc485a" /><Relationship Type="http://schemas.openxmlformats.org/officeDocument/2006/relationships/notesSlide" Target="/ppt/notesSlides/notesSlide14.xml" Id="Rc2cb2c83f3204f8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daeeb16b5e4b0c" /><Relationship Type="http://schemas.openxmlformats.org/officeDocument/2006/relationships/notesSlide" Target="/ppt/notesSlides/notesSlide15.xml" Id="Rb3dd7583febd41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11ffd0046049a3" /><Relationship Type="http://schemas.openxmlformats.org/officeDocument/2006/relationships/notesSlide" Target="/ppt/notesSlides/notesSlide16.xml" Id="R93952d64a2a146f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46e8264a814d03" /><Relationship Type="http://schemas.openxmlformats.org/officeDocument/2006/relationships/notesSlide" Target="/ppt/notesSlides/notesSlide17.xml" Id="Rceaf4f10722c417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073c9bea03459e" /><Relationship Type="http://schemas.openxmlformats.org/officeDocument/2006/relationships/notesSlide" Target="/ppt/notesSlides/notesSlide18.xml" Id="Rdef716db12c84d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53da1bdfa4a66" /><Relationship Type="http://schemas.openxmlformats.org/officeDocument/2006/relationships/notesSlide" Target="/ppt/notesSlides/notesSlide19.xml" Id="Rfdf368beb2c4488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2578ea070c4697" /><Relationship Type="http://schemas.openxmlformats.org/officeDocument/2006/relationships/notesSlide" Target="/ppt/notesSlides/notesSlide20.xml" Id="R1ac9706b82cf406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b634bf4795413d" /><Relationship Type="http://schemas.openxmlformats.org/officeDocument/2006/relationships/notesSlide" Target="/ppt/notesSlides/notesSlide21.xml" Id="R5689897d2fd5448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9e1f616e2b47e6" /><Relationship Type="http://schemas.openxmlformats.org/officeDocument/2006/relationships/notesSlide" Target="/ppt/notesSlides/notesSlide22.xml" Id="Rb36c62e2180b4e9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52be1c8ebc4958" /><Relationship Type="http://schemas.openxmlformats.org/officeDocument/2006/relationships/notesSlide" Target="/ppt/notesSlides/notesSlide23.xml" Id="R23c0ce366f414ff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520b3ceb424f75" /><Relationship Type="http://schemas.openxmlformats.org/officeDocument/2006/relationships/notesSlide" Target="/ppt/notesSlides/notesSlide24.xml" Id="R97c7f0f16ff641a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ba55ba6b424c47" /><Relationship Type="http://schemas.openxmlformats.org/officeDocument/2006/relationships/notesSlide" Target="/ppt/notesSlides/notesSlide25.xml" Id="Rc2c1bf8dd1e94f9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e05be4ea6c4b0a" /><Relationship Type="http://schemas.openxmlformats.org/officeDocument/2006/relationships/notesSlide" Target="/ppt/notesSlides/notesSlide26.xml" Id="R4cd5f8be759a41c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6f9728818842b4" /><Relationship Type="http://schemas.openxmlformats.org/officeDocument/2006/relationships/notesSlide" Target="/ppt/notesSlides/notesSlide27.xml" Id="Ra781bc0a7cc643a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1e8ebc1f124c47" /><Relationship Type="http://schemas.openxmlformats.org/officeDocument/2006/relationships/notesSlide" Target="/ppt/notesSlides/notesSlide28.xml" Id="Re1b0f4c3e8844a5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7dd6744ba7460c" /><Relationship Type="http://schemas.openxmlformats.org/officeDocument/2006/relationships/notesSlide" Target="/ppt/notesSlides/notesSlide29.xml" Id="R59e3880cba564bd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c705d7ba8d4167" /><Relationship Type="http://schemas.openxmlformats.org/officeDocument/2006/relationships/notesSlide" Target="/ppt/notesSlides/notesSlide30.xml" Id="R1805ffff768f48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4B3351-8466-40AA-BC00-83C83F87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5186D4C-04D6-426F-9E00-9C2D02DB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2657B6-E65C-4E41-96D1-2B75C39B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30CD139-E274-413D-8C13-AB803A3D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F288AB-4056-4C6F-8D41-06821AEA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184345-7026-4804-A628-186038CB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C3CA0E-6944-45CA-A613-5743844A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E43497-3EA1-4BB5-82B7-76473D28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EC6B138-2AF1-4947-A8CC-2EE04DD2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3E0A11-901A-46BC-BB76-E155BF0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3F29D8C-8AFC-403A-91A7-95C3EB16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0498126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80E5C8-4460-4FCC-8C63-1228EAF5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F033F3-DCDF-4F0A-AC89-0647855A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3A612FE-6DF1-4B07-8494-514C33FC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DDAE97-41C3-4789-826B-40FEF374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FDD458-C36F-4F19-8A92-B8311FC7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D33786C-D7C8-48DD-962E-C0C5740C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C57212-9635-41A1-BB60-FF7B91A4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ACE90C8-DB07-41EE-977F-D5B2362D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B7DC9-2D13-4932-A0DE-4CFC175D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D87F65-CA2A-461E-ABAF-2FFB13C9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1CFCF1F-D39E-47FB-80DC-918FDD8D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8778463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8760961-E911-4AF3-B277-45EC3568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D8D4A6-D7AD-42FA-9E0E-59196D5A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FE82029-48AC-4598-9EA2-2814FF94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8F74DF-EE62-4A45-81C1-EE80FC9D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004082C-EFED-41E7-B0DF-EA1D0460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4F9216-553B-4698-AB29-36700FDB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87AD0B-87EE-4E2D-99F8-4DAE4388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15715521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635081-7A0D-4278-B4B8-70DD0C76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9885DA3-AD3D-4AF5-B7EA-E8BF2A8B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CB3F49-F142-4BEB-A24C-89BBD3DF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7736D4E-32AF-43E8-901D-7712F41B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CBFCEA7-2037-4427-8518-14CA945E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59AC8B2-96B7-4ED0-AA3A-614F4EF5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01EE16-8E61-4689-AE89-8D2F9EB5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90DFFD-8BA4-43DB-ADDA-1670B74A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A781E5E-EE71-4772-BBC2-F2FE0F63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539F997-4042-4193-AB5F-45999BFD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23140A7-4C9A-4282-9626-8327DCD3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989311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953B55-F6D3-4B96-A011-5D965A0B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D0DF53-06E9-40A7-9F99-76931A5B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2D1C3F-234D-4A99-95C2-E3C4F595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83EDCA-85FD-43C7-A137-B126B0B5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E5B65B3-AAD2-44CE-92D8-4A0208C5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911CC5A-6E54-4C9F-B874-099A38AE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C61DD90-F79B-4549-A1EB-4BDFC46E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F9DC60-FC2B-4C53-B801-810FC1B3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A580EC2-97EE-4E70-A08A-62997C7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B44A0F2-974D-4FBE-BC34-3891760F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8327904-7C41-4E63-811C-393B15CF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0644228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F8DE4A4-6A5C-4DAD-B56D-1AB1B2FD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E642A3-30B6-40CB-A89F-EE69851C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EF5228-2563-4374-B7C4-A2D8ABF4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16B532C-CE90-4171-BBD9-9E252662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CD5D3B-6A90-4E94-B110-0E27019E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194073-88F3-4255-A414-AE80BD72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9ACCB1-6B85-44E1-8551-B8604DA7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9663587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F5D165-78B4-4AA2-98DA-E25BE0F3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F31785-FAA6-41B5-AB58-9FF4D111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E444AF5-969E-4B2B-9A56-BC86978A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DA7AC1-C7A5-489E-86EE-04622457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097417-F8C3-4631-BDDD-16051017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F9D945-A07A-46BC-8EAE-F2B521A7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13CFE3E-F4B3-4E96-8E59-ABA7E60C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9920181-5623-4541-AEBB-D6556B4F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7DA4C9E-51A2-488E-9053-96604DB8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B91B9B3-7B43-4F69-A830-0CD98E09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BC17A2A-FEF0-49C9-BF3E-D8E19823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F85CDAC-4435-4F4D-8144-00C4D4BC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75A60BB-C0C6-4912-A904-12124ABB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E29F868-2711-41D0-A0D6-5FD8EA9B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5BB3C0-92F7-41E9-BCFB-1F3E0BDA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6EA2B65-AB06-42E0-B1E1-C7AEC58E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DFBCA90-4152-4A46-BF95-8FDF5143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0151705-D54D-4919-B07D-0A2B314D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D95D6F5-905B-4FB0-99A0-63CB195D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282237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77A626B-68A9-411D-A9BA-953DB854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E62AE4-9100-46FF-BA5A-A9565432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32A9E7-EC1D-439C-9572-DD3ADCF8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0CA9448-13BB-40E3-A35F-F96581C3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431AE0-4E6A-4034-BD0F-985321CB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0BEA92-F7D7-43C2-BE98-7D165FC0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CF93D11-9BA6-436A-A808-350FA2B7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071B7D4-8792-4FFD-9135-C0DF3835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D29D48-1FD1-4C06-ABEA-C5FCE71E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CF4F0E4-6888-4B83-AAC3-212474E5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8093F4-B427-4A03-BB9D-58296D54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1BDCBB-E9F5-4443-BBFF-617639CB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1C4BEBD-D336-43F9-9291-3ABD18D9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006DF2-96FE-4311-BAF3-F03F8A0D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6485DE-F6E8-4751-A764-DFC2598D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082B5444-ED5F-4409-82A8-FD27B0DA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B2B73E-8FEF-4D4F-821B-80C75B2E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9E5C34C-6E74-420D-89E9-1F4F0BED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B850996-9EC6-47AC-A39C-C4309EC5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3F64C6E-A643-44E9-8E41-D3BF7F5A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13C075C-AF2F-4B4B-9930-ACB3589E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69D99D1-CAC5-4A4A-8679-820DFA66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8775126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80F40F0-D55E-4AE5-BBC6-CE185DC5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626179-8750-4975-89B0-4E2C5760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2B59DB-1535-420F-8A5F-06159F80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D85DC3-A707-42EA-8C27-D898A706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8A2C9F-8BB1-47A5-B9B1-51317746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18A023-8404-438C-A48F-2A333DB4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04C8E7-DA64-497E-96F1-2E2EC44A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736138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9D0F24-EAC5-40F3-8E3C-144A78F8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570924F-5761-47C5-85D2-BAE3F0C1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7797E3-C501-4B52-9CF0-C58E64A6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C5AEEC3-A75F-4853-919E-7B1B622A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ECFFE6-0DAC-4AA2-9FD1-79C622D2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D52683-BA25-402A-83D5-630DC02A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91A2B7C-5A34-41AC-BCAE-91F1A0C9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DA377A-0968-4D6F-B5E6-DCB9346A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8E3CCC7-7E5A-48A4-88AB-EC1758E8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51FB831-FA6B-4073-BF7C-52E82EEE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886A989-23DB-45DB-A944-2D76227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28393390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BE3564-E4A7-4B38-99B0-9A293E72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75BA64-0119-4842-A492-4AA3B4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0C0224-B96E-4BCF-9B60-2C35F06A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1C2F0A-32AB-43BF-B93D-AD331F4C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FCF2316-FF3C-43E7-B080-7C0FA30C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74F2ED-5D48-4CFF-839D-FE798D95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ADD5ED6-9731-493F-8AFC-E28D3CF8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81308079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E7E9E7-A255-4CD5-A437-8281F802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E23D26C-1474-44A9-B037-D7811D8F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D958E2-9C75-4F7C-84DF-467870D8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A6400C-107D-4BBC-B295-F5733076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9947B2-BB7D-45EF-869D-837704F9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247A69-64CD-49A5-B050-C8669BA7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5AD9409-DA7E-4B38-AA14-91314C34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275603-FE95-4480-913F-1CBF68E4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4A753AE-92C9-444B-8DF7-F4C30A71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B6CB931-B7DF-4002-B4BF-89415E28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AFB984C-A669-4C7E-B685-7B52C6AB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0E0438D-7F36-41AC-A2EA-ECC019B0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8E8B1C0-5E60-4B1D-8B0B-E8CA3840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3B9E06-E0BC-4071-B5BF-E982053A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3DDB40-15C2-4BC3-8778-C34019F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5907A372-E6B0-4424-A49A-9E1401E9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F699235-730C-4A63-B615-9B15796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CD87749-055B-4BE0-B323-60252D4A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1D3152D-DE3C-46EC-BD73-D5AA45C4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097FDE0C-8E62-40B6-BD95-5B9F11AA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CE2088F-C66A-4721-9A8E-6B6DCDCB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428FB92-F183-409A-833F-DB035DFF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20868730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49AB76-DF25-4E77-9C53-6903765B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9F2A74-3E7C-4A6A-84ED-70809408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F2AA74-AFE8-46F4-A375-D40D8D91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3CC336-7886-4105-BF68-1BBCCEB8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31022E-18BA-47CB-A341-94085A7D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F2AE8CA-7B22-4CC2-A887-9E1E564E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E0904C-1306-4D46-B0DC-DCF02E51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6817473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7DC5B3-54F2-495E-AC63-39EB7A36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5940B2-6493-4A78-9F91-48A4F0DD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05E3BF9-662A-4416-A99D-638867D8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9271E5-B4F0-4864-B516-9F3B22B5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53CAF99-F7B9-4F00-A44A-C8870FC4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D1070D-36CA-4F04-8EF6-C51E14F2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3281213-3247-438D-A08C-6F30F13D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14D461-DB82-42E4-BDB4-3E3A93E7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7B17D0B-ADE8-4EF8-BB70-F9BF3FE9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BCB83EF-078F-41EB-970E-78F58903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BC7B415-D97A-468E-96AB-364A6E4D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7BE71CA-EC72-4F3E-8273-DD17AC13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3008A5-9E54-42E6-AF35-C845F2A4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32DB0A2-FFC2-4354-8C17-B7474202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522A2C1-A84F-41CB-9ED5-8CCE9CD0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8B12A30-4ADC-4871-8CAC-CD6CD05E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FC55814-8DF0-419E-A0C2-BAE42BA6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8A2B5B3-B5B5-475E-8B4E-BD958AD6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D3B1E4A-7503-4F93-848B-D9C954B1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5638462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ECA68D-04B6-4D01-B053-2FDFF2D4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62286AE-C1C3-4E05-94E7-5FE48364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FD5CF69-7EE1-467D-B105-243CB36A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BCEA1D-9FB4-4E69-89CC-FA97F0EE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A08FDD-FFCD-4340-84A7-A485FE5A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D6F7B9-57CA-4A7C-8C11-29A658A9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DC591A-3A4A-4590-83B7-A920ABFA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92424634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4E630C-F660-4F1E-B66D-D496C2E4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401984-36B9-4291-B6A9-39388383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AB0CDB-2EA2-4846-BD38-C5FBDCE1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768825-C38A-4A59-90F4-11152AE8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7AC2108-A160-4922-9796-91F5153A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6A69BAF-44CB-4DA8-B583-B4EE36F8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FD2C8A6-596C-43E8-847C-50607E18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BD2918-5D6F-42F7-91E5-653F4A4F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8EC659F-6F22-445E-A4C1-0514F6E1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DEFDA4C-65D0-4A03-8C87-E607B845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4B84C38-2B00-4890-8D8D-27AB9578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8DD0F-4AE1-470C-9E6C-D5FBABED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E6DA2FB-70B2-4D59-908A-A0B11455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6C824D-CA56-41F1-BFBB-CE7C790F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752A6BA-A10E-4916-8124-9AB0E993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F22F3EA-88A7-4853-8AEB-AA224ACB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89146B7-9B41-45FF-933F-DE663812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E3723D6-25F3-426B-A522-31C3375A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0C1B830-4F86-42AF-AC98-C14C3FF7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154998704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F7FEDC-DD36-4AD7-A2AD-3B381B25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7CECD0-3C42-43A1-AC67-B1ECD7CC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545DE4D-D1B6-424E-869C-ADDDFDC6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10DD346-14B3-495E-9929-0672536D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5EEA72-AAEF-4DFF-A6D3-E2268632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02D44C-2B47-4E02-8A40-44806A6F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803FC8D-3338-42E3-8A25-A5BDD754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3C8670E-49FF-4EDF-A6D5-40967AD1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3D367C-C735-4F75-9D06-776B3B6C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54D9A5F-3714-468D-9C1F-6BE2D61C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6A0138D-A719-4F2A-A82D-F147C53D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3B61DB6-8422-4E16-87F1-7A4E6F6C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8A2B091-B1E9-42DF-9F75-69EE9FD2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E1B754F-03A2-42A6-A94C-5BFC24B7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AF39E0E-8325-4E45-937C-B09F3E14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9D770B4-D99D-48D5-8EDD-B8E62923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0662C28-6162-40B1-9899-6BCBB5FF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75BD6A9-22EC-4674-A9DC-403CF40E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3C49839-B7A1-4C82-8E30-A13B3BB0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53292337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6010E97-ABBF-430C-9180-4416570D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0D72F7-E9E4-4EEF-9FEA-A3885976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EC935F2-0AFF-40A2-9D58-EE260B13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1F5A3F-6C8F-4CF3-A2C0-76B73673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E670F8-0013-4829-82EB-59DB8692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1DB0E8E-C4B7-4DC1-A246-696D64D5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32718D8-AA73-4071-AC5A-69B82EAF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A0EE805-D619-4BC0-8484-07497B16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14AD6D3-2D9D-4187-A60B-2DAB6E43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CA94DD5-6B56-4063-AC6C-DAE294C7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28535E-B8F1-4A47-BD9E-1C7622A8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32445879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CEFDCE-45FC-40B8-9276-B323D507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AD0D3-7066-445C-9DA8-6EE34B11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657DD97-69CC-46FD-AAF3-EFECA78B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FA8E63-871E-481B-ADA5-320E5F6E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C375F0-0ADC-4846-B6E2-E19DF259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0580B3B-DECA-438E-9576-24170EA3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8BCECF-700D-4A40-98D6-58D8B8D0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3643550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918D9A-869B-4625-B200-50600E91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1AB1FF8-5AE4-413D-87C4-A31B0543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2521F20-E757-45CC-B2F9-A5F52AD2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FD2EA95-9EC6-4CFF-A56E-264D1BD4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B82581-81F1-456B-B023-6EFCCB89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62FAF8A-A6FB-48C8-A2CC-9287F82F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A317384-E97F-4340-81B8-9F67EB3B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4A5E44-6363-4FA3-9919-3E459139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F8584C4-AF91-4513-8E3C-6739BFEC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AFDD4FD-7A43-4C67-BA05-117A9F1A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BF8E8E7-F3BF-4329-A1B4-AB536064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4552962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ABEA17-BEE3-4772-AFDF-71E1BAAF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D2090E8-20CC-4442-8E67-092F6DB3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8EDE2B-BB73-4A04-8B2F-9E68079E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CCEB54-0FD0-41C0-8BC1-3D2D1B26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6390B7-B8D6-47AC-8CAE-FC97254C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4E492BE-398F-43D8-9CF9-4457AD58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2079AD-DF54-4823-B29C-EA3EFE0B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18924669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05FE8A-C724-4455-A9BB-C6ABD1E1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C0631F-903E-46E5-A851-CF7279F3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A774E9B-CB8B-4A81-9225-6D19C85C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7AE065-5C86-4629-8FCF-755EE3B4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987F3C0-89CE-4C94-A12A-C21C247E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481362-F8C8-425D-B2A5-6006B09E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6C865D-BA23-4501-8426-2CA291F5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F93CD18-E8D3-434F-87D6-5C68B1F5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DF5D4D9-CF70-40B3-8B22-98314297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E9546FC-AC66-4C3B-B58B-F0ADABB1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A5DA50D-3461-484B-B0A0-051F52AC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8E495BB-0704-4C5B-A312-AA686E71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0B2B55C-4305-4E94-9DBB-959FCE58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4C1E4AE-F3B6-46A5-878B-55EAF9E1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FACF75E-2D7F-484E-87D6-740C19A3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4DB9590-44C1-4367-8A5C-AFBE4906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85E8ADA-D270-4D49-B45E-0FA23B22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0945F0A-EEF8-4830-ACD8-03453BD0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5D08EDA8-60BF-4EBC-B09C-C3D5C9F5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AECC3DD-1133-4CF4-AEE0-9E65949F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0B2A25E-EAEC-4A69-9B64-A18E54EB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BE75048-1AEF-4F21-AB31-E24CBC88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86343C4-44CB-48EE-80E4-8EF15DBD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64945541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BF5998-69EC-42BD-9C53-A9E8166B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FDAB4B-6746-46D0-BC69-31944F6C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E7F893-C6A3-4356-9E95-866936AE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E70412B-C134-463D-B50C-2BA465ED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B3F963-45E5-40CF-8803-439BBAEA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2D5AD75-BADA-487D-9F5E-1B8F1CA6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F0FE76D-4C78-415B-AF8F-32CAC05E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3E6ED80-7EE6-49B2-8777-21256A14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6C0729-F45C-49C1-8808-3202BF24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922FD6-3820-4D94-9653-F43A5E08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82C83F7-6610-4C54-95DE-D04B1529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58B88D9-39C8-4B84-A37D-326EF456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9BD6CFB-0BF2-4149-9AB4-65596259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8E5FF1-7AAA-469B-91D2-BE8A6463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7FDACEDD-FD3F-4A0E-ACE0-14B1BE70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EC195A9-E388-4365-9D7D-9DDDF9DC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A6493FD-2BE8-4527-8F18-00B016C5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3BF5AF3-9048-4570-943F-C59A1EF1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C712A78-2E4A-4066-89DB-60DBBA36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3232C10-380A-452A-A88A-32A5FD63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850EA52-6233-4FD3-982D-F540FC49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57055E5-08AF-45C6-9A13-17E33EC2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C091EDB-1F27-4F84-9D17-28117C7C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174431408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97708C-94FE-4670-8BF2-5D3D6EA7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8F015D-22CF-4306-81A0-6900B876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904A954-FA42-4077-97D1-1D287ABB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54D26FC-04CD-4F33-A774-EC8B2362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860C676-9A68-4BC2-9B0E-CB4D10C9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7AE657-A59D-43D1-A88E-4E980221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83CBA7-6FB9-4B7D-B0CB-3943CD88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15375168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7ED85A-A40A-40BA-9706-43F57669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383E63-939D-4C0B-B056-B97FD5F5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8B7D54-7165-4E54-8CAA-89445CF8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B61D7C-8DA7-4488-A87A-1B704239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DCCB06-8650-47CE-A5EA-B1266785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F66114-1C3C-41CD-93A8-00DD8F78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06795A4-10DF-45E1-ACE8-71A131DE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189501610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EA5C04F-7DDE-474B-88C8-BCEFFF98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51A8BF-9F5F-4EDC-8657-A56ECEEE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EAD722E-65CA-4C61-9E63-42B3531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71CA43-FAE6-48F5-8AE5-3E562C9E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2A3152-1DFB-48A9-9CF8-F027155D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D95BE0-160B-44C4-A47E-21FC4700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61DA06-1ADC-4A0F-8A02-00D7732E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212352168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A8E36D-7966-4BA5-AA85-143BC9F5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260F9A8-F408-4A3C-BF6E-42B0D2E4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4936832-AE4E-4C61-9988-B62ED95D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8A1DAC-FD42-4E9A-8657-B4753BE6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B90259C-A5C9-4D8D-86BC-1A36F0DB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A052AA-EB64-4C55-B407-2292A4DC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0ED1FA-7D74-47A3-B0BF-B853CD41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59821884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94FAA6-CDE9-437A-AD2D-CE53D72F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4E969B-48EF-47E8-B3B3-C6174657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9E5853-8C19-4DD2-9201-A54773D5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4490E17-BFC1-44F7-8A0B-68CAD507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ACB488-9851-4B98-8E6F-30BAD92F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3AF13E-BB96-4067-A2C7-D04B8C49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7D8610-6640-4EAB-A08E-0B9DC47C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83277219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9B6270-A65D-4008-86E8-0EE34DBC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0BBAA0-0473-4E5B-A7F9-88F055B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8E60E-8F56-4445-94B4-F111550B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2F992AF-41CA-4F3A-A725-C20BB235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75877EA-B467-4E5C-8409-614ACAD2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3A7EBF-39EE-40F5-A4E0-5802DD07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95BD401-6BF7-4DBC-818D-A5515042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8DF643-BB1E-458B-9C24-4413EC1E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62B2C4D-9340-4EEB-9925-9C2A7481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DC2F6E7-E0F4-4493-88CF-0B16B071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0315D0B-7D07-4F8D-B5BB-23D9D5FE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597F82-5BA3-4E8F-B84F-DBDDEE6D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46E6A2-C3AD-48CF-A8E7-62C0B211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B86C2C6-5EA0-4394-9994-68AAE5F7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3D48DBF-59B0-4145-9566-F0BB7FFF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D56108B-4AC3-4F2C-8693-F779BC10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A17D484-E617-4AFE-938F-EB0DD8AA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DEFE6E8-29A4-4C34-9EC6-3B977BB4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8CE8FD36-8F64-4C9C-AE1B-020B9D8A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85E8CB7-0949-40C5-940E-AE9DCE9F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B56330-1A7E-42FD-BD76-FF9BBE12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183EFBF-514E-41E7-9438-DC8F463B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C74D571-2963-4D2F-B7B2-3165593D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6146761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A005910-8C16-4E24-AFDF-ED81E1C5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9A8C62-2AA7-469C-9940-88570A60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8C98103-4746-4F41-B8CD-076EDA58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EE95406-293C-4CBA-A777-AA4551D3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2026.07.23-11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422308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2026-07-23T11:20:45.2870000Z</dcterms:created>
  <dcterms:modified xsi:type="dcterms:W3CDTF">2026-07-23T11:20:45.2870000Z</dcterms:modified>
</coreProperties>
</file>