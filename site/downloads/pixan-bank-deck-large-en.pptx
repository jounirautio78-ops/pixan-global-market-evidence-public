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35e3c917744e53" /><Relationship Type="http://schemas.openxmlformats.org/officeDocument/2006/relationships/extended-properties" Target="/docProps/app.xml" Id="R13f098ca284d4bdd" /><Relationship Type="http://schemas.openxmlformats.org/officeDocument/2006/relationships/officeDocument" Target="/ppt/presentation.xml" Id="Rbf9bf17f655b4a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204583906f42f3"/>
  </p:sldMasterIdLst>
  <p:notesMasterIdLst>
    <p:notesMasterId xmlns:r="http://schemas.openxmlformats.org/officeDocument/2006/relationships" r:id="Rb19d9d9d7b9f4b24"/>
  </p:notesMasterIdLst>
  <p:sldIdLst>
    <p:sldId xmlns:r="http://schemas.openxmlformats.org/officeDocument/2006/relationships" id="256" r:id="R8bd211ebb7484a6e"/>
    <p:sldId xmlns:r="http://schemas.openxmlformats.org/officeDocument/2006/relationships" id="257" r:id="R5d3f344a29514b2d"/>
    <p:sldId xmlns:r="http://schemas.openxmlformats.org/officeDocument/2006/relationships" id="258" r:id="Rba98ca0c48d84ea5"/>
    <p:sldId xmlns:r="http://schemas.openxmlformats.org/officeDocument/2006/relationships" id="259" r:id="Rad8752b3dcd2433a"/>
    <p:sldId xmlns:r="http://schemas.openxmlformats.org/officeDocument/2006/relationships" id="260" r:id="R68f9f9951fbb4078"/>
    <p:sldId xmlns:r="http://schemas.openxmlformats.org/officeDocument/2006/relationships" id="261" r:id="Re0e417b577e54690"/>
    <p:sldId xmlns:r="http://schemas.openxmlformats.org/officeDocument/2006/relationships" id="262" r:id="R1d344ebad9534261"/>
    <p:sldId xmlns:r="http://schemas.openxmlformats.org/officeDocument/2006/relationships" id="263" r:id="Rf15ac15b241c459f"/>
    <p:sldId xmlns:r="http://schemas.openxmlformats.org/officeDocument/2006/relationships" id="264" r:id="Rf049c34b3faa4b20"/>
    <p:sldId xmlns:r="http://schemas.openxmlformats.org/officeDocument/2006/relationships" id="265" r:id="Ra2d456088b5543a8"/>
    <p:sldId xmlns:r="http://schemas.openxmlformats.org/officeDocument/2006/relationships" id="266" r:id="Rdce88dda69244cce"/>
    <p:sldId xmlns:r="http://schemas.openxmlformats.org/officeDocument/2006/relationships" id="267" r:id="R852f3fd67a754b41"/>
    <p:sldId xmlns:r="http://schemas.openxmlformats.org/officeDocument/2006/relationships" id="268" r:id="R4407264c226049d0"/>
    <p:sldId xmlns:r="http://schemas.openxmlformats.org/officeDocument/2006/relationships" id="269" r:id="R3bc32cd975e047b9"/>
    <p:sldId xmlns:r="http://schemas.openxmlformats.org/officeDocument/2006/relationships" id="270" r:id="R6e366caeec334848"/>
    <p:sldId xmlns:r="http://schemas.openxmlformats.org/officeDocument/2006/relationships" id="271" r:id="Ree6313454b9b4a29"/>
    <p:sldId xmlns:r="http://schemas.openxmlformats.org/officeDocument/2006/relationships" id="272" r:id="Rbb465caee3134a16"/>
    <p:sldId xmlns:r="http://schemas.openxmlformats.org/officeDocument/2006/relationships" id="273" r:id="R50a76e12212044e3"/>
    <p:sldId xmlns:r="http://schemas.openxmlformats.org/officeDocument/2006/relationships" id="274" r:id="Rc47b32b3932e4881"/>
    <p:sldId xmlns:r="http://schemas.openxmlformats.org/officeDocument/2006/relationships" id="275" r:id="Re8a73f8207014b17"/>
    <p:sldId xmlns:r="http://schemas.openxmlformats.org/officeDocument/2006/relationships" id="276" r:id="Re10fe00a9fd947b3"/>
    <p:sldId xmlns:r="http://schemas.openxmlformats.org/officeDocument/2006/relationships" id="277" r:id="R08d9fa263eb4410e"/>
    <p:sldId xmlns:r="http://schemas.openxmlformats.org/officeDocument/2006/relationships" id="278" r:id="Rdc1510e420e0494f"/>
    <p:sldId xmlns:r="http://schemas.openxmlformats.org/officeDocument/2006/relationships" id="279" r:id="R1a8942af99ac4adb"/>
    <p:sldId xmlns:r="http://schemas.openxmlformats.org/officeDocument/2006/relationships" id="280" r:id="Rd2721582ffa348de"/>
    <p:sldId xmlns:r="http://schemas.openxmlformats.org/officeDocument/2006/relationships" id="281" r:id="R495ab25fa12245cb"/>
    <p:sldId xmlns:r="http://schemas.openxmlformats.org/officeDocument/2006/relationships" id="282" r:id="R6e89cc2a0b474c1b"/>
    <p:sldId xmlns:r="http://schemas.openxmlformats.org/officeDocument/2006/relationships" id="283" r:id="R8e06e655d7594407"/>
    <p:sldId xmlns:r="http://schemas.openxmlformats.org/officeDocument/2006/relationships" id="284" r:id="Rdd523014da024ab2"/>
    <p:sldId xmlns:r="http://schemas.openxmlformats.org/officeDocument/2006/relationships" id="285" r:id="Re429535925b6420f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2d013e154441e8" /><Relationship Type="http://schemas.openxmlformats.org/officeDocument/2006/relationships/slideMaster" Target="/ppt/slideMasters/slideMaster1.xml" Id="Rfd204583906f42f3" /><Relationship Type="http://schemas.openxmlformats.org/officeDocument/2006/relationships/notesMaster" Target="/ppt/notesMasters/notesMaster1.xml" Id="Rb19d9d9d7b9f4b24" /><Relationship Type="http://schemas.openxmlformats.org/officeDocument/2006/relationships/presProps" Target="/ppt/presProps.xml" Id="R85a8403d595d43ad" /><Relationship Type="http://schemas.openxmlformats.org/officeDocument/2006/relationships/viewProps" Target="/ppt/viewProps.xml" Id="R6e23d649713f46e5" /><Relationship Type="http://schemas.openxmlformats.org/officeDocument/2006/relationships/tableStyles" Target="/ppt/tableStyles.xml" Id="R0d80db1d22294295" /><Relationship Type="http://schemas.openxmlformats.org/officeDocument/2006/relationships/slide" Target="/ppt/slides/slide1.xml" Id="R8bd211ebb7484a6e" /><Relationship Type="http://schemas.openxmlformats.org/officeDocument/2006/relationships/slide" Target="/ppt/slides/slide2.xml" Id="R5d3f344a29514b2d" /><Relationship Type="http://schemas.openxmlformats.org/officeDocument/2006/relationships/slide" Target="/ppt/slides/slide3.xml" Id="Rba98ca0c48d84ea5" /><Relationship Type="http://schemas.openxmlformats.org/officeDocument/2006/relationships/slide" Target="/ppt/slides/slide4.xml" Id="Rad8752b3dcd2433a" /><Relationship Type="http://schemas.openxmlformats.org/officeDocument/2006/relationships/slide" Target="/ppt/slides/slide5.xml" Id="R68f9f9951fbb4078" /><Relationship Type="http://schemas.openxmlformats.org/officeDocument/2006/relationships/slide" Target="/ppt/slides/slide6.xml" Id="Re0e417b577e54690" /><Relationship Type="http://schemas.openxmlformats.org/officeDocument/2006/relationships/slide" Target="/ppt/slides/slide7.xml" Id="R1d344ebad9534261" /><Relationship Type="http://schemas.openxmlformats.org/officeDocument/2006/relationships/slide" Target="/ppt/slides/slide8.xml" Id="Rf15ac15b241c459f" /><Relationship Type="http://schemas.openxmlformats.org/officeDocument/2006/relationships/slide" Target="/ppt/slides/slide9.xml" Id="Rf049c34b3faa4b20" /><Relationship Type="http://schemas.openxmlformats.org/officeDocument/2006/relationships/slide" Target="/ppt/slides/slide10.xml" Id="Ra2d456088b5543a8" /><Relationship Type="http://schemas.openxmlformats.org/officeDocument/2006/relationships/slide" Target="/ppt/slides/slide11.xml" Id="Rdce88dda69244cce" /><Relationship Type="http://schemas.openxmlformats.org/officeDocument/2006/relationships/slide" Target="/ppt/slides/slide12.xml" Id="R852f3fd67a754b41" /><Relationship Type="http://schemas.openxmlformats.org/officeDocument/2006/relationships/slide" Target="/ppt/slides/slide13.xml" Id="R4407264c226049d0" /><Relationship Type="http://schemas.openxmlformats.org/officeDocument/2006/relationships/slide" Target="/ppt/slides/slide14.xml" Id="R3bc32cd975e047b9" /><Relationship Type="http://schemas.openxmlformats.org/officeDocument/2006/relationships/slide" Target="/ppt/slides/slide15.xml" Id="R6e366caeec334848" /><Relationship Type="http://schemas.openxmlformats.org/officeDocument/2006/relationships/slide" Target="/ppt/slides/slide16.xml" Id="Ree6313454b9b4a29" /><Relationship Type="http://schemas.openxmlformats.org/officeDocument/2006/relationships/slide" Target="/ppt/slides/slide17.xml" Id="Rbb465caee3134a16" /><Relationship Type="http://schemas.openxmlformats.org/officeDocument/2006/relationships/slide" Target="/ppt/slides/slide18.xml" Id="R50a76e12212044e3" /><Relationship Type="http://schemas.openxmlformats.org/officeDocument/2006/relationships/slide" Target="/ppt/slides/slide19.xml" Id="Rc47b32b3932e4881" /><Relationship Type="http://schemas.openxmlformats.org/officeDocument/2006/relationships/slide" Target="/ppt/slides/slide20.xml" Id="Re8a73f8207014b17" /><Relationship Type="http://schemas.openxmlformats.org/officeDocument/2006/relationships/slide" Target="/ppt/slides/slide21.xml" Id="Re10fe00a9fd947b3" /><Relationship Type="http://schemas.openxmlformats.org/officeDocument/2006/relationships/slide" Target="/ppt/slides/slide22.xml" Id="R08d9fa263eb4410e" /><Relationship Type="http://schemas.openxmlformats.org/officeDocument/2006/relationships/slide" Target="/ppt/slides/slide23.xml" Id="Rdc1510e420e0494f" /><Relationship Type="http://schemas.openxmlformats.org/officeDocument/2006/relationships/slide" Target="/ppt/slides/slide24.xml" Id="R1a8942af99ac4adb" /><Relationship Type="http://schemas.openxmlformats.org/officeDocument/2006/relationships/slide" Target="/ppt/slides/slide25.xml" Id="Rd2721582ffa348de" /><Relationship Type="http://schemas.openxmlformats.org/officeDocument/2006/relationships/slide" Target="/ppt/slides/slide26.xml" Id="R495ab25fa12245cb" /><Relationship Type="http://schemas.openxmlformats.org/officeDocument/2006/relationships/slide" Target="/ppt/slides/slide27.xml" Id="R6e89cc2a0b474c1b" /><Relationship Type="http://schemas.openxmlformats.org/officeDocument/2006/relationships/slide" Target="/ppt/slides/slide28.xml" Id="R8e06e655d7594407" /><Relationship Type="http://schemas.openxmlformats.org/officeDocument/2006/relationships/slide" Target="/ppt/slides/slide29.xml" Id="Rdd523014da024ab2" /><Relationship Type="http://schemas.openxmlformats.org/officeDocument/2006/relationships/slide" Target="/ppt/slides/slide30.xml" Id="Re429535925b642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3b570053cc43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ee0f9f9b644296" /><Relationship Type="http://schemas.openxmlformats.org/officeDocument/2006/relationships/notesMaster" Target="/ppt/notesMasters/notesMaster1.xml" Id="Rf8ec9700a6f040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9263c8f7c4491b" /><Relationship Type="http://schemas.openxmlformats.org/officeDocument/2006/relationships/notesMaster" Target="/ppt/notesMasters/notesMaster1.xml" Id="Rb92bfe14cc0c46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147427eec54b66" /><Relationship Type="http://schemas.openxmlformats.org/officeDocument/2006/relationships/notesMaster" Target="/ppt/notesMasters/notesMaster1.xml" Id="R8bd7e3ae82e04a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fbd2f9dbb64f51" /><Relationship Type="http://schemas.openxmlformats.org/officeDocument/2006/relationships/notesMaster" Target="/ppt/notesMasters/notesMaster1.xml" Id="Rebb88fd058de49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d879121bd44f9e" /><Relationship Type="http://schemas.openxmlformats.org/officeDocument/2006/relationships/notesMaster" Target="/ppt/notesMasters/notesMaster1.xml" Id="Rb86f437389ed4e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651790ab9f491c" /><Relationship Type="http://schemas.openxmlformats.org/officeDocument/2006/relationships/notesMaster" Target="/ppt/notesMasters/notesMaster1.xml" Id="Rd4d93af367044a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575d97fa8344dc" /><Relationship Type="http://schemas.openxmlformats.org/officeDocument/2006/relationships/notesMaster" Target="/ppt/notesMasters/notesMaster1.xml" Id="R52954380b8df43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6c70aa47574fee" /><Relationship Type="http://schemas.openxmlformats.org/officeDocument/2006/relationships/notesMaster" Target="/ppt/notesMasters/notesMaster1.xml" Id="R35c841833ab04c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51d8f6a0a144cd" /><Relationship Type="http://schemas.openxmlformats.org/officeDocument/2006/relationships/notesMaster" Target="/ppt/notesMasters/notesMaster1.xml" Id="R046ef68c86f948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ae7957a8294875" /><Relationship Type="http://schemas.openxmlformats.org/officeDocument/2006/relationships/notesMaster" Target="/ppt/notesMasters/notesMaster1.xml" Id="R755c35eaf2c94d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5a106c1b309496f" /><Relationship Type="http://schemas.openxmlformats.org/officeDocument/2006/relationships/notesMaster" Target="/ppt/notesMasters/notesMaster1.xml" Id="R61c81401c96b4c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dc69614ccdb48bd" /><Relationship Type="http://schemas.openxmlformats.org/officeDocument/2006/relationships/notesMaster" Target="/ppt/notesMasters/notesMaster1.xml" Id="R1be0ebb05956479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319530373f740e7" /><Relationship Type="http://schemas.openxmlformats.org/officeDocument/2006/relationships/notesMaster" Target="/ppt/notesMasters/notesMaster1.xml" Id="Ra8ee68f650a0438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c75b64f7da140fb" /><Relationship Type="http://schemas.openxmlformats.org/officeDocument/2006/relationships/notesMaster" Target="/ppt/notesMasters/notesMaster1.xml" Id="R81bf65d520d3492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562d58cedc841d2" /><Relationship Type="http://schemas.openxmlformats.org/officeDocument/2006/relationships/notesMaster" Target="/ppt/notesMasters/notesMaster1.xml" Id="Rd612f4a0e58d4c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9520f5c84e84da4" /><Relationship Type="http://schemas.openxmlformats.org/officeDocument/2006/relationships/notesMaster" Target="/ppt/notesMasters/notesMaster1.xml" Id="Rbda16cb840bc424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dd91ce047df42ce" /><Relationship Type="http://schemas.openxmlformats.org/officeDocument/2006/relationships/notesMaster" Target="/ppt/notesMasters/notesMaster1.xml" Id="Rf07ec9c930ab4f0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f25cd87d99645c6" /><Relationship Type="http://schemas.openxmlformats.org/officeDocument/2006/relationships/notesMaster" Target="/ppt/notesMasters/notesMaster1.xml" Id="Rc8a76b6c340b483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a764154843e4851" /><Relationship Type="http://schemas.openxmlformats.org/officeDocument/2006/relationships/notesMaster" Target="/ppt/notesMasters/notesMaster1.xml" Id="Rf78d8956d878449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ad92efe414d4cfd" /><Relationship Type="http://schemas.openxmlformats.org/officeDocument/2006/relationships/notesMaster" Target="/ppt/notesMasters/notesMaster1.xml" Id="R78ab769828e14af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cbdb58281bc4f6c" /><Relationship Type="http://schemas.openxmlformats.org/officeDocument/2006/relationships/notesMaster" Target="/ppt/notesMasters/notesMaster1.xml" Id="R21560ab28d924c0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9134661e103402d" /><Relationship Type="http://schemas.openxmlformats.org/officeDocument/2006/relationships/notesMaster" Target="/ppt/notesMasters/notesMaster1.xml" Id="Rba9f4edc6ffb468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7b57446e9f94400" /><Relationship Type="http://schemas.openxmlformats.org/officeDocument/2006/relationships/notesMaster" Target="/ppt/notesMasters/notesMaster1.xml" Id="R22c45e99c2f44ab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a7efb3e9e8141d2" /><Relationship Type="http://schemas.openxmlformats.org/officeDocument/2006/relationships/notesMaster" Target="/ppt/notesMasters/notesMaster1.xml" Id="R504142e06c154e2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7be7d22805548f2" /><Relationship Type="http://schemas.openxmlformats.org/officeDocument/2006/relationships/notesMaster" Target="/ppt/notesMasters/notesMaster1.xml" Id="Re28d27ce9b1c4b4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2b5e3e825024389" /><Relationship Type="http://schemas.openxmlformats.org/officeDocument/2006/relationships/notesMaster" Target="/ppt/notesMasters/notesMaster1.xml" Id="Rd5c9435ebb08467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76737e0cfc547b1" /><Relationship Type="http://schemas.openxmlformats.org/officeDocument/2006/relationships/notesMaster" Target="/ppt/notesMasters/notesMaster1.xml" Id="R3b4f1b4afee4433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a084e52bcc94d15" /><Relationship Type="http://schemas.openxmlformats.org/officeDocument/2006/relationships/notesMaster" Target="/ppt/notesMasters/notesMaster1.xml" Id="R8850d18bbc8044b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dc5f65858374e09" /><Relationship Type="http://schemas.openxmlformats.org/officeDocument/2006/relationships/notesMaster" Target="/ppt/notesMasters/notesMaster1.xml" Id="R312bdda74a8a4b7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2ddc974ec8b4468" /><Relationship Type="http://schemas.openxmlformats.org/officeDocument/2006/relationships/notesMaster" Target="/ppt/notesMasters/notesMaster1.xml" Id="R9ec4f0be026f49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b96900e80b49a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d55c433a5b4ce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c14bfb221459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c62790d0f846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7c6e57a3694e0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2242a7a33c49e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ccae7e10484bc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4924aea5214de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02c25c58be4aa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376efbd808499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3e924feea4dc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51673367024427" /><Relationship Type="http://schemas.openxmlformats.org/officeDocument/2006/relationships/slideLayout" Target="/ppt/slideLayouts/slideLayout1.xml" Id="R0cfcc0d5cecd4b72" /><Relationship Type="http://schemas.openxmlformats.org/officeDocument/2006/relationships/slideLayout" Target="/ppt/slideLayouts/slideLayout2.xml" Id="R0754b994959e4468" /><Relationship Type="http://schemas.openxmlformats.org/officeDocument/2006/relationships/slideLayout" Target="/ppt/slideLayouts/slideLayout3.xml" Id="R6d291c0437734bdd" /><Relationship Type="http://schemas.openxmlformats.org/officeDocument/2006/relationships/slideLayout" Target="/ppt/slideLayouts/slideLayout4.xml" Id="R8b475ab111084919" /><Relationship Type="http://schemas.openxmlformats.org/officeDocument/2006/relationships/slideLayout" Target="/ppt/slideLayouts/slideLayout5.xml" Id="Re9500f84a00344fa" /><Relationship Type="http://schemas.openxmlformats.org/officeDocument/2006/relationships/slideLayout" Target="/ppt/slideLayouts/slideLayout6.xml" Id="R92b3bb94a1184bed" /><Relationship Type="http://schemas.openxmlformats.org/officeDocument/2006/relationships/slideLayout" Target="/ppt/slideLayouts/slideLayout7.xml" Id="R7b03d1b689574ade" /><Relationship Type="http://schemas.openxmlformats.org/officeDocument/2006/relationships/slideLayout" Target="/ppt/slideLayouts/slideLayout8.xml" Id="R03274bf90d9e4e7c" /><Relationship Type="http://schemas.openxmlformats.org/officeDocument/2006/relationships/slideLayout" Target="/ppt/slideLayouts/slideLayout9.xml" Id="R064e87934421467c" /><Relationship Type="http://schemas.openxmlformats.org/officeDocument/2006/relationships/slideLayout" Target="/ppt/slideLayouts/slideLayout10.xml" Id="R6e5a026eaefa4160" /><Relationship Type="http://schemas.openxmlformats.org/officeDocument/2006/relationships/slideLayout" Target="/ppt/slideLayouts/slideLayout11.xml" Id="R22b38492507f4c1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fcc0d5cecd4b72"/>
    <p:sldLayoutId xmlns:r="http://schemas.openxmlformats.org/officeDocument/2006/relationships" id="2147483650" r:id="R0754b994959e4468"/>
    <p:sldLayoutId xmlns:r="http://schemas.openxmlformats.org/officeDocument/2006/relationships" id="2147483651" r:id="R6d291c0437734bdd"/>
    <p:sldLayoutId xmlns:r="http://schemas.openxmlformats.org/officeDocument/2006/relationships" id="2147483652" r:id="R8b475ab111084919"/>
    <p:sldLayoutId xmlns:r="http://schemas.openxmlformats.org/officeDocument/2006/relationships" id="2147483653" r:id="Re9500f84a00344fa"/>
    <p:sldLayoutId xmlns:r="http://schemas.openxmlformats.org/officeDocument/2006/relationships" id="2147483654" r:id="R92b3bb94a1184bed"/>
    <p:sldLayoutId xmlns:r="http://schemas.openxmlformats.org/officeDocument/2006/relationships" id="2147483655" r:id="R7b03d1b689574ade"/>
    <p:sldLayoutId xmlns:r="http://schemas.openxmlformats.org/officeDocument/2006/relationships" id="2147483656" r:id="R03274bf90d9e4e7c"/>
    <p:sldLayoutId xmlns:r="http://schemas.openxmlformats.org/officeDocument/2006/relationships" id="2147483657" r:id="R064e87934421467c"/>
    <p:sldLayoutId xmlns:r="http://schemas.openxmlformats.org/officeDocument/2006/relationships" id="2147483658" r:id="R6e5a026eaefa4160"/>
    <p:sldLayoutId xmlns:r="http://schemas.openxmlformats.org/officeDocument/2006/relationships" id="2147483659" r:id="R22b38492507f4c1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5b6e74d3d1448c" /><Relationship Type="http://schemas.openxmlformats.org/officeDocument/2006/relationships/notesSlide" Target="/ppt/notesSlides/notesSlide1.xml" Id="Rc5c409bf8b6f48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00629fa2224c2f" /><Relationship Type="http://schemas.openxmlformats.org/officeDocument/2006/relationships/notesSlide" Target="/ppt/notesSlides/notesSlide2.xml" Id="R56195d5dc77b4e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9860679a4945f8" /><Relationship Type="http://schemas.openxmlformats.org/officeDocument/2006/relationships/notesSlide" Target="/ppt/notesSlides/notesSlide3.xml" Id="R445ef4f281e44a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c85b5da6d0447a" /><Relationship Type="http://schemas.openxmlformats.org/officeDocument/2006/relationships/notesSlide" Target="/ppt/notesSlides/notesSlide4.xml" Id="Rade60109eb664b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31d0512c5b4a5c" /><Relationship Type="http://schemas.openxmlformats.org/officeDocument/2006/relationships/notesSlide" Target="/ppt/notesSlides/notesSlide5.xml" Id="Re64e74794b274e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524d0d2bbb4dd4" /><Relationship Type="http://schemas.openxmlformats.org/officeDocument/2006/relationships/notesSlide" Target="/ppt/notesSlides/notesSlide6.xml" Id="Ra8abcf5ed8134f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600d347cd84fde" /><Relationship Type="http://schemas.openxmlformats.org/officeDocument/2006/relationships/notesSlide" Target="/ppt/notesSlides/notesSlide7.xml" Id="R6c79ba4778f146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b6efa22fc94aab" /><Relationship Type="http://schemas.openxmlformats.org/officeDocument/2006/relationships/notesSlide" Target="/ppt/notesSlides/notesSlide8.xml" Id="R691f5c2a5be74e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81d6686ed84c78" /><Relationship Type="http://schemas.openxmlformats.org/officeDocument/2006/relationships/notesSlide" Target="/ppt/notesSlides/notesSlide9.xml" Id="R803b6b1cc32448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c05b15a7f5466b" /><Relationship Type="http://schemas.openxmlformats.org/officeDocument/2006/relationships/notesSlide" Target="/ppt/notesSlides/notesSlide10.xml" Id="Rdb5bf99631824f9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16d9bbff50043dd" /><Relationship Type="http://schemas.openxmlformats.org/officeDocument/2006/relationships/notesSlide" Target="/ppt/notesSlides/notesSlide11.xml" Id="R96654e537e3f4c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c62b6b9b204b03" /><Relationship Type="http://schemas.openxmlformats.org/officeDocument/2006/relationships/notesSlide" Target="/ppt/notesSlides/notesSlide12.xml" Id="R720f314b792245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3b7cc58ed24a12" /><Relationship Type="http://schemas.openxmlformats.org/officeDocument/2006/relationships/notesSlide" Target="/ppt/notesSlides/notesSlide13.xml" Id="Rc1604732a1b744b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93d5c07f11466e" /><Relationship Type="http://schemas.openxmlformats.org/officeDocument/2006/relationships/notesSlide" Target="/ppt/notesSlides/notesSlide14.xml" Id="R313daee6a3cc493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4304dd1f984641" /><Relationship Type="http://schemas.openxmlformats.org/officeDocument/2006/relationships/notesSlide" Target="/ppt/notesSlides/notesSlide15.xml" Id="Rab1e38d8309448e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cf6dcd7c9944c5" /><Relationship Type="http://schemas.openxmlformats.org/officeDocument/2006/relationships/notesSlide" Target="/ppt/notesSlides/notesSlide16.xml" Id="R46d48c19bf474b8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f68c6de2b34c0a" /><Relationship Type="http://schemas.openxmlformats.org/officeDocument/2006/relationships/notesSlide" Target="/ppt/notesSlides/notesSlide17.xml" Id="Rd992894ad348419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c6317d25e34e54" /><Relationship Type="http://schemas.openxmlformats.org/officeDocument/2006/relationships/notesSlide" Target="/ppt/notesSlides/notesSlide18.xml" Id="R35c7ea20e24445a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2efec5bf9844ec" /><Relationship Type="http://schemas.openxmlformats.org/officeDocument/2006/relationships/notesSlide" Target="/ppt/notesSlides/notesSlide19.xml" Id="R855bf8b58fbb45a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6512a1bff74bda" /><Relationship Type="http://schemas.openxmlformats.org/officeDocument/2006/relationships/notesSlide" Target="/ppt/notesSlides/notesSlide20.xml" Id="Rf4917723af3e4f8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0c2fa8c5134fb3" /><Relationship Type="http://schemas.openxmlformats.org/officeDocument/2006/relationships/notesSlide" Target="/ppt/notesSlides/notesSlide21.xml" Id="Reb3486ff158d45d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b8e46a5f0346ec" /><Relationship Type="http://schemas.openxmlformats.org/officeDocument/2006/relationships/notesSlide" Target="/ppt/notesSlides/notesSlide22.xml" Id="Rec4803c3fc3c409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f2fb126a7e455e" /><Relationship Type="http://schemas.openxmlformats.org/officeDocument/2006/relationships/notesSlide" Target="/ppt/notesSlides/notesSlide23.xml" Id="R3fa01a97c6c3400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52ca7c441d4a36" /><Relationship Type="http://schemas.openxmlformats.org/officeDocument/2006/relationships/notesSlide" Target="/ppt/notesSlides/notesSlide24.xml" Id="Rdb3e1c6dcd094d3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dee22580a745b4" /><Relationship Type="http://schemas.openxmlformats.org/officeDocument/2006/relationships/notesSlide" Target="/ppt/notesSlides/notesSlide25.xml" Id="Rf7db95e112d8451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4b0cbcb9294f2d" /><Relationship Type="http://schemas.openxmlformats.org/officeDocument/2006/relationships/notesSlide" Target="/ppt/notesSlides/notesSlide26.xml" Id="R4c3d5d1e2a794f0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904e60236646f7" /><Relationship Type="http://schemas.openxmlformats.org/officeDocument/2006/relationships/notesSlide" Target="/ppt/notesSlides/notesSlide27.xml" Id="R2796f982c54942f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37087affce4675" /><Relationship Type="http://schemas.openxmlformats.org/officeDocument/2006/relationships/notesSlide" Target="/ppt/notesSlides/notesSlide28.xml" Id="R997f829c0023491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31441c1a94a4107" /><Relationship Type="http://schemas.openxmlformats.org/officeDocument/2006/relationships/notesSlide" Target="/ppt/notesSlides/notesSlide29.xml" Id="R4272fc84f58d46e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db7ed22bdd42d9" /><Relationship Type="http://schemas.openxmlformats.org/officeDocument/2006/relationships/notesSlide" Target="/ppt/notesSlides/notesSlide30.xml" Id="Re4a32ff64c194c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contains 34 official annual observations from 7 countries, but the donor gate is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Selected official routes: 34 observations across 7 countries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Statistics Canada; Health Canada; New Zealand Ministry of Health; Destatis; Vero; Sejm;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1.219bn (≈EUR 822.6m; ECB 2024); every quarter quality E. Health Canada shipments: CAD 1.161bn (≈EUR 783.2m; ECB 2024), 5.03% lower; bridge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raw route NZD 280.685m; supported identified-vaping retail sensitivity NZD 533.7–731.2m (≈EUR 298.5–408.9m; ECB 2024), not an observed market value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has retail and shipment anchors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1.161bn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plus 1.252m litres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exceeds shipments by CAD 58.4m (+5.03%); quality, channel, scope and tax gaps keep Canada outside the donor count.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Statistics Canada retail and Health Canada shipments are separate transaction levels. All 2024 RCS quarters are quality E; the bridge remains unresolved.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accepted-donor gate is 0/3; all 5 candidates remain outside the count.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Every candidate must pass all 10 criteria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NZD 533.7–731.2m (≈EUR 298.5–408.9m; ECB 2024) retail sensitivity is a supported model; the FTC's 2021 USD 2.763bn (≈EUR 2.336bn; ECB 2021) route is manufacturer reporting. Neither is complete consumer-retail value or an accepted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regions and regulatory types, plus direct validation in major economies, is still required.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2026.07.24-21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2026-07-24T13:59:15.1470000Z</dcterms:created>
  <dcterms:modified xsi:type="dcterms:W3CDTF">2026-07-24T13:59:15.1470000Z</dcterms:modified>
</coreProperties>
</file>