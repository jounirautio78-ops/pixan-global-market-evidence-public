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9141d701cf4bde" /><Relationship Type="http://schemas.openxmlformats.org/officeDocument/2006/relationships/extended-properties" Target="/docProps/app.xml" Id="R7e80775254f742e4" /><Relationship Type="http://schemas.openxmlformats.org/officeDocument/2006/relationships/officeDocument" Target="/ppt/presentation.xml" Id="R7eb43a1b16814f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11df041365415d"/>
  </p:sldMasterIdLst>
  <p:notesMasterIdLst>
    <p:notesMasterId xmlns:r="http://schemas.openxmlformats.org/officeDocument/2006/relationships" r:id="R9f766405b6ad4420"/>
  </p:notesMasterIdLst>
  <p:sldIdLst>
    <p:sldId xmlns:r="http://schemas.openxmlformats.org/officeDocument/2006/relationships" id="256" r:id="Rdb2f3a83be3c42e9"/>
    <p:sldId xmlns:r="http://schemas.openxmlformats.org/officeDocument/2006/relationships" id="257" r:id="R7ec95441f5d54873"/>
    <p:sldId xmlns:r="http://schemas.openxmlformats.org/officeDocument/2006/relationships" id="258" r:id="Ra89bc75f25c14fc4"/>
    <p:sldId xmlns:r="http://schemas.openxmlformats.org/officeDocument/2006/relationships" id="259" r:id="R17b162a19c2c41b3"/>
    <p:sldId xmlns:r="http://schemas.openxmlformats.org/officeDocument/2006/relationships" id="260" r:id="R4e0399bf38034a7f"/>
    <p:sldId xmlns:r="http://schemas.openxmlformats.org/officeDocument/2006/relationships" id="261" r:id="R96a90609ecca42ef"/>
    <p:sldId xmlns:r="http://schemas.openxmlformats.org/officeDocument/2006/relationships" id="262" r:id="R45149f50bf564e0d"/>
    <p:sldId xmlns:r="http://schemas.openxmlformats.org/officeDocument/2006/relationships" id="263" r:id="Rc6bface2fa31440d"/>
    <p:sldId xmlns:r="http://schemas.openxmlformats.org/officeDocument/2006/relationships" id="264" r:id="R9d87bb94c5e14aa7"/>
    <p:sldId xmlns:r="http://schemas.openxmlformats.org/officeDocument/2006/relationships" id="265" r:id="R8192eb7c53794af0"/>
    <p:sldId xmlns:r="http://schemas.openxmlformats.org/officeDocument/2006/relationships" id="266" r:id="R76cfad9b443b4fde"/>
    <p:sldId xmlns:r="http://schemas.openxmlformats.org/officeDocument/2006/relationships" id="267" r:id="Rc3f43f9809c4451b"/>
    <p:sldId xmlns:r="http://schemas.openxmlformats.org/officeDocument/2006/relationships" id="268" r:id="Rf8649c8683c44810"/>
    <p:sldId xmlns:r="http://schemas.openxmlformats.org/officeDocument/2006/relationships" id="269" r:id="R228936273a074dec"/>
    <p:sldId xmlns:r="http://schemas.openxmlformats.org/officeDocument/2006/relationships" id="270" r:id="Rd1da6aab0ebb4d46"/>
    <p:sldId xmlns:r="http://schemas.openxmlformats.org/officeDocument/2006/relationships" id="271" r:id="R17090711238d47b0"/>
    <p:sldId xmlns:r="http://schemas.openxmlformats.org/officeDocument/2006/relationships" id="272" r:id="R03cd054ab3244704"/>
    <p:sldId xmlns:r="http://schemas.openxmlformats.org/officeDocument/2006/relationships" id="273" r:id="R29d87feb70c8410c"/>
    <p:sldId xmlns:r="http://schemas.openxmlformats.org/officeDocument/2006/relationships" id="274" r:id="Rfb4c98de4a674d85"/>
    <p:sldId xmlns:r="http://schemas.openxmlformats.org/officeDocument/2006/relationships" id="275" r:id="R1604a273741743f8"/>
    <p:sldId xmlns:r="http://schemas.openxmlformats.org/officeDocument/2006/relationships" id="276" r:id="R993c558e6e8a4212"/>
    <p:sldId xmlns:r="http://schemas.openxmlformats.org/officeDocument/2006/relationships" id="277" r:id="R7a8f01d867e4457d"/>
    <p:sldId xmlns:r="http://schemas.openxmlformats.org/officeDocument/2006/relationships" id="278" r:id="Rf19232ce112b4803"/>
    <p:sldId xmlns:r="http://schemas.openxmlformats.org/officeDocument/2006/relationships" id="279" r:id="R9450500e0ec04499"/>
    <p:sldId xmlns:r="http://schemas.openxmlformats.org/officeDocument/2006/relationships" id="280" r:id="R170fb8c0b6594985"/>
    <p:sldId xmlns:r="http://schemas.openxmlformats.org/officeDocument/2006/relationships" id="281" r:id="R3eed5932cb4f495f"/>
    <p:sldId xmlns:r="http://schemas.openxmlformats.org/officeDocument/2006/relationships" id="282" r:id="R77584bf7b5634bb3"/>
    <p:sldId xmlns:r="http://schemas.openxmlformats.org/officeDocument/2006/relationships" id="283" r:id="R7d16109d23fe4f7e"/>
    <p:sldId xmlns:r="http://schemas.openxmlformats.org/officeDocument/2006/relationships" id="284" r:id="Rf024c92cae964902"/>
    <p:sldId xmlns:r="http://schemas.openxmlformats.org/officeDocument/2006/relationships" id="285" r:id="R55996a207f0d4b8a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812db2797b24595" /><Relationship Type="http://schemas.openxmlformats.org/officeDocument/2006/relationships/slideMaster" Target="/ppt/slideMasters/slideMaster1.xml" Id="Rb811df041365415d" /><Relationship Type="http://schemas.openxmlformats.org/officeDocument/2006/relationships/notesMaster" Target="/ppt/notesMasters/notesMaster1.xml" Id="R9f766405b6ad4420" /><Relationship Type="http://schemas.openxmlformats.org/officeDocument/2006/relationships/presProps" Target="/ppt/presProps.xml" Id="R724c16c5972d413a" /><Relationship Type="http://schemas.openxmlformats.org/officeDocument/2006/relationships/viewProps" Target="/ppt/viewProps.xml" Id="Rd83e15fd8b2a4480" /><Relationship Type="http://schemas.openxmlformats.org/officeDocument/2006/relationships/tableStyles" Target="/ppt/tableStyles.xml" Id="R1d5cf49e2e544413" /><Relationship Type="http://schemas.openxmlformats.org/officeDocument/2006/relationships/slide" Target="/ppt/slides/slide1.xml" Id="Rdb2f3a83be3c42e9" /><Relationship Type="http://schemas.openxmlformats.org/officeDocument/2006/relationships/slide" Target="/ppt/slides/slide2.xml" Id="R7ec95441f5d54873" /><Relationship Type="http://schemas.openxmlformats.org/officeDocument/2006/relationships/slide" Target="/ppt/slides/slide3.xml" Id="Ra89bc75f25c14fc4" /><Relationship Type="http://schemas.openxmlformats.org/officeDocument/2006/relationships/slide" Target="/ppt/slides/slide4.xml" Id="R17b162a19c2c41b3" /><Relationship Type="http://schemas.openxmlformats.org/officeDocument/2006/relationships/slide" Target="/ppt/slides/slide5.xml" Id="R4e0399bf38034a7f" /><Relationship Type="http://schemas.openxmlformats.org/officeDocument/2006/relationships/slide" Target="/ppt/slides/slide6.xml" Id="R96a90609ecca42ef" /><Relationship Type="http://schemas.openxmlformats.org/officeDocument/2006/relationships/slide" Target="/ppt/slides/slide7.xml" Id="R45149f50bf564e0d" /><Relationship Type="http://schemas.openxmlformats.org/officeDocument/2006/relationships/slide" Target="/ppt/slides/slide8.xml" Id="Rc6bface2fa31440d" /><Relationship Type="http://schemas.openxmlformats.org/officeDocument/2006/relationships/slide" Target="/ppt/slides/slide9.xml" Id="R9d87bb94c5e14aa7" /><Relationship Type="http://schemas.openxmlformats.org/officeDocument/2006/relationships/slide" Target="/ppt/slides/slide10.xml" Id="R8192eb7c53794af0" /><Relationship Type="http://schemas.openxmlformats.org/officeDocument/2006/relationships/slide" Target="/ppt/slides/slide11.xml" Id="R76cfad9b443b4fde" /><Relationship Type="http://schemas.openxmlformats.org/officeDocument/2006/relationships/slide" Target="/ppt/slides/slide12.xml" Id="Rc3f43f9809c4451b" /><Relationship Type="http://schemas.openxmlformats.org/officeDocument/2006/relationships/slide" Target="/ppt/slides/slide13.xml" Id="Rf8649c8683c44810" /><Relationship Type="http://schemas.openxmlformats.org/officeDocument/2006/relationships/slide" Target="/ppt/slides/slide14.xml" Id="R228936273a074dec" /><Relationship Type="http://schemas.openxmlformats.org/officeDocument/2006/relationships/slide" Target="/ppt/slides/slide15.xml" Id="Rd1da6aab0ebb4d46" /><Relationship Type="http://schemas.openxmlformats.org/officeDocument/2006/relationships/slide" Target="/ppt/slides/slide16.xml" Id="R17090711238d47b0" /><Relationship Type="http://schemas.openxmlformats.org/officeDocument/2006/relationships/slide" Target="/ppt/slides/slide17.xml" Id="R03cd054ab3244704" /><Relationship Type="http://schemas.openxmlformats.org/officeDocument/2006/relationships/slide" Target="/ppt/slides/slide18.xml" Id="R29d87feb70c8410c" /><Relationship Type="http://schemas.openxmlformats.org/officeDocument/2006/relationships/slide" Target="/ppt/slides/slide19.xml" Id="Rfb4c98de4a674d85" /><Relationship Type="http://schemas.openxmlformats.org/officeDocument/2006/relationships/slide" Target="/ppt/slides/slide20.xml" Id="R1604a273741743f8" /><Relationship Type="http://schemas.openxmlformats.org/officeDocument/2006/relationships/slide" Target="/ppt/slides/slide21.xml" Id="R993c558e6e8a4212" /><Relationship Type="http://schemas.openxmlformats.org/officeDocument/2006/relationships/slide" Target="/ppt/slides/slide22.xml" Id="R7a8f01d867e4457d" /><Relationship Type="http://schemas.openxmlformats.org/officeDocument/2006/relationships/slide" Target="/ppt/slides/slide23.xml" Id="Rf19232ce112b4803" /><Relationship Type="http://schemas.openxmlformats.org/officeDocument/2006/relationships/slide" Target="/ppt/slides/slide24.xml" Id="R9450500e0ec04499" /><Relationship Type="http://schemas.openxmlformats.org/officeDocument/2006/relationships/slide" Target="/ppt/slides/slide25.xml" Id="R170fb8c0b6594985" /><Relationship Type="http://schemas.openxmlformats.org/officeDocument/2006/relationships/slide" Target="/ppt/slides/slide26.xml" Id="R3eed5932cb4f495f" /><Relationship Type="http://schemas.openxmlformats.org/officeDocument/2006/relationships/slide" Target="/ppt/slides/slide27.xml" Id="R77584bf7b5634bb3" /><Relationship Type="http://schemas.openxmlformats.org/officeDocument/2006/relationships/slide" Target="/ppt/slides/slide28.xml" Id="R7d16109d23fe4f7e" /><Relationship Type="http://schemas.openxmlformats.org/officeDocument/2006/relationships/slide" Target="/ppt/slides/slide29.xml" Id="Rf024c92cae964902" /><Relationship Type="http://schemas.openxmlformats.org/officeDocument/2006/relationships/slide" Target="/ppt/slides/slide30.xml" Id="R55996a207f0d4b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11b829815545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0d505d73ea4181" /><Relationship Type="http://schemas.openxmlformats.org/officeDocument/2006/relationships/notesMaster" Target="/ppt/notesMasters/notesMaster1.xml" Id="Re4878c5ce1b948b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0e9ad565ad84f1c" /><Relationship Type="http://schemas.openxmlformats.org/officeDocument/2006/relationships/notesMaster" Target="/ppt/notesMasters/notesMaster1.xml" Id="R8d1830c977a849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9cb448684e472d" /><Relationship Type="http://schemas.openxmlformats.org/officeDocument/2006/relationships/notesMaster" Target="/ppt/notesMasters/notesMaster1.xml" Id="R2c817eba79714f8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0aa3629e9d4fb6" /><Relationship Type="http://schemas.openxmlformats.org/officeDocument/2006/relationships/notesMaster" Target="/ppt/notesMasters/notesMaster1.xml" Id="Rc986eadcf3ff4e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a2cbb21e7374a4a" /><Relationship Type="http://schemas.openxmlformats.org/officeDocument/2006/relationships/notesMaster" Target="/ppt/notesMasters/notesMaster1.xml" Id="R82d1685eba67493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6e229454b0465f" /><Relationship Type="http://schemas.openxmlformats.org/officeDocument/2006/relationships/notesMaster" Target="/ppt/notesMasters/notesMaster1.xml" Id="Ra542029579cb472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be102a40974ed7" /><Relationship Type="http://schemas.openxmlformats.org/officeDocument/2006/relationships/notesMaster" Target="/ppt/notesMasters/notesMaster1.xml" Id="Rd733fe2fe919440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ee74ae3b8f14632" /><Relationship Type="http://schemas.openxmlformats.org/officeDocument/2006/relationships/notesMaster" Target="/ppt/notesMasters/notesMaster1.xml" Id="R713b7a259b6740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0b3de050152432f" /><Relationship Type="http://schemas.openxmlformats.org/officeDocument/2006/relationships/notesMaster" Target="/ppt/notesMasters/notesMaster1.xml" Id="R814c832675854e9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a53ad401a034d72" /><Relationship Type="http://schemas.openxmlformats.org/officeDocument/2006/relationships/notesMaster" Target="/ppt/notesMasters/notesMaster1.xml" Id="Rb66cf9ee516c402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0c82e20eeb94dfc" /><Relationship Type="http://schemas.openxmlformats.org/officeDocument/2006/relationships/notesMaster" Target="/ppt/notesMasters/notesMaster1.xml" Id="R391fb24d7d41454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e8c2929ae8a4a98" /><Relationship Type="http://schemas.openxmlformats.org/officeDocument/2006/relationships/notesMaster" Target="/ppt/notesMasters/notesMaster1.xml" Id="R43d7a7963808433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2c986fbee374c36" /><Relationship Type="http://schemas.openxmlformats.org/officeDocument/2006/relationships/notesMaster" Target="/ppt/notesMasters/notesMaster1.xml" Id="R20333399294c439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34aef05b7ee492f" /><Relationship Type="http://schemas.openxmlformats.org/officeDocument/2006/relationships/notesMaster" Target="/ppt/notesMasters/notesMaster1.xml" Id="R229975c328e1430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02ec312eee84c0a" /><Relationship Type="http://schemas.openxmlformats.org/officeDocument/2006/relationships/notesMaster" Target="/ppt/notesMasters/notesMaster1.xml" Id="Rf83aea9f620e43b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5160906ae3e4d9e" /><Relationship Type="http://schemas.openxmlformats.org/officeDocument/2006/relationships/notesMaster" Target="/ppt/notesMasters/notesMaster1.xml" Id="Rc19cac00285043c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27a1d78becb4e70" /><Relationship Type="http://schemas.openxmlformats.org/officeDocument/2006/relationships/notesMaster" Target="/ppt/notesMasters/notesMaster1.xml" Id="R819dac22d20b464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7ef34c05a7842b8" /><Relationship Type="http://schemas.openxmlformats.org/officeDocument/2006/relationships/notesMaster" Target="/ppt/notesMasters/notesMaster1.xml" Id="R56e2151f552847d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035a30ae47d4064" /><Relationship Type="http://schemas.openxmlformats.org/officeDocument/2006/relationships/notesMaster" Target="/ppt/notesMasters/notesMaster1.xml" Id="Rc29ba9237c8e495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9021b5cbe0f4d35" /><Relationship Type="http://schemas.openxmlformats.org/officeDocument/2006/relationships/notesMaster" Target="/ppt/notesMasters/notesMaster1.xml" Id="R4dd6c21138224c4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12482b9ffc044c0" /><Relationship Type="http://schemas.openxmlformats.org/officeDocument/2006/relationships/notesMaster" Target="/ppt/notesMasters/notesMaster1.xml" Id="R50031a748f87464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8bda106a9c44b70" /><Relationship Type="http://schemas.openxmlformats.org/officeDocument/2006/relationships/notesMaster" Target="/ppt/notesMasters/notesMaster1.xml" Id="Rfe4a933dd9174b3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2014e8a87c04340" /><Relationship Type="http://schemas.openxmlformats.org/officeDocument/2006/relationships/notesMaster" Target="/ppt/notesMasters/notesMaster1.xml" Id="Rbeac518c2e1c458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6b2a47f1a854859" /><Relationship Type="http://schemas.openxmlformats.org/officeDocument/2006/relationships/notesMaster" Target="/ppt/notesMasters/notesMaster1.xml" Id="Rc44c47c025504da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e0f5f30429004e94" /><Relationship Type="http://schemas.openxmlformats.org/officeDocument/2006/relationships/notesMaster" Target="/ppt/notesMasters/notesMaster1.xml" Id="R521cde814f6e472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479c46c3b1a429e" /><Relationship Type="http://schemas.openxmlformats.org/officeDocument/2006/relationships/notesMaster" Target="/ppt/notesMasters/notesMaster1.xml" Id="Rb47494a71ffa469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f7b428024aa4c82" /><Relationship Type="http://schemas.openxmlformats.org/officeDocument/2006/relationships/notesMaster" Target="/ppt/notesMasters/notesMaster1.xml" Id="R80a85a6a166d494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c3e2c91820443dc" /><Relationship Type="http://schemas.openxmlformats.org/officeDocument/2006/relationships/notesMaster" Target="/ppt/notesMasters/notesMaster1.xml" Id="Re0fb82a8babf43f4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63aea976f8c4789" /><Relationship Type="http://schemas.openxmlformats.org/officeDocument/2006/relationships/notesMaster" Target="/ppt/notesMasters/notesMaster1.xml" Id="R8edfeb976db04db8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aeacde54fcb4126" /><Relationship Type="http://schemas.openxmlformats.org/officeDocument/2006/relationships/notesMaster" Target="/ppt/notesMasters/notesMaster1.xml" Id="R424a91cbe6e34b2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deb1d69bf74d1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1e5b15203944a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95aaf3a0c54ac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0b64c9f553462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582f867fdc407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4b571f83a742f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d61190af094de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aff00177064c7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6c3fd1d3264b6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4a3dea64fe482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34c4db66fa4c6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357e4d03504931" /><Relationship Type="http://schemas.openxmlformats.org/officeDocument/2006/relationships/slideLayout" Target="/ppt/slideLayouts/slideLayout1.xml" Id="R62ae4a25fd6546dc" /><Relationship Type="http://schemas.openxmlformats.org/officeDocument/2006/relationships/slideLayout" Target="/ppt/slideLayouts/slideLayout2.xml" Id="R1ce6bd2a8d7a4605" /><Relationship Type="http://schemas.openxmlformats.org/officeDocument/2006/relationships/slideLayout" Target="/ppt/slideLayouts/slideLayout3.xml" Id="R6d099cc6b3a14401" /><Relationship Type="http://schemas.openxmlformats.org/officeDocument/2006/relationships/slideLayout" Target="/ppt/slideLayouts/slideLayout4.xml" Id="Rf97ac09cb6754407" /><Relationship Type="http://schemas.openxmlformats.org/officeDocument/2006/relationships/slideLayout" Target="/ppt/slideLayouts/slideLayout5.xml" Id="R86265a90ece84e05" /><Relationship Type="http://schemas.openxmlformats.org/officeDocument/2006/relationships/slideLayout" Target="/ppt/slideLayouts/slideLayout6.xml" Id="R6f2f810c34754181" /><Relationship Type="http://schemas.openxmlformats.org/officeDocument/2006/relationships/slideLayout" Target="/ppt/slideLayouts/slideLayout7.xml" Id="Rede0108c27744004" /><Relationship Type="http://schemas.openxmlformats.org/officeDocument/2006/relationships/slideLayout" Target="/ppt/slideLayouts/slideLayout8.xml" Id="Re08a07801fed477f" /><Relationship Type="http://schemas.openxmlformats.org/officeDocument/2006/relationships/slideLayout" Target="/ppt/slideLayouts/slideLayout9.xml" Id="R0de31352ca9b4c65" /><Relationship Type="http://schemas.openxmlformats.org/officeDocument/2006/relationships/slideLayout" Target="/ppt/slideLayouts/slideLayout10.xml" Id="R94a0d24d92124eb8" /><Relationship Type="http://schemas.openxmlformats.org/officeDocument/2006/relationships/slideLayout" Target="/ppt/slideLayouts/slideLayout11.xml" Id="Rc211e1c26d8a443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ae4a25fd6546dc"/>
    <p:sldLayoutId xmlns:r="http://schemas.openxmlformats.org/officeDocument/2006/relationships" id="2147483650" r:id="R1ce6bd2a8d7a4605"/>
    <p:sldLayoutId xmlns:r="http://schemas.openxmlformats.org/officeDocument/2006/relationships" id="2147483651" r:id="R6d099cc6b3a14401"/>
    <p:sldLayoutId xmlns:r="http://schemas.openxmlformats.org/officeDocument/2006/relationships" id="2147483652" r:id="Rf97ac09cb6754407"/>
    <p:sldLayoutId xmlns:r="http://schemas.openxmlformats.org/officeDocument/2006/relationships" id="2147483653" r:id="R86265a90ece84e05"/>
    <p:sldLayoutId xmlns:r="http://schemas.openxmlformats.org/officeDocument/2006/relationships" id="2147483654" r:id="R6f2f810c34754181"/>
    <p:sldLayoutId xmlns:r="http://schemas.openxmlformats.org/officeDocument/2006/relationships" id="2147483655" r:id="Rede0108c27744004"/>
    <p:sldLayoutId xmlns:r="http://schemas.openxmlformats.org/officeDocument/2006/relationships" id="2147483656" r:id="Re08a07801fed477f"/>
    <p:sldLayoutId xmlns:r="http://schemas.openxmlformats.org/officeDocument/2006/relationships" id="2147483657" r:id="R0de31352ca9b4c65"/>
    <p:sldLayoutId xmlns:r="http://schemas.openxmlformats.org/officeDocument/2006/relationships" id="2147483658" r:id="R94a0d24d92124eb8"/>
    <p:sldLayoutId xmlns:r="http://schemas.openxmlformats.org/officeDocument/2006/relationships" id="2147483659" r:id="Rc211e1c26d8a443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ec09ad13d9e4f22" /><Relationship Type="http://schemas.openxmlformats.org/officeDocument/2006/relationships/notesSlide" Target="/ppt/notesSlides/notesSlide1.xml" Id="R30b48630b230499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4d5b4f73444980" /><Relationship Type="http://schemas.openxmlformats.org/officeDocument/2006/relationships/notesSlide" Target="/ppt/notesSlides/notesSlide2.xml" Id="Rca824e09105149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469af667e91492d" /><Relationship Type="http://schemas.openxmlformats.org/officeDocument/2006/relationships/notesSlide" Target="/ppt/notesSlides/notesSlide3.xml" Id="Rbc000edba9914c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1bfd002b8e94889" /><Relationship Type="http://schemas.openxmlformats.org/officeDocument/2006/relationships/notesSlide" Target="/ppt/notesSlides/notesSlide4.xml" Id="R762da2d2bc73492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46b07b3db484fdb" /><Relationship Type="http://schemas.openxmlformats.org/officeDocument/2006/relationships/notesSlide" Target="/ppt/notesSlides/notesSlide5.xml" Id="Rf32f93f5fcc344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77a06c1eff04f30" /><Relationship Type="http://schemas.openxmlformats.org/officeDocument/2006/relationships/notesSlide" Target="/ppt/notesSlides/notesSlide6.xml" Id="R92fb8e5880ae440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3da369bcf744aca" /><Relationship Type="http://schemas.openxmlformats.org/officeDocument/2006/relationships/notesSlide" Target="/ppt/notesSlides/notesSlide7.xml" Id="Re09dc5544c7a45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802e8b4f3e44d2" /><Relationship Type="http://schemas.openxmlformats.org/officeDocument/2006/relationships/notesSlide" Target="/ppt/notesSlides/notesSlide8.xml" Id="Raa1c92e56f8e48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c848a41151a4c4c" /><Relationship Type="http://schemas.openxmlformats.org/officeDocument/2006/relationships/notesSlide" Target="/ppt/notesSlides/notesSlide9.xml" Id="R2ed835576cd742e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678824b050432a" /><Relationship Type="http://schemas.openxmlformats.org/officeDocument/2006/relationships/notesSlide" Target="/ppt/notesSlides/notesSlide10.xml" Id="Rbece92f7cc8a445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b98377b3e6426a" /><Relationship Type="http://schemas.openxmlformats.org/officeDocument/2006/relationships/notesSlide" Target="/ppt/notesSlides/notesSlide11.xml" Id="R8df2d382279d4de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dfd730636764777" /><Relationship Type="http://schemas.openxmlformats.org/officeDocument/2006/relationships/notesSlide" Target="/ppt/notesSlides/notesSlide12.xml" Id="R22dd1be41c7a4f8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6ee03d01e24ce9" /><Relationship Type="http://schemas.openxmlformats.org/officeDocument/2006/relationships/notesSlide" Target="/ppt/notesSlides/notesSlide13.xml" Id="R78a49a5b84814fa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3b56c2ae06b4047" /><Relationship Type="http://schemas.openxmlformats.org/officeDocument/2006/relationships/notesSlide" Target="/ppt/notesSlides/notesSlide14.xml" Id="Re1678e5b0a67427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d15665b1b1404e" /><Relationship Type="http://schemas.openxmlformats.org/officeDocument/2006/relationships/notesSlide" Target="/ppt/notesSlides/notesSlide15.xml" Id="Ra075637f710c43b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e6306dcbe6145b9" /><Relationship Type="http://schemas.openxmlformats.org/officeDocument/2006/relationships/notesSlide" Target="/ppt/notesSlides/notesSlide16.xml" Id="R902a71345b3e4c9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3975488af714d19" /><Relationship Type="http://schemas.openxmlformats.org/officeDocument/2006/relationships/notesSlide" Target="/ppt/notesSlides/notesSlide17.xml" Id="R7ed999f9b532412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018d162fef45f8" /><Relationship Type="http://schemas.openxmlformats.org/officeDocument/2006/relationships/notesSlide" Target="/ppt/notesSlides/notesSlide18.xml" Id="R6e45574bb0ea468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2f03bced12420e" /><Relationship Type="http://schemas.openxmlformats.org/officeDocument/2006/relationships/notesSlide" Target="/ppt/notesSlides/notesSlide19.xml" Id="R2d08a4d4603a446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609cee0abf4f7e" /><Relationship Type="http://schemas.openxmlformats.org/officeDocument/2006/relationships/notesSlide" Target="/ppt/notesSlides/notesSlide20.xml" Id="R27f1b748c811422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1690ae361048c5" /><Relationship Type="http://schemas.openxmlformats.org/officeDocument/2006/relationships/notesSlide" Target="/ppt/notesSlides/notesSlide21.xml" Id="R52c41b9132b940c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6ac37f453884a9a" /><Relationship Type="http://schemas.openxmlformats.org/officeDocument/2006/relationships/notesSlide" Target="/ppt/notesSlides/notesSlide22.xml" Id="Rb2a26eff9687418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391c3510ed43a8" /><Relationship Type="http://schemas.openxmlformats.org/officeDocument/2006/relationships/notesSlide" Target="/ppt/notesSlides/notesSlide23.xml" Id="R92f228d1671f47f6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2693313ee743ac" /><Relationship Type="http://schemas.openxmlformats.org/officeDocument/2006/relationships/notesSlide" Target="/ppt/notesSlides/notesSlide24.xml" Id="R459447a74c7f4d5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7ce5a44f154fa2" /><Relationship Type="http://schemas.openxmlformats.org/officeDocument/2006/relationships/notesSlide" Target="/ppt/notesSlides/notesSlide25.xml" Id="R60690c255ed645b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239ed31f9914757" /><Relationship Type="http://schemas.openxmlformats.org/officeDocument/2006/relationships/notesSlide" Target="/ppt/notesSlides/notesSlide26.xml" Id="R2664794c78e94b8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3cae8a60854204" /><Relationship Type="http://schemas.openxmlformats.org/officeDocument/2006/relationships/notesSlide" Target="/ppt/notesSlides/notesSlide27.xml" Id="R2156c4b6b1fc43b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42c535212114b43" /><Relationship Type="http://schemas.openxmlformats.org/officeDocument/2006/relationships/notesSlide" Target="/ppt/notesSlides/notesSlide28.xml" Id="R311f524dcfc44b4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432318fda8d4f31" /><Relationship Type="http://schemas.openxmlformats.org/officeDocument/2006/relationships/notesSlide" Target="/ppt/notesSlides/notesSlide29.xml" Id="Reaca23a19331461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e97adb5353408a" /><Relationship Type="http://schemas.openxmlformats.org/officeDocument/2006/relationships/notesSlide" Target="/ppt/notesSlides/notesSlide30.xml" Id="R6e877d2b449048b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2026.07.25-24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2026-07-24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market dataset contains 34 market measures across 7 countries plus 36 Swedish FHM register-structure counts for 2018–2026; the counts are not sales or market value. The donor gate remains 0/3.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Atlas: 195 countries—not a market value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34 market measures + 36 Swedish FHM register counts (not sales)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2026-07-25 · Sources: Statistics Canada; Health Canada; New Zealand Ministry of Health; Destatis; Vero;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1.219160bn (≈EUR 822.6m; ECB 2024) / EUR 822.58m; monthly route +CAD 1,000. Canada 7/10; D5, D7 and D10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raw route NZD 280.685m; supported identified-vaping retail sensitivity NZD 533.7–731.2m (≈EUR 298.5–408.9m; ECB 2024), not an observed market value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805,441 l; PLN 993.1m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2024: strong point estimate,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2026-07-25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1.219160bn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1.160754bn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CAD 1,000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monthly–quarterly gap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is CAD 58.406m (+5.03%) above shipments. The residual is not margin or a market range; official tax evidence closes D8.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passes 7/10. D5: NAICS 459993/459999 coverage. D7: exact annual error boundary missing. D10: different transaction stages remain unreconciled.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2026-07-25 · Sources: Market-values model; Readiness, donorProtocol and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current accepted-donor gate is 0/3; all 5 candidates remain outside the count.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Every candidate must pass all 10 criteria (D1–D10).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NZD 533.7–731.2m (≈EUR 298.5–408.9m; ECB 2024) retail sensitivity is a supported model; the FTC's 2021 USD 2.763bn (≈EUR 2.336bn; ECB 2021) route is manufacturer reporting. Neither is complete consumer-retail value or an accepted donor.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Coverage across regions and regulatory types, plus direct validation in major economies, is still required.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manufacturer, value may be a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technology provider, value may be an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For a financier, value is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90-day programme turns gaps into controls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2026.07.25-24 · 2026-07-24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matrix, deadlines, title and encumbrance review, and an index of company materials.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Product dossiers, claim charts, prioritised market sales and customer validation.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Cash-flow model, independent valuation, downside and term-sheet options.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Approve, limit, phase or decline financing using explicit conditions and stop criteria.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package is refreshed from the same public source data in every site release.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2026.07.25-24 · 2026-07-24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2026-07-25T11:59:53.8590000Z</dcterms:created>
  <dcterms:modified xsi:type="dcterms:W3CDTF">2026-07-25T11:59:53.8590000Z</dcterms:modified>
</coreProperties>
</file>