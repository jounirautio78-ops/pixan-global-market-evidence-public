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d72d2c7e694979" /><Relationship Type="http://schemas.openxmlformats.org/officeDocument/2006/relationships/extended-properties" Target="/docProps/app.xml" Id="R7df1de7d5c20403c" /><Relationship Type="http://schemas.openxmlformats.org/officeDocument/2006/relationships/officeDocument" Target="/ppt/presentation.xml" Id="R8f90cf8c38f348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54b3bd869f496c"/>
  </p:sldMasterIdLst>
  <p:notesMasterIdLst>
    <p:notesMasterId xmlns:r="http://schemas.openxmlformats.org/officeDocument/2006/relationships" r:id="R6ef7e8403f0b4f82"/>
  </p:notesMasterIdLst>
  <p:sldIdLst>
    <p:sldId xmlns:r="http://schemas.openxmlformats.org/officeDocument/2006/relationships" id="256" r:id="Ra9a0241959b645d7"/>
    <p:sldId xmlns:r="http://schemas.openxmlformats.org/officeDocument/2006/relationships" id="257" r:id="Rf17e54c46b1346ee"/>
    <p:sldId xmlns:r="http://schemas.openxmlformats.org/officeDocument/2006/relationships" id="258" r:id="Rd9fae144b0ca41da"/>
    <p:sldId xmlns:r="http://schemas.openxmlformats.org/officeDocument/2006/relationships" id="259" r:id="R023b0bf35a9b4336"/>
    <p:sldId xmlns:r="http://schemas.openxmlformats.org/officeDocument/2006/relationships" id="260" r:id="Rf82f1e87c7664630"/>
    <p:sldId xmlns:r="http://schemas.openxmlformats.org/officeDocument/2006/relationships" id="261" r:id="R7acd8dac96f84f6c"/>
    <p:sldId xmlns:r="http://schemas.openxmlformats.org/officeDocument/2006/relationships" id="262" r:id="R889e54f3ca8d4f4e"/>
    <p:sldId xmlns:r="http://schemas.openxmlformats.org/officeDocument/2006/relationships" id="263" r:id="R73e45b5440124589"/>
    <p:sldId xmlns:r="http://schemas.openxmlformats.org/officeDocument/2006/relationships" id="264" r:id="Rc98423a17cc3439c"/>
    <p:sldId xmlns:r="http://schemas.openxmlformats.org/officeDocument/2006/relationships" id="265" r:id="R1c81358cabe24ea6"/>
    <p:sldId xmlns:r="http://schemas.openxmlformats.org/officeDocument/2006/relationships" id="266" r:id="Rf3f24d6eb3fe4c47"/>
    <p:sldId xmlns:r="http://schemas.openxmlformats.org/officeDocument/2006/relationships" id="267" r:id="R0159e7214a0d419d"/>
    <p:sldId xmlns:r="http://schemas.openxmlformats.org/officeDocument/2006/relationships" id="268" r:id="R8f9637e286cf471e"/>
    <p:sldId xmlns:r="http://schemas.openxmlformats.org/officeDocument/2006/relationships" id="269" r:id="R151193b1c9b84edc"/>
    <p:sldId xmlns:r="http://schemas.openxmlformats.org/officeDocument/2006/relationships" id="270" r:id="R4fe5d644b4c84bc2"/>
    <p:sldId xmlns:r="http://schemas.openxmlformats.org/officeDocument/2006/relationships" id="271" r:id="Rebcbe5982b604c9e"/>
    <p:sldId xmlns:r="http://schemas.openxmlformats.org/officeDocument/2006/relationships" id="272" r:id="R3de6191b30bd459c"/>
    <p:sldId xmlns:r="http://schemas.openxmlformats.org/officeDocument/2006/relationships" id="273" r:id="Rdc2dbf620f91435c"/>
    <p:sldId xmlns:r="http://schemas.openxmlformats.org/officeDocument/2006/relationships" id="274" r:id="R1af1a540b5924428"/>
    <p:sldId xmlns:r="http://schemas.openxmlformats.org/officeDocument/2006/relationships" id="275" r:id="Rf81ddfa856894a8c"/>
    <p:sldId xmlns:r="http://schemas.openxmlformats.org/officeDocument/2006/relationships" id="276" r:id="R9d5ec68c784b4213"/>
    <p:sldId xmlns:r="http://schemas.openxmlformats.org/officeDocument/2006/relationships" id="277" r:id="Rae2260dd18e94617"/>
    <p:sldId xmlns:r="http://schemas.openxmlformats.org/officeDocument/2006/relationships" id="278" r:id="Rc5d8c829e0a54382"/>
    <p:sldId xmlns:r="http://schemas.openxmlformats.org/officeDocument/2006/relationships" id="279" r:id="R2500640233064199"/>
    <p:sldId xmlns:r="http://schemas.openxmlformats.org/officeDocument/2006/relationships" id="280" r:id="R0e38c696accc48a0"/>
    <p:sldId xmlns:r="http://schemas.openxmlformats.org/officeDocument/2006/relationships" id="281" r:id="R79dd2bb68b5e4714"/>
    <p:sldId xmlns:r="http://schemas.openxmlformats.org/officeDocument/2006/relationships" id="282" r:id="Rb46325ab3d6b47ea"/>
    <p:sldId xmlns:r="http://schemas.openxmlformats.org/officeDocument/2006/relationships" id="283" r:id="Ra937f57ddfdc4ddd"/>
    <p:sldId xmlns:r="http://schemas.openxmlformats.org/officeDocument/2006/relationships" id="284" r:id="Rbed2b32ec72a42f1"/>
    <p:sldId xmlns:r="http://schemas.openxmlformats.org/officeDocument/2006/relationships" id="285" r:id="R9fe1d4c123174f36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095890de194255" /><Relationship Type="http://schemas.openxmlformats.org/officeDocument/2006/relationships/slideMaster" Target="/ppt/slideMasters/slideMaster1.xml" Id="R1154b3bd869f496c" /><Relationship Type="http://schemas.openxmlformats.org/officeDocument/2006/relationships/notesMaster" Target="/ppt/notesMasters/notesMaster1.xml" Id="R6ef7e8403f0b4f82" /><Relationship Type="http://schemas.openxmlformats.org/officeDocument/2006/relationships/presProps" Target="/ppt/presProps.xml" Id="R71e31b73de12445c" /><Relationship Type="http://schemas.openxmlformats.org/officeDocument/2006/relationships/viewProps" Target="/ppt/viewProps.xml" Id="R8249aa197dc4475b" /><Relationship Type="http://schemas.openxmlformats.org/officeDocument/2006/relationships/tableStyles" Target="/ppt/tableStyles.xml" Id="R7b99bd83ce894dfc" /><Relationship Type="http://schemas.openxmlformats.org/officeDocument/2006/relationships/slide" Target="/ppt/slides/slide1.xml" Id="Ra9a0241959b645d7" /><Relationship Type="http://schemas.openxmlformats.org/officeDocument/2006/relationships/slide" Target="/ppt/slides/slide2.xml" Id="Rf17e54c46b1346ee" /><Relationship Type="http://schemas.openxmlformats.org/officeDocument/2006/relationships/slide" Target="/ppt/slides/slide3.xml" Id="Rd9fae144b0ca41da" /><Relationship Type="http://schemas.openxmlformats.org/officeDocument/2006/relationships/slide" Target="/ppt/slides/slide4.xml" Id="R023b0bf35a9b4336" /><Relationship Type="http://schemas.openxmlformats.org/officeDocument/2006/relationships/slide" Target="/ppt/slides/slide5.xml" Id="Rf82f1e87c7664630" /><Relationship Type="http://schemas.openxmlformats.org/officeDocument/2006/relationships/slide" Target="/ppt/slides/slide6.xml" Id="R7acd8dac96f84f6c" /><Relationship Type="http://schemas.openxmlformats.org/officeDocument/2006/relationships/slide" Target="/ppt/slides/slide7.xml" Id="R889e54f3ca8d4f4e" /><Relationship Type="http://schemas.openxmlformats.org/officeDocument/2006/relationships/slide" Target="/ppt/slides/slide8.xml" Id="R73e45b5440124589" /><Relationship Type="http://schemas.openxmlformats.org/officeDocument/2006/relationships/slide" Target="/ppt/slides/slide9.xml" Id="Rc98423a17cc3439c" /><Relationship Type="http://schemas.openxmlformats.org/officeDocument/2006/relationships/slide" Target="/ppt/slides/slide10.xml" Id="R1c81358cabe24ea6" /><Relationship Type="http://schemas.openxmlformats.org/officeDocument/2006/relationships/slide" Target="/ppt/slides/slide11.xml" Id="Rf3f24d6eb3fe4c47" /><Relationship Type="http://schemas.openxmlformats.org/officeDocument/2006/relationships/slide" Target="/ppt/slides/slide12.xml" Id="R0159e7214a0d419d" /><Relationship Type="http://schemas.openxmlformats.org/officeDocument/2006/relationships/slide" Target="/ppt/slides/slide13.xml" Id="R8f9637e286cf471e" /><Relationship Type="http://schemas.openxmlformats.org/officeDocument/2006/relationships/slide" Target="/ppt/slides/slide14.xml" Id="R151193b1c9b84edc" /><Relationship Type="http://schemas.openxmlformats.org/officeDocument/2006/relationships/slide" Target="/ppt/slides/slide15.xml" Id="R4fe5d644b4c84bc2" /><Relationship Type="http://schemas.openxmlformats.org/officeDocument/2006/relationships/slide" Target="/ppt/slides/slide16.xml" Id="Rebcbe5982b604c9e" /><Relationship Type="http://schemas.openxmlformats.org/officeDocument/2006/relationships/slide" Target="/ppt/slides/slide17.xml" Id="R3de6191b30bd459c" /><Relationship Type="http://schemas.openxmlformats.org/officeDocument/2006/relationships/slide" Target="/ppt/slides/slide18.xml" Id="Rdc2dbf620f91435c" /><Relationship Type="http://schemas.openxmlformats.org/officeDocument/2006/relationships/slide" Target="/ppt/slides/slide19.xml" Id="R1af1a540b5924428" /><Relationship Type="http://schemas.openxmlformats.org/officeDocument/2006/relationships/slide" Target="/ppt/slides/slide20.xml" Id="Rf81ddfa856894a8c" /><Relationship Type="http://schemas.openxmlformats.org/officeDocument/2006/relationships/slide" Target="/ppt/slides/slide21.xml" Id="R9d5ec68c784b4213" /><Relationship Type="http://schemas.openxmlformats.org/officeDocument/2006/relationships/slide" Target="/ppt/slides/slide22.xml" Id="Rae2260dd18e94617" /><Relationship Type="http://schemas.openxmlformats.org/officeDocument/2006/relationships/slide" Target="/ppt/slides/slide23.xml" Id="Rc5d8c829e0a54382" /><Relationship Type="http://schemas.openxmlformats.org/officeDocument/2006/relationships/slide" Target="/ppt/slides/slide24.xml" Id="R2500640233064199" /><Relationship Type="http://schemas.openxmlformats.org/officeDocument/2006/relationships/slide" Target="/ppt/slides/slide25.xml" Id="R0e38c696accc48a0" /><Relationship Type="http://schemas.openxmlformats.org/officeDocument/2006/relationships/slide" Target="/ppt/slides/slide26.xml" Id="R79dd2bb68b5e4714" /><Relationship Type="http://schemas.openxmlformats.org/officeDocument/2006/relationships/slide" Target="/ppt/slides/slide27.xml" Id="Rb46325ab3d6b47ea" /><Relationship Type="http://schemas.openxmlformats.org/officeDocument/2006/relationships/slide" Target="/ppt/slides/slide28.xml" Id="Ra937f57ddfdc4ddd" /><Relationship Type="http://schemas.openxmlformats.org/officeDocument/2006/relationships/slide" Target="/ppt/slides/slide29.xml" Id="Rbed2b32ec72a42f1" /><Relationship Type="http://schemas.openxmlformats.org/officeDocument/2006/relationships/slide" Target="/ppt/slides/slide30.xml" Id="R9fe1d4c123174f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560f03d5be40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be8dbef59843d5" /><Relationship Type="http://schemas.openxmlformats.org/officeDocument/2006/relationships/notesMaster" Target="/ppt/notesMasters/notesMaster1.xml" Id="R790636b4d99149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84d0cd2a7c4b7f" /><Relationship Type="http://schemas.openxmlformats.org/officeDocument/2006/relationships/notesMaster" Target="/ppt/notesMasters/notesMaster1.xml" Id="R56aef31048e64f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1c938085164d6e" /><Relationship Type="http://schemas.openxmlformats.org/officeDocument/2006/relationships/notesMaster" Target="/ppt/notesMasters/notesMaster1.xml" Id="Rde05801e0fec42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4ddc900b0e4867" /><Relationship Type="http://schemas.openxmlformats.org/officeDocument/2006/relationships/notesMaster" Target="/ppt/notesMasters/notesMaster1.xml" Id="Rbd8d392bfcf84b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cd8b09dbea4180" /><Relationship Type="http://schemas.openxmlformats.org/officeDocument/2006/relationships/notesMaster" Target="/ppt/notesMasters/notesMaster1.xml" Id="R9716fa41b7db4c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93a44aaecd4b0f" /><Relationship Type="http://schemas.openxmlformats.org/officeDocument/2006/relationships/notesMaster" Target="/ppt/notesMasters/notesMaster1.xml" Id="R83e9a592bd2741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bb0b0c8e7844bd" /><Relationship Type="http://schemas.openxmlformats.org/officeDocument/2006/relationships/notesMaster" Target="/ppt/notesMasters/notesMaster1.xml" Id="Rd1cfa49afe46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27531888b3465d" /><Relationship Type="http://schemas.openxmlformats.org/officeDocument/2006/relationships/notesMaster" Target="/ppt/notesMasters/notesMaster1.xml" Id="R2dabd3ed1e5f41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54120e183a4ede" /><Relationship Type="http://schemas.openxmlformats.org/officeDocument/2006/relationships/notesMaster" Target="/ppt/notesMasters/notesMaster1.xml" Id="R3fd60e86f11a44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64ea5bdb574415" /><Relationship Type="http://schemas.openxmlformats.org/officeDocument/2006/relationships/notesMaster" Target="/ppt/notesMasters/notesMaster1.xml" Id="R27db7138adba4b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27dda0b31d478c" /><Relationship Type="http://schemas.openxmlformats.org/officeDocument/2006/relationships/notesMaster" Target="/ppt/notesMasters/notesMaster1.xml" Id="R37abc94c13fa41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676dc747714b35" /><Relationship Type="http://schemas.openxmlformats.org/officeDocument/2006/relationships/notesMaster" Target="/ppt/notesMasters/notesMaster1.xml" Id="R1212adc180ef44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27728972db4300" /><Relationship Type="http://schemas.openxmlformats.org/officeDocument/2006/relationships/notesMaster" Target="/ppt/notesMasters/notesMaster1.xml" Id="R838e2f72dcf94f7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ddc2f18229f41c5" /><Relationship Type="http://schemas.openxmlformats.org/officeDocument/2006/relationships/notesMaster" Target="/ppt/notesMasters/notesMaster1.xml" Id="R5415dace9ce94b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dff14c3b1e47fc" /><Relationship Type="http://schemas.openxmlformats.org/officeDocument/2006/relationships/notesMaster" Target="/ppt/notesMasters/notesMaster1.xml" Id="Rfc8d30c470734d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fdce9f509154246" /><Relationship Type="http://schemas.openxmlformats.org/officeDocument/2006/relationships/notesMaster" Target="/ppt/notesMasters/notesMaster1.xml" Id="R7509b96b3c904df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0845ade0084e4f" /><Relationship Type="http://schemas.openxmlformats.org/officeDocument/2006/relationships/notesMaster" Target="/ppt/notesMasters/notesMaster1.xml" Id="Rfc4f0c5e7b6744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836cda5ed69415e" /><Relationship Type="http://schemas.openxmlformats.org/officeDocument/2006/relationships/notesMaster" Target="/ppt/notesMasters/notesMaster1.xml" Id="R37cc2a893a6846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165fd9f090942b7" /><Relationship Type="http://schemas.openxmlformats.org/officeDocument/2006/relationships/notesMaster" Target="/ppt/notesMasters/notesMaster1.xml" Id="R1eb6e46837024d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0005ccb1da14830" /><Relationship Type="http://schemas.openxmlformats.org/officeDocument/2006/relationships/notesMaster" Target="/ppt/notesMasters/notesMaster1.xml" Id="R4bebd54d207747e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47d4178292043b7" /><Relationship Type="http://schemas.openxmlformats.org/officeDocument/2006/relationships/notesMaster" Target="/ppt/notesMasters/notesMaster1.xml" Id="R34913c8a5597429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f639676766d4349" /><Relationship Type="http://schemas.openxmlformats.org/officeDocument/2006/relationships/notesMaster" Target="/ppt/notesMasters/notesMaster1.xml" Id="Rbf7ceca66afb4c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0d9705ea5854ab1" /><Relationship Type="http://schemas.openxmlformats.org/officeDocument/2006/relationships/notesMaster" Target="/ppt/notesMasters/notesMaster1.xml" Id="Rb71610b33fe7488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aea954d0d2a4bb3" /><Relationship Type="http://schemas.openxmlformats.org/officeDocument/2006/relationships/notesMaster" Target="/ppt/notesMasters/notesMaster1.xml" Id="R3ad4333d63ba46f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36328cbbe2414a" /><Relationship Type="http://schemas.openxmlformats.org/officeDocument/2006/relationships/notesMaster" Target="/ppt/notesMasters/notesMaster1.xml" Id="Ref08ac6ea24e47f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489c7bee4db4670" /><Relationship Type="http://schemas.openxmlformats.org/officeDocument/2006/relationships/notesMaster" Target="/ppt/notesMasters/notesMaster1.xml" Id="R08d6330c2dfa422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b220ff9510e4e27" /><Relationship Type="http://schemas.openxmlformats.org/officeDocument/2006/relationships/notesMaster" Target="/ppt/notesMasters/notesMaster1.xml" Id="Ra4960b3830564d9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f0bc419db6041c4" /><Relationship Type="http://schemas.openxmlformats.org/officeDocument/2006/relationships/notesMaster" Target="/ppt/notesMasters/notesMaster1.xml" Id="R86c7b00e07404f7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0c6ffa6104d4aa9" /><Relationship Type="http://schemas.openxmlformats.org/officeDocument/2006/relationships/notesMaster" Target="/ppt/notesMasters/notesMaster1.xml" Id="R29931036d0604b9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0d65d641e9a42c2" /><Relationship Type="http://schemas.openxmlformats.org/officeDocument/2006/relationships/notesMaster" Target="/ppt/notesMasters/notesMaster1.xml" Id="R9d6c424d8349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789552dad346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6644bce44241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336e71fe1643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0a4418998f48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50c7e4ea3b4c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ce042096854c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69cfefb04643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61e6e52e54c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96ca4240b4b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b7592c5bf4f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7173db047468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2ec951b9954168" /><Relationship Type="http://schemas.openxmlformats.org/officeDocument/2006/relationships/slideLayout" Target="/ppt/slideLayouts/slideLayout1.xml" Id="R83bc3e3cb8494890" /><Relationship Type="http://schemas.openxmlformats.org/officeDocument/2006/relationships/slideLayout" Target="/ppt/slideLayouts/slideLayout2.xml" Id="R52094ca3f2094bdb" /><Relationship Type="http://schemas.openxmlformats.org/officeDocument/2006/relationships/slideLayout" Target="/ppt/slideLayouts/slideLayout3.xml" Id="R3062190b2b244c44" /><Relationship Type="http://schemas.openxmlformats.org/officeDocument/2006/relationships/slideLayout" Target="/ppt/slideLayouts/slideLayout4.xml" Id="R0bc10b6c01484ef3" /><Relationship Type="http://schemas.openxmlformats.org/officeDocument/2006/relationships/slideLayout" Target="/ppt/slideLayouts/slideLayout5.xml" Id="Rbb9283fe13794b7a" /><Relationship Type="http://schemas.openxmlformats.org/officeDocument/2006/relationships/slideLayout" Target="/ppt/slideLayouts/slideLayout6.xml" Id="R268ec06b456b431e" /><Relationship Type="http://schemas.openxmlformats.org/officeDocument/2006/relationships/slideLayout" Target="/ppt/slideLayouts/slideLayout7.xml" Id="Rfc2dfc68494141a5" /><Relationship Type="http://schemas.openxmlformats.org/officeDocument/2006/relationships/slideLayout" Target="/ppt/slideLayouts/slideLayout8.xml" Id="Rf024048b70514a53" /><Relationship Type="http://schemas.openxmlformats.org/officeDocument/2006/relationships/slideLayout" Target="/ppt/slideLayouts/slideLayout9.xml" Id="Ra2ddd7a72d824a11" /><Relationship Type="http://schemas.openxmlformats.org/officeDocument/2006/relationships/slideLayout" Target="/ppt/slideLayouts/slideLayout10.xml" Id="R5010c06801584c76" /><Relationship Type="http://schemas.openxmlformats.org/officeDocument/2006/relationships/slideLayout" Target="/ppt/slideLayouts/slideLayout11.xml" Id="R6680ccff24074d9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bc3e3cb8494890"/>
    <p:sldLayoutId xmlns:r="http://schemas.openxmlformats.org/officeDocument/2006/relationships" id="2147483650" r:id="R52094ca3f2094bdb"/>
    <p:sldLayoutId xmlns:r="http://schemas.openxmlformats.org/officeDocument/2006/relationships" id="2147483651" r:id="R3062190b2b244c44"/>
    <p:sldLayoutId xmlns:r="http://schemas.openxmlformats.org/officeDocument/2006/relationships" id="2147483652" r:id="R0bc10b6c01484ef3"/>
    <p:sldLayoutId xmlns:r="http://schemas.openxmlformats.org/officeDocument/2006/relationships" id="2147483653" r:id="Rbb9283fe13794b7a"/>
    <p:sldLayoutId xmlns:r="http://schemas.openxmlformats.org/officeDocument/2006/relationships" id="2147483654" r:id="R268ec06b456b431e"/>
    <p:sldLayoutId xmlns:r="http://schemas.openxmlformats.org/officeDocument/2006/relationships" id="2147483655" r:id="Rfc2dfc68494141a5"/>
    <p:sldLayoutId xmlns:r="http://schemas.openxmlformats.org/officeDocument/2006/relationships" id="2147483656" r:id="Rf024048b70514a53"/>
    <p:sldLayoutId xmlns:r="http://schemas.openxmlformats.org/officeDocument/2006/relationships" id="2147483657" r:id="Ra2ddd7a72d824a11"/>
    <p:sldLayoutId xmlns:r="http://schemas.openxmlformats.org/officeDocument/2006/relationships" id="2147483658" r:id="R5010c06801584c76"/>
    <p:sldLayoutId xmlns:r="http://schemas.openxmlformats.org/officeDocument/2006/relationships" id="2147483659" r:id="R6680ccff24074d9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0e6d948e624084" /><Relationship Type="http://schemas.openxmlformats.org/officeDocument/2006/relationships/notesSlide" Target="/ppt/notesSlides/notesSlide1.xml" Id="Re8ef3664660e41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8e39637ab04f35" /><Relationship Type="http://schemas.openxmlformats.org/officeDocument/2006/relationships/notesSlide" Target="/ppt/notesSlides/notesSlide2.xml" Id="R7761d059e4ae4d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797785694c4b39" /><Relationship Type="http://schemas.openxmlformats.org/officeDocument/2006/relationships/notesSlide" Target="/ppt/notesSlides/notesSlide3.xml" Id="Rc60ed39b3cdf43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4e52c4576c492a" /><Relationship Type="http://schemas.openxmlformats.org/officeDocument/2006/relationships/notesSlide" Target="/ppt/notesSlides/notesSlide4.xml" Id="R6f8596d44b8e41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d2f48bb13c40cd" /><Relationship Type="http://schemas.openxmlformats.org/officeDocument/2006/relationships/notesSlide" Target="/ppt/notesSlides/notesSlide5.xml" Id="Rb536ea30f4ae4c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26e78a0c9f4c09" /><Relationship Type="http://schemas.openxmlformats.org/officeDocument/2006/relationships/notesSlide" Target="/ppt/notesSlides/notesSlide6.xml" Id="R42c37012a4274d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780c7de99d4140" /><Relationship Type="http://schemas.openxmlformats.org/officeDocument/2006/relationships/notesSlide" Target="/ppt/notesSlides/notesSlide7.xml" Id="R9b4e04846ebf45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1780ad2e5a4f52" /><Relationship Type="http://schemas.openxmlformats.org/officeDocument/2006/relationships/notesSlide" Target="/ppt/notesSlides/notesSlide8.xml" Id="R0912051bea054a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d42404b36a477d" /><Relationship Type="http://schemas.openxmlformats.org/officeDocument/2006/relationships/notesSlide" Target="/ppt/notesSlides/notesSlide9.xml" Id="Rbe8935359bc749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1f7029fef44a24" /><Relationship Type="http://schemas.openxmlformats.org/officeDocument/2006/relationships/notesSlide" Target="/ppt/notesSlides/notesSlide10.xml" Id="R8208a462f5104a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7650238aff451a" /><Relationship Type="http://schemas.openxmlformats.org/officeDocument/2006/relationships/notesSlide" Target="/ppt/notesSlides/notesSlide11.xml" Id="Reeb33aae240048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60b491e1474689" /><Relationship Type="http://schemas.openxmlformats.org/officeDocument/2006/relationships/notesSlide" Target="/ppt/notesSlides/notesSlide12.xml" Id="Rc142c47a45d441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9a911259ff4b08" /><Relationship Type="http://schemas.openxmlformats.org/officeDocument/2006/relationships/notesSlide" Target="/ppt/notesSlides/notesSlide13.xml" Id="R7ffb7eec1cd346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2acf105085425a" /><Relationship Type="http://schemas.openxmlformats.org/officeDocument/2006/relationships/notesSlide" Target="/ppt/notesSlides/notesSlide14.xml" Id="R2cb301f1549f4c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db7e146d0d4e6e" /><Relationship Type="http://schemas.openxmlformats.org/officeDocument/2006/relationships/notesSlide" Target="/ppt/notesSlides/notesSlide15.xml" Id="R67bf9fc1bf4945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e8f694c18e4cce" /><Relationship Type="http://schemas.openxmlformats.org/officeDocument/2006/relationships/notesSlide" Target="/ppt/notesSlides/notesSlide16.xml" Id="Re181db51e3d041a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4b8a6e25c844b6" /><Relationship Type="http://schemas.openxmlformats.org/officeDocument/2006/relationships/notesSlide" Target="/ppt/notesSlides/notesSlide17.xml" Id="R396eccd4706d48a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58cfffba3a4af4" /><Relationship Type="http://schemas.openxmlformats.org/officeDocument/2006/relationships/notesSlide" Target="/ppt/notesSlides/notesSlide18.xml" Id="R953e0465cbb946d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e0a46e75614c78" /><Relationship Type="http://schemas.openxmlformats.org/officeDocument/2006/relationships/notesSlide" Target="/ppt/notesSlides/notesSlide19.xml" Id="Rdc40fe36d26f45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98618ddb4b47d3" /><Relationship Type="http://schemas.openxmlformats.org/officeDocument/2006/relationships/notesSlide" Target="/ppt/notesSlides/notesSlide20.xml" Id="R1866e2dab7ed44d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f2a5239603488a" /><Relationship Type="http://schemas.openxmlformats.org/officeDocument/2006/relationships/notesSlide" Target="/ppt/notesSlides/notesSlide21.xml" Id="R8d65bd9bf25e4fa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1ef05ed7c34f14" /><Relationship Type="http://schemas.openxmlformats.org/officeDocument/2006/relationships/notesSlide" Target="/ppt/notesSlides/notesSlide22.xml" Id="R170dec46604245a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87713bb38c4dd4" /><Relationship Type="http://schemas.openxmlformats.org/officeDocument/2006/relationships/notesSlide" Target="/ppt/notesSlides/notesSlide23.xml" Id="R10ead5a214de48e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03922a143d475e" /><Relationship Type="http://schemas.openxmlformats.org/officeDocument/2006/relationships/notesSlide" Target="/ppt/notesSlides/notesSlide24.xml" Id="Rc5c7cd56399e410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415b43fc4a4f7b" /><Relationship Type="http://schemas.openxmlformats.org/officeDocument/2006/relationships/notesSlide" Target="/ppt/notesSlides/notesSlide25.xml" Id="Rf24698ddb3de44a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5793ffcc854846" /><Relationship Type="http://schemas.openxmlformats.org/officeDocument/2006/relationships/notesSlide" Target="/ppt/notesSlides/notesSlide26.xml" Id="Rd3585d7022fe47b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a76c15b95c477e" /><Relationship Type="http://schemas.openxmlformats.org/officeDocument/2006/relationships/notesSlide" Target="/ppt/notesSlides/notesSlide27.xml" Id="R7dfadbe1e931450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24265ddd654978" /><Relationship Type="http://schemas.openxmlformats.org/officeDocument/2006/relationships/notesSlide" Target="/ppt/notesSlides/notesSlide28.xml" Id="R23670e44c2f2416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b42bf3e1de42d7" /><Relationship Type="http://schemas.openxmlformats.org/officeDocument/2006/relationships/notesSlide" Target="/ppt/notesSlides/notesSlide29.xml" Id="R91e54b8e1bea415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d50d6eea544eb" /><Relationship Type="http://schemas.openxmlformats.org/officeDocument/2006/relationships/notesSlide" Target="/ppt/notesSlides/notesSlide30.xml" Id="R48ca5ef2d6a645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2026.07.31-37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2026-07-31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47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D5/D7 failed,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broad-group devices + 62,500 component sets. Not e-cigarette-only,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 failed: NAICS 459999 is outside the target population. D7 failed: exact product-class quality metrics are unavailable. D10 remains open: transaction stages are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2026.07.31-37 · 2026-07-31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use the prepared 7 August Ministry follow-up and an independent D10 bridge; the Stats NZ customs control is not retail value. Canada: independent POS/retail route for D5/D7/D10; no further StatCan follow-up.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broad vaporisation-device-group tax bridge. The e-cigarette/heater/multifunction split, retail value and an actual donor candidate are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31 July: Canada D5/D7 failed, D8 passed, D10 open. NZ customs-stage control confirmed; 7 August follow-up prepared and not sent. Poland remains non-donor: broad-group tax bridge, no retail value. Euromonitor paused 0/6, NOT SCORED; no purchase or fee.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2026.07.31-37 · 2026-07-31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2026-07-31T08:53:12.3950000Z</dcterms:created>
  <dcterms:modified xsi:type="dcterms:W3CDTF">2026-07-31T08:53:12.3950000Z</dcterms:modified>
</coreProperties>
</file>