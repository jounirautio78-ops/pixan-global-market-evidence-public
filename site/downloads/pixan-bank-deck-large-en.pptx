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cb16eda65e64f55" /><Relationship Type="http://schemas.openxmlformats.org/officeDocument/2006/relationships/extended-properties" Target="/docProps/app.xml" Id="R37a04625c8054bfc" /><Relationship Type="http://schemas.openxmlformats.org/officeDocument/2006/relationships/officeDocument" Target="/ppt/presentation.xml" Id="Rf4dc9fda80514e5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7baef7452de412e"/>
  </p:sldMasterIdLst>
  <p:notesMasterIdLst>
    <p:notesMasterId xmlns:r="http://schemas.openxmlformats.org/officeDocument/2006/relationships" r:id="R356aa1b0c8d948d4"/>
  </p:notesMasterIdLst>
  <p:sldIdLst>
    <p:sldId xmlns:r="http://schemas.openxmlformats.org/officeDocument/2006/relationships" id="256" r:id="Rd760535cf1bd481d"/>
    <p:sldId xmlns:r="http://schemas.openxmlformats.org/officeDocument/2006/relationships" id="257" r:id="Rb29214b9a1d44793"/>
    <p:sldId xmlns:r="http://schemas.openxmlformats.org/officeDocument/2006/relationships" id="258" r:id="R252d36f4f5fe4faf"/>
    <p:sldId xmlns:r="http://schemas.openxmlformats.org/officeDocument/2006/relationships" id="259" r:id="R702c50ba8aa54e4d"/>
    <p:sldId xmlns:r="http://schemas.openxmlformats.org/officeDocument/2006/relationships" id="260" r:id="R59587c06f6944577"/>
    <p:sldId xmlns:r="http://schemas.openxmlformats.org/officeDocument/2006/relationships" id="261" r:id="R2f2cb6e7486b4d98"/>
    <p:sldId xmlns:r="http://schemas.openxmlformats.org/officeDocument/2006/relationships" id="262" r:id="R9971ddd45cb042d9"/>
    <p:sldId xmlns:r="http://schemas.openxmlformats.org/officeDocument/2006/relationships" id="263" r:id="R2c0b32d5cbf24935"/>
    <p:sldId xmlns:r="http://schemas.openxmlformats.org/officeDocument/2006/relationships" id="264" r:id="R9c5e7415f3414ed2"/>
    <p:sldId xmlns:r="http://schemas.openxmlformats.org/officeDocument/2006/relationships" id="265" r:id="R24e301592df14514"/>
    <p:sldId xmlns:r="http://schemas.openxmlformats.org/officeDocument/2006/relationships" id="266" r:id="R76d7284de7604e1d"/>
    <p:sldId xmlns:r="http://schemas.openxmlformats.org/officeDocument/2006/relationships" id="267" r:id="R76a32f714a494beb"/>
    <p:sldId xmlns:r="http://schemas.openxmlformats.org/officeDocument/2006/relationships" id="268" r:id="Rc415a79c0b4046d7"/>
    <p:sldId xmlns:r="http://schemas.openxmlformats.org/officeDocument/2006/relationships" id="269" r:id="Ra924e7614b804e93"/>
    <p:sldId xmlns:r="http://schemas.openxmlformats.org/officeDocument/2006/relationships" id="270" r:id="Rce150c389eac4b51"/>
    <p:sldId xmlns:r="http://schemas.openxmlformats.org/officeDocument/2006/relationships" id="271" r:id="R6a6fbeb45ece4787"/>
    <p:sldId xmlns:r="http://schemas.openxmlformats.org/officeDocument/2006/relationships" id="272" r:id="R103e592f8d434013"/>
    <p:sldId xmlns:r="http://schemas.openxmlformats.org/officeDocument/2006/relationships" id="273" r:id="R1b4c18611716432e"/>
    <p:sldId xmlns:r="http://schemas.openxmlformats.org/officeDocument/2006/relationships" id="274" r:id="Re825dc9c792a4aea"/>
    <p:sldId xmlns:r="http://schemas.openxmlformats.org/officeDocument/2006/relationships" id="275" r:id="Rdcc1fb0fac644742"/>
    <p:sldId xmlns:r="http://schemas.openxmlformats.org/officeDocument/2006/relationships" id="276" r:id="R1ca89744fcfc43eb"/>
    <p:sldId xmlns:r="http://schemas.openxmlformats.org/officeDocument/2006/relationships" id="277" r:id="R2c3ba3879d704e97"/>
    <p:sldId xmlns:r="http://schemas.openxmlformats.org/officeDocument/2006/relationships" id="278" r:id="R66108853e6104b8e"/>
    <p:sldId xmlns:r="http://schemas.openxmlformats.org/officeDocument/2006/relationships" id="279" r:id="Rf5424668c2434c7b"/>
    <p:sldId xmlns:r="http://schemas.openxmlformats.org/officeDocument/2006/relationships" id="280" r:id="R3201e97036b8428f"/>
    <p:sldId xmlns:r="http://schemas.openxmlformats.org/officeDocument/2006/relationships" id="281" r:id="Rf6b6e0d7a7254a21"/>
    <p:sldId xmlns:r="http://schemas.openxmlformats.org/officeDocument/2006/relationships" id="282" r:id="Ra7eba96edef34ef1"/>
    <p:sldId xmlns:r="http://schemas.openxmlformats.org/officeDocument/2006/relationships" id="283" r:id="R82ebd7d821084aca"/>
    <p:sldId xmlns:r="http://schemas.openxmlformats.org/officeDocument/2006/relationships" id="284" r:id="R652d47703d4e4b60"/>
    <p:sldId xmlns:r="http://schemas.openxmlformats.org/officeDocument/2006/relationships" id="285" r:id="Ref255329086741e5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c2feffa916349ad" /><Relationship Type="http://schemas.openxmlformats.org/officeDocument/2006/relationships/slideMaster" Target="/ppt/slideMasters/slideMaster1.xml" Id="Re7baef7452de412e" /><Relationship Type="http://schemas.openxmlformats.org/officeDocument/2006/relationships/notesMaster" Target="/ppt/notesMasters/notesMaster1.xml" Id="R356aa1b0c8d948d4" /><Relationship Type="http://schemas.openxmlformats.org/officeDocument/2006/relationships/presProps" Target="/ppt/presProps.xml" Id="R1b3118584f064a12" /><Relationship Type="http://schemas.openxmlformats.org/officeDocument/2006/relationships/viewProps" Target="/ppt/viewProps.xml" Id="Rb82672fcfd2c4410" /><Relationship Type="http://schemas.openxmlformats.org/officeDocument/2006/relationships/tableStyles" Target="/ppt/tableStyles.xml" Id="R3b436eee07394850" /><Relationship Type="http://schemas.openxmlformats.org/officeDocument/2006/relationships/slide" Target="/ppt/slides/slide1.xml" Id="Rd760535cf1bd481d" /><Relationship Type="http://schemas.openxmlformats.org/officeDocument/2006/relationships/slide" Target="/ppt/slides/slide2.xml" Id="Rb29214b9a1d44793" /><Relationship Type="http://schemas.openxmlformats.org/officeDocument/2006/relationships/slide" Target="/ppt/slides/slide3.xml" Id="R252d36f4f5fe4faf" /><Relationship Type="http://schemas.openxmlformats.org/officeDocument/2006/relationships/slide" Target="/ppt/slides/slide4.xml" Id="R702c50ba8aa54e4d" /><Relationship Type="http://schemas.openxmlformats.org/officeDocument/2006/relationships/slide" Target="/ppt/slides/slide5.xml" Id="R59587c06f6944577" /><Relationship Type="http://schemas.openxmlformats.org/officeDocument/2006/relationships/slide" Target="/ppt/slides/slide6.xml" Id="R2f2cb6e7486b4d98" /><Relationship Type="http://schemas.openxmlformats.org/officeDocument/2006/relationships/slide" Target="/ppt/slides/slide7.xml" Id="R9971ddd45cb042d9" /><Relationship Type="http://schemas.openxmlformats.org/officeDocument/2006/relationships/slide" Target="/ppt/slides/slide8.xml" Id="R2c0b32d5cbf24935" /><Relationship Type="http://schemas.openxmlformats.org/officeDocument/2006/relationships/slide" Target="/ppt/slides/slide9.xml" Id="R9c5e7415f3414ed2" /><Relationship Type="http://schemas.openxmlformats.org/officeDocument/2006/relationships/slide" Target="/ppt/slides/slide10.xml" Id="R24e301592df14514" /><Relationship Type="http://schemas.openxmlformats.org/officeDocument/2006/relationships/slide" Target="/ppt/slides/slide11.xml" Id="R76d7284de7604e1d" /><Relationship Type="http://schemas.openxmlformats.org/officeDocument/2006/relationships/slide" Target="/ppt/slides/slide12.xml" Id="R76a32f714a494beb" /><Relationship Type="http://schemas.openxmlformats.org/officeDocument/2006/relationships/slide" Target="/ppt/slides/slide13.xml" Id="Rc415a79c0b4046d7" /><Relationship Type="http://schemas.openxmlformats.org/officeDocument/2006/relationships/slide" Target="/ppt/slides/slide14.xml" Id="Ra924e7614b804e93" /><Relationship Type="http://schemas.openxmlformats.org/officeDocument/2006/relationships/slide" Target="/ppt/slides/slide15.xml" Id="Rce150c389eac4b51" /><Relationship Type="http://schemas.openxmlformats.org/officeDocument/2006/relationships/slide" Target="/ppt/slides/slide16.xml" Id="R6a6fbeb45ece4787" /><Relationship Type="http://schemas.openxmlformats.org/officeDocument/2006/relationships/slide" Target="/ppt/slides/slide17.xml" Id="R103e592f8d434013" /><Relationship Type="http://schemas.openxmlformats.org/officeDocument/2006/relationships/slide" Target="/ppt/slides/slide18.xml" Id="R1b4c18611716432e" /><Relationship Type="http://schemas.openxmlformats.org/officeDocument/2006/relationships/slide" Target="/ppt/slides/slide19.xml" Id="Re825dc9c792a4aea" /><Relationship Type="http://schemas.openxmlformats.org/officeDocument/2006/relationships/slide" Target="/ppt/slides/slide20.xml" Id="Rdcc1fb0fac644742" /><Relationship Type="http://schemas.openxmlformats.org/officeDocument/2006/relationships/slide" Target="/ppt/slides/slide21.xml" Id="R1ca89744fcfc43eb" /><Relationship Type="http://schemas.openxmlformats.org/officeDocument/2006/relationships/slide" Target="/ppt/slides/slide22.xml" Id="R2c3ba3879d704e97" /><Relationship Type="http://schemas.openxmlformats.org/officeDocument/2006/relationships/slide" Target="/ppt/slides/slide23.xml" Id="R66108853e6104b8e" /><Relationship Type="http://schemas.openxmlformats.org/officeDocument/2006/relationships/slide" Target="/ppt/slides/slide24.xml" Id="Rf5424668c2434c7b" /><Relationship Type="http://schemas.openxmlformats.org/officeDocument/2006/relationships/slide" Target="/ppt/slides/slide25.xml" Id="R3201e97036b8428f" /><Relationship Type="http://schemas.openxmlformats.org/officeDocument/2006/relationships/slide" Target="/ppt/slides/slide26.xml" Id="Rf6b6e0d7a7254a21" /><Relationship Type="http://schemas.openxmlformats.org/officeDocument/2006/relationships/slide" Target="/ppt/slides/slide27.xml" Id="Ra7eba96edef34ef1" /><Relationship Type="http://schemas.openxmlformats.org/officeDocument/2006/relationships/slide" Target="/ppt/slides/slide28.xml" Id="R82ebd7d821084aca" /><Relationship Type="http://schemas.openxmlformats.org/officeDocument/2006/relationships/slide" Target="/ppt/slides/slide29.xml" Id="R652d47703d4e4b60" /><Relationship Type="http://schemas.openxmlformats.org/officeDocument/2006/relationships/slide" Target="/ppt/slides/slide30.xml" Id="Ref255329086741e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327c2d9c58048d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a4fa07457c14584" /><Relationship Type="http://schemas.openxmlformats.org/officeDocument/2006/relationships/notesMaster" Target="/ppt/notesMasters/notesMaster1.xml" Id="Rd6f46c2a3dfd4f7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daa37a74d42479c" /><Relationship Type="http://schemas.openxmlformats.org/officeDocument/2006/relationships/notesMaster" Target="/ppt/notesMasters/notesMaster1.xml" Id="Rae8ae505ad0345b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d7551b5c61b4885" /><Relationship Type="http://schemas.openxmlformats.org/officeDocument/2006/relationships/notesMaster" Target="/ppt/notesMasters/notesMaster1.xml" Id="R769426fba9fb404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40131fd4f31474e" /><Relationship Type="http://schemas.openxmlformats.org/officeDocument/2006/relationships/notesMaster" Target="/ppt/notesMasters/notesMaster1.xml" Id="R7ddd5c0375a14b3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6327228422346a4" /><Relationship Type="http://schemas.openxmlformats.org/officeDocument/2006/relationships/notesMaster" Target="/ppt/notesMasters/notesMaster1.xml" Id="R988eaeac442142c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58febb2bf2a4304" /><Relationship Type="http://schemas.openxmlformats.org/officeDocument/2006/relationships/notesMaster" Target="/ppt/notesMasters/notesMaster1.xml" Id="R98db92c2101b495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dd7bab560ee43de" /><Relationship Type="http://schemas.openxmlformats.org/officeDocument/2006/relationships/notesMaster" Target="/ppt/notesMasters/notesMaster1.xml" Id="R9eac7a72602b4bf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fd12765d5d4476f" /><Relationship Type="http://schemas.openxmlformats.org/officeDocument/2006/relationships/notesMaster" Target="/ppt/notesMasters/notesMaster1.xml" Id="R9f97af5aad1a4d9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6ff4dccb94743eb" /><Relationship Type="http://schemas.openxmlformats.org/officeDocument/2006/relationships/notesMaster" Target="/ppt/notesMasters/notesMaster1.xml" Id="Re8923316f20649c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b5d9d9f7aef4078" /><Relationship Type="http://schemas.openxmlformats.org/officeDocument/2006/relationships/notesMaster" Target="/ppt/notesMasters/notesMaster1.xml" Id="R1c03ad69e28a4bf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c1aa84366974110" /><Relationship Type="http://schemas.openxmlformats.org/officeDocument/2006/relationships/notesMaster" Target="/ppt/notesMasters/notesMaster1.xml" Id="R6a316726c89a472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be33b6ef9a149a5" /><Relationship Type="http://schemas.openxmlformats.org/officeDocument/2006/relationships/notesMaster" Target="/ppt/notesMasters/notesMaster1.xml" Id="R673101a8c9e8421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b649aa6bef247f4" /><Relationship Type="http://schemas.openxmlformats.org/officeDocument/2006/relationships/notesMaster" Target="/ppt/notesMasters/notesMaster1.xml" Id="R19cbddb361294f8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4bc8e3de0164663" /><Relationship Type="http://schemas.openxmlformats.org/officeDocument/2006/relationships/notesMaster" Target="/ppt/notesMasters/notesMaster1.xml" Id="R49800f50138e423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37a0020c82c4bf9" /><Relationship Type="http://schemas.openxmlformats.org/officeDocument/2006/relationships/notesMaster" Target="/ppt/notesMasters/notesMaster1.xml" Id="Ra1bb7c12a720434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371178c475f43c0" /><Relationship Type="http://schemas.openxmlformats.org/officeDocument/2006/relationships/notesMaster" Target="/ppt/notesMasters/notesMaster1.xml" Id="Rbc7f5d7d80ec416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7c63c2e050345b9" /><Relationship Type="http://schemas.openxmlformats.org/officeDocument/2006/relationships/notesMaster" Target="/ppt/notesMasters/notesMaster1.xml" Id="Rddb9815ffc324b7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5779a827ece4bc1" /><Relationship Type="http://schemas.openxmlformats.org/officeDocument/2006/relationships/notesMaster" Target="/ppt/notesMasters/notesMaster1.xml" Id="R5667ca1b8d31499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7b2a0cf02dc4418" /><Relationship Type="http://schemas.openxmlformats.org/officeDocument/2006/relationships/notesMaster" Target="/ppt/notesMasters/notesMaster1.xml" Id="Rc861be506a35447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4e8545ac0904ce4" /><Relationship Type="http://schemas.openxmlformats.org/officeDocument/2006/relationships/notesMaster" Target="/ppt/notesMasters/notesMaster1.xml" Id="Rbb92577c842944a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4d2aca69e524b2d" /><Relationship Type="http://schemas.openxmlformats.org/officeDocument/2006/relationships/notesMaster" Target="/ppt/notesMasters/notesMaster1.xml" Id="Rd7e31f9d4f32463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6dcc3be698441f0" /><Relationship Type="http://schemas.openxmlformats.org/officeDocument/2006/relationships/notesMaster" Target="/ppt/notesMasters/notesMaster1.xml" Id="R4aa1894678ee439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6c6c14420a24802" /><Relationship Type="http://schemas.openxmlformats.org/officeDocument/2006/relationships/notesMaster" Target="/ppt/notesMasters/notesMaster1.xml" Id="Rf0c3ae595630471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997e08cb91b4c6c" /><Relationship Type="http://schemas.openxmlformats.org/officeDocument/2006/relationships/notesMaster" Target="/ppt/notesMasters/notesMaster1.xml" Id="R08bfad7d421241b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409ded7e3d4431d" /><Relationship Type="http://schemas.openxmlformats.org/officeDocument/2006/relationships/notesMaster" Target="/ppt/notesMasters/notesMaster1.xml" Id="Rf3ed543af62f4e2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d0a6467afa04de6" /><Relationship Type="http://schemas.openxmlformats.org/officeDocument/2006/relationships/notesMaster" Target="/ppt/notesMasters/notesMaster1.xml" Id="R8c7ecc921e9e498c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c065a2a911f54595" /><Relationship Type="http://schemas.openxmlformats.org/officeDocument/2006/relationships/notesMaster" Target="/ppt/notesMasters/notesMaster1.xml" Id="R4c90027fc724432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bbbbd73859d4e21" /><Relationship Type="http://schemas.openxmlformats.org/officeDocument/2006/relationships/notesMaster" Target="/ppt/notesMasters/notesMaster1.xml" Id="R921de809a30e4065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e98ab7d06ad487b" /><Relationship Type="http://schemas.openxmlformats.org/officeDocument/2006/relationships/notesMaster" Target="/ppt/notesMasters/notesMaster1.xml" Id="R5b4f4d881e964f00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b38f063da2049f0" /><Relationship Type="http://schemas.openxmlformats.org/officeDocument/2006/relationships/notesMaster" Target="/ppt/notesMasters/notesMaster1.xml" Id="Rc71bdd321b78482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6855da07154dd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e703776d4f4e4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d40747959c42a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276e602b32438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7d68ae6b0849e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6535c31d004c4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3d1ac460b74cd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810c4a35bc454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3e135d9ace4b6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57a3fb90dc49e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f24c8c6d364349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AABC8D-3D0F-4AE2-ACB0-B6BE56226B4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18EA193-DBAD-4335-B926-42E1827359C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2807579-33AD-4D7D-8C2E-09AA1F6D8A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B3005D7-212D-457F-A581-5012EF1057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CB43B2-E122-4F7F-847E-703807E861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B58543D-BEEB-4B5F-BD92-AEBF27E317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C8CAC14-DD06-403B-98EB-45EF1A2DF1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4DBB64-CFF9-4F28-A8B5-4FDE4F5CAF0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B8520B3-E6E8-4307-AB13-DA00CF81D6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D38791-9CF0-4BBB-8067-9D6693BE2E1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4D168E-3D89-46A1-9192-B286A7DEB9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93189B9-24AA-4351-A9B9-888EB3CE08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F36CD74-A166-4424-970E-25C192F5E5A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67363D-2369-4A8F-8AFB-783507FA1BD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FA7206A-73C0-438D-9167-5E2E8345F4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432C32-C272-4B86-B757-E47BBE0004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4B27DB3-D8E5-4055-880C-613AB9062D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92B08F7-360A-4E13-ADA8-4C558585FE5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9F3A50A-94F4-4F9A-974C-DD23073C6C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AA1CC7-6634-4050-8B70-DF1E24C9EC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4810495-B1F5-42BA-B2EF-43F6F05BB0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D0DC1A-BD61-42C7-9653-AC2B28EB21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D431A23-4C43-44CB-BBF3-58AE7C95A1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A011230-7FE6-4F4E-972C-89F4B90111C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06913C5-B19C-4164-B33F-C451C9FD802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FEB89E8-64AD-4C12-9DE7-11C61F43F97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6C103F1-90BA-458D-8045-B40E94B55F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C365AA2-DE68-44F2-BD27-388B835CE9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EB72308-EA4B-430D-9A28-C2E83FE546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314A15F-8471-432D-96EC-17B538ED65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CBCFD97-E6FF-453C-918B-C95041FD5D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633F264-80B1-4FC2-A4EA-F57E192595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FD1E70F-E809-4BD2-AFE8-EBE18914F6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E32F459-5871-4120-949D-132724F748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E3D56C7-6C0E-45BF-929E-99D5D24E984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FB7BC12-5253-4F92-8BAB-AE2147182C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4AF9D0-A94C-4A96-A494-8F3B8240F0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EBF473-15FD-4307-B9C1-77937F3E3DE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7B471F2-1654-48D2-911D-2ED6633190F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753E52F-C21B-4F06-BDE5-66DF80A872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C01EED6-3912-4580-9E3E-D12805D60ED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0EE1DEE-3D93-45B8-BCA0-52901D13B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BAE7B6C-0913-484B-89CE-CB3B869943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D4CF749-020E-4C3B-BD86-98DA1AE7B9C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D79949E-115C-446E-BBCC-2D6F0144DA0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CA2923-33A7-4138-AEE4-C930B1610B0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B413189-275F-4183-8407-91A969B683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FD95F6C-D2A0-4D17-801E-AC4D5E1431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A292B62-3179-4CE2-8874-E90BD2E16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401A5E3-7E11-4A15-A86B-1B57C9D817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CD97DF-ED6E-42C1-92AC-9DCF1F57762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9724F83-E5E2-435A-9D6C-A51E726F92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CA2688D-CBE7-454B-9DCE-DA146AE03A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06FD5BE-2337-46E0-94AD-1C379283D9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E62DF53-B1D2-450D-B16F-E73B492B01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766C48-F4A1-4FAF-B4AD-35A563DAD4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9D3230-4522-47BA-B0B8-C9B279F67C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7630D6F-B513-4156-B11E-B15E1B77AE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8a92ef4f19e4975" /><Relationship Type="http://schemas.openxmlformats.org/officeDocument/2006/relationships/slideLayout" Target="/ppt/slideLayouts/slideLayout1.xml" Id="Ra44eede53c374694" /><Relationship Type="http://schemas.openxmlformats.org/officeDocument/2006/relationships/slideLayout" Target="/ppt/slideLayouts/slideLayout2.xml" Id="R0712b097b0594c89" /><Relationship Type="http://schemas.openxmlformats.org/officeDocument/2006/relationships/slideLayout" Target="/ppt/slideLayouts/slideLayout3.xml" Id="Ree61c3179c2648cd" /><Relationship Type="http://schemas.openxmlformats.org/officeDocument/2006/relationships/slideLayout" Target="/ppt/slideLayouts/slideLayout4.xml" Id="Rebfddc7fd1d946fd" /><Relationship Type="http://schemas.openxmlformats.org/officeDocument/2006/relationships/slideLayout" Target="/ppt/slideLayouts/slideLayout5.xml" Id="Rd32709bad9d74367" /><Relationship Type="http://schemas.openxmlformats.org/officeDocument/2006/relationships/slideLayout" Target="/ppt/slideLayouts/slideLayout6.xml" Id="R7f8b216b2d474532" /><Relationship Type="http://schemas.openxmlformats.org/officeDocument/2006/relationships/slideLayout" Target="/ppt/slideLayouts/slideLayout7.xml" Id="R6f2d8a99fcdd41ac" /><Relationship Type="http://schemas.openxmlformats.org/officeDocument/2006/relationships/slideLayout" Target="/ppt/slideLayouts/slideLayout8.xml" Id="R029f267e6cc140ed" /><Relationship Type="http://schemas.openxmlformats.org/officeDocument/2006/relationships/slideLayout" Target="/ppt/slideLayouts/slideLayout9.xml" Id="Rc463d73b6dc94e1d" /><Relationship Type="http://schemas.openxmlformats.org/officeDocument/2006/relationships/slideLayout" Target="/ppt/slideLayouts/slideLayout10.xml" Id="R985c85aa69af43e8" /><Relationship Type="http://schemas.openxmlformats.org/officeDocument/2006/relationships/slideLayout" Target="/ppt/slideLayouts/slideLayout11.xml" Id="R811037460a5b41c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2008837-FA19-415A-9DCE-6B7995F669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EF4D0CC-0F53-4DE3-96CF-ABE207DBF2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ACF7C47-0F7F-4FE3-B7A3-3119E21F0EC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12AF831-9ABC-4603-8418-37529BFAC47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6A8DD6-9E26-4966-A317-4F4A441F450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44eede53c374694"/>
    <p:sldLayoutId xmlns:r="http://schemas.openxmlformats.org/officeDocument/2006/relationships" id="2147483650" r:id="R0712b097b0594c89"/>
    <p:sldLayoutId xmlns:r="http://schemas.openxmlformats.org/officeDocument/2006/relationships" id="2147483651" r:id="Ree61c3179c2648cd"/>
    <p:sldLayoutId xmlns:r="http://schemas.openxmlformats.org/officeDocument/2006/relationships" id="2147483652" r:id="Rebfddc7fd1d946fd"/>
    <p:sldLayoutId xmlns:r="http://schemas.openxmlformats.org/officeDocument/2006/relationships" id="2147483653" r:id="Rd32709bad9d74367"/>
    <p:sldLayoutId xmlns:r="http://schemas.openxmlformats.org/officeDocument/2006/relationships" id="2147483654" r:id="R7f8b216b2d474532"/>
    <p:sldLayoutId xmlns:r="http://schemas.openxmlformats.org/officeDocument/2006/relationships" id="2147483655" r:id="R6f2d8a99fcdd41ac"/>
    <p:sldLayoutId xmlns:r="http://schemas.openxmlformats.org/officeDocument/2006/relationships" id="2147483656" r:id="R029f267e6cc140ed"/>
    <p:sldLayoutId xmlns:r="http://schemas.openxmlformats.org/officeDocument/2006/relationships" id="2147483657" r:id="Rc463d73b6dc94e1d"/>
    <p:sldLayoutId xmlns:r="http://schemas.openxmlformats.org/officeDocument/2006/relationships" id="2147483658" r:id="R985c85aa69af43e8"/>
    <p:sldLayoutId xmlns:r="http://schemas.openxmlformats.org/officeDocument/2006/relationships" id="2147483659" r:id="R811037460a5b41c6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63af972cbae4ed3" /><Relationship Type="http://schemas.openxmlformats.org/officeDocument/2006/relationships/notesSlide" Target="/ppt/notesSlides/notesSlide1.xml" Id="Rc604d124613d441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d096fd647024a49" /><Relationship Type="http://schemas.openxmlformats.org/officeDocument/2006/relationships/notesSlide" Target="/ppt/notesSlides/notesSlide2.xml" Id="Rcf608e2385f1410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c266bb6288d4722" /><Relationship Type="http://schemas.openxmlformats.org/officeDocument/2006/relationships/notesSlide" Target="/ppt/notesSlides/notesSlide3.xml" Id="Rc083c4d2c29c4e0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2904fd6dc6b4fbc" /><Relationship Type="http://schemas.openxmlformats.org/officeDocument/2006/relationships/notesSlide" Target="/ppt/notesSlides/notesSlide4.xml" Id="R2b3af70925e141e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ac52365db424683" /><Relationship Type="http://schemas.openxmlformats.org/officeDocument/2006/relationships/notesSlide" Target="/ppt/notesSlides/notesSlide5.xml" Id="R386d57217fe646d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489eac0fc984269" /><Relationship Type="http://schemas.openxmlformats.org/officeDocument/2006/relationships/notesSlide" Target="/ppt/notesSlides/notesSlide6.xml" Id="R94536c2d0a79401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d663fc827e44ab0" /><Relationship Type="http://schemas.openxmlformats.org/officeDocument/2006/relationships/notesSlide" Target="/ppt/notesSlides/notesSlide7.xml" Id="Re372b1744db24f1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eb671313c6c4b58" /><Relationship Type="http://schemas.openxmlformats.org/officeDocument/2006/relationships/notesSlide" Target="/ppt/notesSlides/notesSlide8.xml" Id="R8e6601716a22419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b88a2dfbe594480" /><Relationship Type="http://schemas.openxmlformats.org/officeDocument/2006/relationships/notesSlide" Target="/ppt/notesSlides/notesSlide9.xml" Id="R90a01f1988a4498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a393442f1dc4281" /><Relationship Type="http://schemas.openxmlformats.org/officeDocument/2006/relationships/notesSlide" Target="/ppt/notesSlides/notesSlide10.xml" Id="R4dfeb59617a4449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9867895b8054440" /><Relationship Type="http://schemas.openxmlformats.org/officeDocument/2006/relationships/notesSlide" Target="/ppt/notesSlides/notesSlide11.xml" Id="R5b10829e78f14c9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45e16458d1e4fd9" /><Relationship Type="http://schemas.openxmlformats.org/officeDocument/2006/relationships/notesSlide" Target="/ppt/notesSlides/notesSlide12.xml" Id="R03d25ec251624f3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442333037fc4976" /><Relationship Type="http://schemas.openxmlformats.org/officeDocument/2006/relationships/notesSlide" Target="/ppt/notesSlides/notesSlide13.xml" Id="R28471787b45f476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ec6495afdc24fef" /><Relationship Type="http://schemas.openxmlformats.org/officeDocument/2006/relationships/notesSlide" Target="/ppt/notesSlides/notesSlide14.xml" Id="R363cb92be765491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6ae1927ba4340d1" /><Relationship Type="http://schemas.openxmlformats.org/officeDocument/2006/relationships/notesSlide" Target="/ppt/notesSlides/notesSlide15.xml" Id="R076961a2db3f42d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cd900769753478e" /><Relationship Type="http://schemas.openxmlformats.org/officeDocument/2006/relationships/notesSlide" Target="/ppt/notesSlides/notesSlide16.xml" Id="Ra0ff1a805bfc461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9ccb59c88c94385" /><Relationship Type="http://schemas.openxmlformats.org/officeDocument/2006/relationships/notesSlide" Target="/ppt/notesSlides/notesSlide17.xml" Id="Rf3f8c1b37bfa4eb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981d580962a49d4" /><Relationship Type="http://schemas.openxmlformats.org/officeDocument/2006/relationships/notesSlide" Target="/ppt/notesSlides/notesSlide18.xml" Id="R83a0af972a2340d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4096cd8ac0b48d9" /><Relationship Type="http://schemas.openxmlformats.org/officeDocument/2006/relationships/notesSlide" Target="/ppt/notesSlides/notesSlide19.xml" Id="Rec152acd74a1432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9f1c5ff9aef4707" /><Relationship Type="http://schemas.openxmlformats.org/officeDocument/2006/relationships/notesSlide" Target="/ppt/notesSlides/notesSlide20.xml" Id="Rbc21687f18a14be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cb054eb37d1416e" /><Relationship Type="http://schemas.openxmlformats.org/officeDocument/2006/relationships/notesSlide" Target="/ppt/notesSlides/notesSlide21.xml" Id="R8a802818efe74bb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31e29fd20754348" /><Relationship Type="http://schemas.openxmlformats.org/officeDocument/2006/relationships/notesSlide" Target="/ppt/notesSlides/notesSlide22.xml" Id="Rddaaaff5e373482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919069577b04265" /><Relationship Type="http://schemas.openxmlformats.org/officeDocument/2006/relationships/notesSlide" Target="/ppt/notesSlides/notesSlide23.xml" Id="R6628f748481b407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90d6962666a4c29" /><Relationship Type="http://schemas.openxmlformats.org/officeDocument/2006/relationships/notesSlide" Target="/ppt/notesSlides/notesSlide24.xml" Id="R964d7f1e42f9426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fa89e6f7d16417d" /><Relationship Type="http://schemas.openxmlformats.org/officeDocument/2006/relationships/notesSlide" Target="/ppt/notesSlides/notesSlide25.xml" Id="R3c7830db07664e0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336ec9c03ed4616" /><Relationship Type="http://schemas.openxmlformats.org/officeDocument/2006/relationships/notesSlide" Target="/ppt/notesSlides/notesSlide26.xml" Id="R0312a898f7854c1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5a98e6eb1314e2c" /><Relationship Type="http://schemas.openxmlformats.org/officeDocument/2006/relationships/notesSlide" Target="/ppt/notesSlides/notesSlide27.xml" Id="R2f4014d7211e455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aa477c2d22443e0" /><Relationship Type="http://schemas.openxmlformats.org/officeDocument/2006/relationships/notesSlide" Target="/ppt/notesSlides/notesSlide28.xml" Id="Re9838f1f8a2d434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7a2a8bb1475434d" /><Relationship Type="http://schemas.openxmlformats.org/officeDocument/2006/relationships/notesSlide" Target="/ppt/notesSlides/notesSlide29.xml" Id="R5dca78925d8549c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751119527394960" /><Relationship Type="http://schemas.openxmlformats.org/officeDocument/2006/relationships/notesSlide" Target="/ppt/notesSlides/notesSlide30.xml" Id="R7e1ec86a674f41c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CDFD01A-FAF3-4CD6-A055-E766385F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20DB5EF-5B9A-4A09-85F5-AE9B6FC1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6B6EC1D-3281-4BF7-8D0D-CB4BB308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F62F838-FFF3-46EF-A848-C04BD23E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Extended 30-slide reviewer and financing-decision package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189FC58-5A0F-4092-9164-A66BE585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8887B36-40AC-4A1E-8BBB-6EC6E6E5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2BABF0C-2DF7-4A65-8AD0-041E559B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2026.07.24-22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B607AF4-ABB2-405A-A020-46631FFA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2026-07-24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68C1F43-0271-4164-9A1A-A683FDB6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D52267-8FC4-4F2B-B929-4A2DB74C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17B677B-5E50-4C81-8E0F-5BA6A4B8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47237699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5E73C5D-3689-4500-9D39-5842DC02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6120CE4-A2AF-40BE-A8E5-3B3F673B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Financeability remains possible—not yet a conclusion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8127BB5-2397-4C0E-8168-EFD25AFF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38B06F7-7917-4759-BD14-E712C852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7CBFFD-DA17-4343-9E14-F255B454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6682363-1F40-47D2-A29D-09E02543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D55C3A0-F420-4052-8310-3D75CB711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Official patent and court sources justify further diligence; they do not yet establish collateral value or repayment.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30F6C44-63F6-4A10-87F3-DD70AB6A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amended EP3032975B2 and two official German decisions anchor the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market dataset contains 34 market measures across 7 countries plus 36 Swedish FHM register-structure counts for 2018–2026; the counts are not sales or market value. The donor gate remains 0/3.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financing structure requires national rights, a claim-mapped-sales bridge, cash flow and an independent valuation.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5E9F9C5-2CC0-43BF-81E0-A827064C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91BEE5B-6CFD-4191-8D25-BCFC79B4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EA5030E-57BC-4694-986F-4C60CB6D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Open a conditional 90-day diligence phase, not a final credit decision.</a:t>
            </a:r>
          </a:p>
        </p:txBody>
      </p:sp>
    </p:spTree>
    <p:extLst>
      <p:ext uri="{BB962C8B-B14F-4D97-AF65-F5344CB8AC3E}">
        <p14:creationId xmlns:p14="http://schemas.microsoft.com/office/powerpoint/2010/main" val="116487260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563B18C-7167-4687-82D3-FEDFE9F0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8089BAD-99B0-491E-B9BA-5E4DBF5C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Three reasons to proceed—and three reasons to wait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422DB40-3EE8-4C85-8F5E-56EC457D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B165788-DD23-4F38-92EA-77C240A1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B97F9D-BDFD-4BCC-B49F-6ACF7C52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480567B-5D0C-4C4B-9D75-132210FB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Strong signal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supports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does not prove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central EPO opposition concluded with the patent maintained as amended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Documented 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and enforceability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signal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 or worldwide validity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Product- and claim-specific signal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Another product, country or paid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B2C97FD-B3E7-4B5D-ABA2-1B4CB49E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lender should price only the evidence for which title, enforceability and cash flow have been confirmed.</a:t>
            </a:r>
          </a:p>
        </p:txBody>
      </p:sp>
    </p:spTree>
    <p:extLst>
      <p:ext uri="{BB962C8B-B14F-4D97-AF65-F5344CB8AC3E}">
        <p14:creationId xmlns:p14="http://schemas.microsoft.com/office/powerpoint/2010/main" val="64541311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CA5F0DB-F54B-4718-A0A2-E7909C9D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9226A72-7C04-4052-9686-F148EF635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evidence chain currently breaks before cash flow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66C91FA-F402-4054-8116-04331798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7EB054F-0CE4-4140-8573-0AA39D4C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27BA54-25FF-428E-A4A7-75DC964E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EA8297E-7C02-456D-9EA5-E5124889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BB225-2D96-4D15-9F87-25C245B4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 → enforceable national right → relevant product → relevant sales → contract or judgment → payment → debt service.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DB80D02-35E5-4108-8B14-681BE7B9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beginning of the chain is partly confirmed by official sources.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product and sales link is confirmed only to a limited extent: Germany,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Evidence of contracts, payments, company finances and collateral value is missing from the public package.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946D25E-719B-40C5-81FF-23A2A7FF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1C21B89-0844-4597-8B32-042138C6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Credit risk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D9A4C98-AED7-4C9E-9CD3-DBB6DB09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One unconfirmed link can reduce nominal market value to zero in a realisable downside scenario.</a:t>
            </a:r>
          </a:p>
        </p:txBody>
      </p:sp>
    </p:spTree>
    <p:extLst>
      <p:ext uri="{BB962C8B-B14F-4D97-AF65-F5344CB8AC3E}">
        <p14:creationId xmlns:p14="http://schemas.microsoft.com/office/powerpoint/2010/main" val="9288424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D09C662-D81C-4F56-A729-5E67B919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1C3FB55-E561-42EA-A68F-C7FAC762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Resistance data drives the patented heating control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DF46FA-88B5-4423-9C72-E312520A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22468B1-1730-4837-96F3-B3D57C4F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5755A1-A114-4C11-A8B6-B3883F49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5976333-2B5E-4595-BB45-35697BCE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01A1231-6DF9-45FF-AE09-74CEEB18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CCE6305-AF56-4E4E-BB1C-38CEC480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Measurement: heating-element resistance.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Data: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Control: power delivered to the heater and the user-adjustment limits.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0C9C06-6668-4D9A-9131-F0B37764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7E04D1-8405-4A9B-B6E3-F9DE80BE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Interpretive limit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5C3B482-C8CE-4874-983D-302FDC4D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plain-language description does not replace country-specific claim construction or product-specific claim analysis.</a:t>
            </a:r>
          </a:p>
        </p:txBody>
      </p:sp>
    </p:spTree>
    <p:extLst>
      <p:ext uri="{BB962C8B-B14F-4D97-AF65-F5344CB8AC3E}">
        <p14:creationId xmlns:p14="http://schemas.microsoft.com/office/powerpoint/2010/main" val="19996082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C4A71C-998B-4645-909D-8282CC46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9EB133-7EA9-46E0-85A2-824E225C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nine B2 claims are the starting point for review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A5FE8D-D3CB-4448-9229-5815CED6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108B73F-BE9C-40EF-99E3-9923D2E5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2E6CFC-E2F8-4517-9B67-87B7F240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045E6A2-AD81-447A-808D-A97F9EF7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Public description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 test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Controller / method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 of an electric vaporiser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version and country?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 measurement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Heating-element resistance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and when is it measured?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Stored values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Resistance–power mapping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Where is the data stored?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Non-proportional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Defined nature of the power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 claim limitation met?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Adjustment limits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Minimum and stored maximum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does the interface implement the limits?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1AEC4C1-09D2-494D-A6BF-38479ED6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Every claim limitation must be evidenced; a feature list alone is insufficient.</a:t>
            </a:r>
          </a:p>
        </p:txBody>
      </p:sp>
    </p:spTree>
    <p:extLst>
      <p:ext uri="{BB962C8B-B14F-4D97-AF65-F5344CB8AC3E}">
        <p14:creationId xmlns:p14="http://schemas.microsoft.com/office/powerpoint/2010/main" val="119110529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BCF41E2-6E38-42B1-9B20-BE25328C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291FA5C-1749-4434-A880-8AC4CB86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Core IP events are traceable to official records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C1D28F-9A84-41A8-9C17-C7099952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66CB0D4-BE07-4463-9836-4E277B6BC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824B545-E5ED-4B20-BBA2-3C2BB9DB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7A0FF63-3482-4A94-A7D1-ADD3DA9B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4A94A4A-48D0-4801-8EF7-8ABB79AF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667F6E4-E5D0-4B26-9053-A05EF46B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 August 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61C101F-FDDC-4012-81F8-E8641389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C95E02D-E297-4A92-86CE-1B48CDC4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6C8CDC-6B09-4B80-9449-177BE824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 April 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BAA0222-2351-4334-B45B-D0CFC98D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publication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8CD81F4-E35C-43C9-ADF4-84D8EB6D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D2B9B4A-92A5-4C1D-B7F5-A10637AF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72DAF87-3224-4AEF-B969-5433D9A0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amended claims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5A4CFBE-40C3-41B5-9030-749B0330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central EPO opposition and appeal proceedings have concluded; national post-grant status remains separate.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09DB08-9D4B-4086-AF49-CDAC794C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1BD6FF3-F031-4FB3-A28D-0A98B737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5FB9CD7-0B12-485A-8BBD-4ACA0F18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National post-grant rights remain separate from the central EPO proceedings.</a:t>
            </a:r>
          </a:p>
        </p:txBody>
      </p:sp>
    </p:spTree>
    <p:extLst>
      <p:ext uri="{BB962C8B-B14F-4D97-AF65-F5344CB8AC3E}">
        <p14:creationId xmlns:p14="http://schemas.microsoft.com/office/powerpoint/2010/main" val="97685634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C66A6E7-5D34-47E5-99EC-2C55D39D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GEOGRAPHIC COVERAGE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10A8E39-DEBC-4BB5-ABE6-3E58694D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22 family publications do not prove enforceability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1D63B8A-2A85-4919-BCE8-EAD60112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947506C-B491-472B-8A9B-BEEA45F3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50FF44A-6D17-402A-8AEE-ADF1D876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EPO family; national registers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359063-1E4C-46F1-A99C-7CAF2190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9333021-3227-4DAD-B8C4-1ABDB337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C956181-15AF-4CA7-B1B2-0052EAE3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7A0DD0D-0D6C-4AA5-BD49-9DDA9085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BF21192-03C1-4589-B913-45A5D5F8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D4E3B3D-83FE-4673-9803-E6D99BB6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ACA8A1-325B-4081-8C72-210A281F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proceedings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F5CD70F-DD4B-4F9E-B6A2-DFCD7184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DA32818-52B5-4D4F-82D8-AFB3F5EE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8BC3607-63AF-4893-B7EE-BA5562FD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national-register checks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F30BE1E-F553-4E01-8067-83E07FDD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80F45ED-7783-42D0-8644-3A801D40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B83C444-7287-4EE5-8088-B290A8A2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enforceable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6872294-A5DA-407F-92EF-692E1707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publication route is a map, not proof of title or validity.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9D2CE942-4F1E-441C-AAF0-AA0C3F71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9DA1EA-C754-4E7E-89AD-ED8AD5C9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E9292A4-99F2-4643-9E58-71C0DB22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Counsel's country matrix should include proprietor, operative claims, renewal fee, receipt, encumbrances, UPC position and next deadline.</a:t>
            </a:r>
          </a:p>
        </p:txBody>
      </p:sp>
    </p:spTree>
    <p:extLst>
      <p:ext uri="{BB962C8B-B14F-4D97-AF65-F5344CB8AC3E}">
        <p14:creationId xmlns:p14="http://schemas.microsoft.com/office/powerpoint/2010/main" val="153128097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294FE6-EE9A-48CB-916B-6F2648FA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8B1EBD3-FC5E-4BCB-B57E-B62B1775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 decisions are strong but narrowly scoped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D330D2A-BA67-4537-AC67-6BC30364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BCEE0B8-FCCC-4305-B325-7B8BEA3D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A8D17E-9B11-4ED9-8237-57434EF4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Official judgments: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43743D7-0FDF-4051-8050-62A926F3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Reference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event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Scope and 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 (14 January 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dismissed the nullity action concerning the German part of EP3032975B2. The official register records an appeal to the Federal Court of Justice under case number X ZR 21/26. Not final while the BGH appeal is pending.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 (2 April 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found that the products examined directly infringed claims 1 and 6 and indirectly infringed them in relation to supplementary components, and ordered the remedies listed in the judgment. The official judgment is available; appeal status, finality and enforcement have not been independently confirmed in this publication.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2B831B5-D0C9-4B91-8EEE-B5AF3E5F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German evidence does not automatically extend to another product, counterparty or country.</a:t>
            </a:r>
          </a:p>
        </p:txBody>
      </p:sp>
    </p:spTree>
    <p:extLst>
      <p:ext uri="{BB962C8B-B14F-4D97-AF65-F5344CB8AC3E}">
        <p14:creationId xmlns:p14="http://schemas.microsoft.com/office/powerpoint/2010/main" val="201369016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3A14811-3CA7-461E-9190-68F23FA0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FD4EC16-E4EC-440E-A808-534BFC0C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Chinese matter is not an infringement victory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2C5C14D-BD0F-4C8D-8FFE-B4B3382D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AE4FA61-39A8-4557-9979-CB300E31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8E40EB-FADF-44EC-A46C-0809AB5D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2DCF191-2539-4D78-9996-E392BAD1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1398F63-9F95-4D65-9730-BA304C00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Public secondary docket information points to an applicant-side re-examination of a rejected application.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0822FF3-44BA-4C12-9800-7B599495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proceeding is classified as a review-request matter.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official decision and detailed reasons were not obtained for the public package.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was later published as granted on 4 May 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5B315C8-21CB-4E6E-9C83-5B7CBCF4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27EA143-66E9-4C8E-90F0-17511E6B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Use limitation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BECE4F-721A-4AD9-96A1-2F3639CE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matter must not be described as Chinese infringement litigation, a counterparty invalidity action or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166243878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9A3EB66-B152-4E02-B5CE-CA474EB1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8ADCE89-3D54-46ED-AA21-C5C2745B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Four current IP alerts require a documented owner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5DFA0A9-85C8-4E05-884F-475E6ABA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AC1ED71-CC76-4875-9C4F-82F939E9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76B0DFA-502A-4D93-98C1-7188118F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1FEF084-0B34-4B99-8D77-DB862020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 / region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Deadline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the next Australian renewal immediately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 August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Finland's year-14 renewal fee is due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Reconcile every European national right before the payment cycle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 December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and pay the United States 7.5-year maintenance fee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EDDE9CD-E650-42AC-9113-94778522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Deadline monitoring is an operational collateral-value control, not an administrative detail.</a:t>
            </a:r>
          </a:p>
        </p:txBody>
      </p:sp>
    </p:spTree>
    <p:extLst>
      <p:ext uri="{BB962C8B-B14F-4D97-AF65-F5344CB8AC3E}">
        <p14:creationId xmlns:p14="http://schemas.microsoft.com/office/powerpoint/2010/main" val="125238518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82BC4E-0234-497E-96BF-7DE47420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B8C711-E067-4D85-AE06-44F52D52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Atlas: 195 countries—not a market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C9CCC90-43D0-4FE2-9D3A-B68F208A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1C30567-BC32-4700-A5E6-4FFC7AE6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7F349D5-C0F7-4295-A37D-384F02C9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FD92808-C9DA-4C41-9A83-2EA9F1D8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51CCDE9-85D1-4CD3-9FA9-6FC4294E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3EECFDE-C575-472D-ADA7-A856E8E3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52AA8A-4530-4AA6-88FA-5D5F6EA8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A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0EB8E2A-5312-4332-A767-89FC7C3D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4044830-D3A2-4A90-AEDA-D5E4C691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23A0DAE-3061-47E0-A205-9EECEFCA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B countries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64029E4-185B-4302-B095-8456F866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D3465E9-EDCC-4095-9164-69D10A7FB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D97560E-DEA0-48B3-8E67-150D3F83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C countries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3AF47778-DA07-4D6B-A934-A3276130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0273013-769A-478B-B266-7FD676BA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4B39180-D3EF-495C-8B49-C1FFAA9A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D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D75885E-6444-44EB-8711-99DE325A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evidence observations; the UN component of the universe comprises 193 Member States.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ADA349B-BC46-4C1E-82FF-3EB41D12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2A7021-D53F-4FE2-B5F5-A4207B34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793CAFE-53DB-44D1-8658-2F9C5BC2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Grades A–D describe evidence maturity, not market size or commercial attractiveness.</a:t>
            </a:r>
          </a:p>
        </p:txBody>
      </p:sp>
    </p:spTree>
    <p:extLst>
      <p:ext uri="{BB962C8B-B14F-4D97-AF65-F5344CB8AC3E}">
        <p14:creationId xmlns:p14="http://schemas.microsoft.com/office/powerpoint/2010/main" val="95213904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8A344C-3B3F-46BD-A5B3-1ED93A2B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14FF401-79E3-4971-9077-D1802AA1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34 market measures + 36 Swedish FHM register counts (not sales)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BBEA8B5-0E60-45BD-B43C-2D2095C2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FA7148B-A296-4E21-A4EB-BF6AFA44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616604F-77F5-4197-8F79-10BED5C4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Statistics Canada; Health Canada; New Zealand Ministry of Health; Destatis; Vero; Sejm; FHM;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E7BFC5B-1DED-45FF-8E07-93C6BBA7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observation / supported model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CAD 1.219bn (≈EUR 822.6m; ECB 2024); every quarter quality E. Health Canada shipments: CAD 1.161bn (≈EUR 783.2m; ECB 2024), 5.03% lower; bridge open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 → 1.518m l of taxed liquid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11,801.062 l; EUR 3.54m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New Zealand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official raw route NZD 280.685m; supported identified-vaping retail sensitivity NZD 533.7–731.2m (≈EUR 298.5–408.9m; ECB 2024), not an observed market value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Poland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805,441 l; PLN 993.1m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reported cartridge-system-plus-disposable sales reached USD 2.763bn (≈EUR 2.336bn; ECB 2021) in 2021; manufacturer reporting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78625A3-352C-4FE1-A449-C064BC81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Litres, shipment values and excise taxes are not summed into one market.</a:t>
            </a:r>
          </a:p>
        </p:txBody>
      </p:sp>
    </p:spTree>
    <p:extLst>
      <p:ext uri="{BB962C8B-B14F-4D97-AF65-F5344CB8AC3E}">
        <p14:creationId xmlns:p14="http://schemas.microsoft.com/office/powerpoint/2010/main" val="199623271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273BF43-3CF2-4ED5-836B-A4E25F5C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33A6C2-2427-4558-89FA-626DAB1D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has retail and shipment anchors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FFD21B4-6232-4206-9573-985A7387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A2C7FF-B6B5-4CB2-BC9D-0B5CD677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3280670-6BB0-4A2F-9AEA-60348E43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9C96A6D-90EC-4A0C-840E-A7C96AD1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CEC7B6F-0B87-41A6-B48A-7DAF1967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BC8EE8-0170-483C-8E2A-03D407E6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CAD 1.219bn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574D5E7-EB77-418F-927C-421EBDC6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consumer retail · ≈EUR 822.6m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74D48C7-EA44-45A6-BA83-3B875DD4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2DC19C7-4A14-4694-BE01-C8364C09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CAD 1.161bn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D79AA3E-0FBA-4D4A-9625-C98E5912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shipments · ≈EUR 783.2m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5F47315-60AF-4AB4-9D5E-8C9A0350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2EAD98D-2C00-4933-9397-F608CA58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118.9m units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8E4E8B6-C110-4EFF-8551-06194E46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plus 1.252m litres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FA9A530-4CC9-4CEB-AC56-F69E228C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exceeds shipments by CAD 58.4m (+5.03%); quality, channel, scope and tax gaps keep Canada outside the donor count.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9E8F62-44D0-41FA-953A-4FF91646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8064071-9E81-447B-A55F-A32A00D4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B027A68-5278-4B38-A0AB-33D11999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Statistics Canada retail and Health Canada shipments are separate transaction levels. All 2024 RCS quarters are quality E; the bridge remains unresolved.</a:t>
            </a:r>
          </a:p>
        </p:txBody>
      </p:sp>
    </p:spTree>
    <p:extLst>
      <p:ext uri="{BB962C8B-B14F-4D97-AF65-F5344CB8AC3E}">
        <p14:creationId xmlns:p14="http://schemas.microsoft.com/office/powerpoint/2010/main" val="182565766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15FEC82-5D8C-4173-9DE2-AD108BF8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GERMANY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ED0EE92-D7AC-4A3E-91A5-361E22D7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liquid volume rose; value needs a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46A3549-6C4E-4A91-84D1-9A5E0C22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0322CDA-C7E4-471A-B305-CEF10EEF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F4142C5-B94B-4E3D-8DFA-9525D8DAC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05A088C-09CC-4029-8671-EA226108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Taxed liquid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Excise tax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201m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1.284m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266m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1.518m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404m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Provisional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C8CD9E0-BB7E-44B1-8C94-226C2111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Taxed liquid volume excludes devices, tax-free and illicit trade and is not retail value.</a:t>
            </a:r>
          </a:p>
        </p:txBody>
      </p:sp>
    </p:spTree>
    <p:extLst>
      <p:ext uri="{BB962C8B-B14F-4D97-AF65-F5344CB8AC3E}">
        <p14:creationId xmlns:p14="http://schemas.microsoft.com/office/powerpoint/2010/main" val="130734097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F326A39-6B08-47EA-9CA3-10382719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7A84515-4112-4BC5-A002-8E112B6B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range is modelled—not observed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1734FA-D9D1-4E82-9271-FF180020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03DD469-93A3-443F-927C-4BFAEF52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0F6EC0A-4B30-4507-B389-C921921A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84FECAC-E38A-4FFA-B906-E15B7315C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1F5A64C-143F-42A6-B2AF-7C93EC69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971B765-8DC7-4820-89A9-E9990CEA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EUR 667.92m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1ED503E-58B0-47FA-A04F-1950F4D7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0.44/ml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25F0DA3-1ADC-4571-96AE-F35A02B85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6CAD2D9-3A18-4F33-879E-67E7C6E6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EUR 1,199.22m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0FFDBE1-2CA5-4444-BCEC-5795ED8A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0.79/ml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548F11E-19E8-4C5E-A675-9B5BB7B9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DBEB0C9-0320-4766-8136-B8D1319F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1,654.62m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8C7CDDB-4E97-48EA-80D0-EC2F8FB1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1.09/ml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733AE15-CBD2-4732-8202-38025F151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Formula: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C953688-3103-46A4-8CCA-0F0D99CA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86C9D92-DB41-49EE-8637-AEA70353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AD20889-E12D-426C-BFD3-57C4C2BF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Not observed sales. The provisional 2025 taxed-liquid volume is multiplied by three 2026 prices from one German online shop. The year mismatch, single-shop basket, product mix and excluded categories make confidence low.</a:t>
            </a:r>
          </a:p>
        </p:txBody>
      </p:sp>
    </p:spTree>
    <p:extLst>
      <p:ext uri="{BB962C8B-B14F-4D97-AF65-F5344CB8AC3E}">
        <p14:creationId xmlns:p14="http://schemas.microsoft.com/office/powerpoint/2010/main" val="78765340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213E1D-5D73-4748-8D24-7407C911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GLOBAL 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A31B55B-E47E-4842-A628-54F3383C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Global estimates are checks, not our estimate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5501F89-7B9C-411E-AF06-9B4CB280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B437512-B305-457D-9CAF-A2B495A8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8964F3-E9DA-4A72-A777-FE988196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5480599-AB9D-4608-AFF7-FF61DCB2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1AAF22B-8D2F-4550-9AF0-CBA65BFA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0599198-C694-4D79-8279-E590CCF1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USD 26.0bn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2E31F9C-AE3F-4872-84B1-B92652C8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F5C0820-3CD1-442D-BD80-2AEF4E78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7B3D8EB-15FD-4A4C-80F2-6CFE636B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USD 45.7bn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BC5D0FA-F77F-4A42-B5E2-3DD66E86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99B038D-B20B-4381-9017-014CC859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8378A9E-2431-4CB2-BA86-E164D0A6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83389FC-4060-45DC-BC57-20074954B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A7DEA1E3-D3A4-4E1B-B7C9-9907E53E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4C5E943-5661-412B-AB9F-D7E452BB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965A9AC-36D4-4CE5-8599-DA040DDD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Commission benchmark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64BEAFD-9163-45D3-8EC4-8ABDE0E6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EU benchmark supports a scale cross-check; the commercial range is wide because product scopes and methods may differ.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A39F05F6-2DDE-4327-88ED-8DDFD2492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1E783A2-9F0E-40ED-A82D-01126B32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43EF856-6CA5-4FC2-ACA8-2AFF76BD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EU figure is based on commercial Euromonitor 2025 data; Cyprus, Luxembourg and Malta are missing. It is not a national donor market. The estimates are compared, not summed or used automatically as a royalty base.</a:t>
            </a:r>
          </a:p>
        </p:txBody>
      </p:sp>
    </p:spTree>
    <p:extLst>
      <p:ext uri="{BB962C8B-B14F-4D97-AF65-F5344CB8AC3E}">
        <p14:creationId xmlns:p14="http://schemas.microsoft.com/office/powerpoint/2010/main" val="43596952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6BA03F-E2CA-40A6-99E6-576D6C87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8A0B8F4-DE1A-4037-8DED-53E2C969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global estimate needs ≥3 comparable markets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6CD8783-A5D0-40A5-A662-10344577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9DD0EEF-65F0-4004-8294-693A9B2C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A52E21-30E8-4FDB-B835-667873A7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Market-values model; Readiness, donorProtocol ja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7C251A1-2852-40A6-8CAF-98F8D30D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282C188-0C18-4529-8960-D6B139F3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current accepted-donor gate is 0/3; all 5 candidates remain outside the count.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75EDD0-23CC-4637-9D8E-F229964B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Every candidate must pass all 10 criteria (D1–D10).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New Zealand's NZD 533.7–731.2m (≈EUR 298.5–408.9m; ECB 2024) retail sensitivity is a supported model; the FTC's 2021 USD 2.763bn (≈EUR 2.336bn; ECB 2021) route is manufacturer reporting. Neither is complete consumer-retail value or an accepted donor.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Coverage across regions and regulatory types, plus direct validation in major economies, is still required.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C3AB0D8-DC0B-4762-B201-A7E71B8A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5950B72-ADF6-45C2-A180-36DBD228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Only then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B0A9DA4-2AEE-4661-87AB-F32D78B8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Triangulate demand, tax, customs, company and price methods. Compare results; do not add alternative estimates together.</a:t>
            </a:r>
          </a:p>
        </p:txBody>
      </p:sp>
    </p:spTree>
    <p:extLst>
      <p:ext uri="{BB962C8B-B14F-4D97-AF65-F5344CB8AC3E}">
        <p14:creationId xmlns:p14="http://schemas.microsoft.com/office/powerpoint/2010/main" val="180557304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710CAB-86E0-46DA-B288-2DA498D0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VALUE BRIDGE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799A060-F14F-48C2-B4EB-A8B41CFC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market-to-patent bridge has five filters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D3221D9-1318-415F-A17F-908A2E9E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E7706AC-88A4-44BC-AA17-3D13B720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3DBB59B-3B6B-40B7-A085-518B9FAB3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6742D3-9433-4D9E-BB84-EBC87CD84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Filter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and metric scope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Jurisdiction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Enforceable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 globally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 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evidence: Germany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× country × period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Cash flow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Royalty/settlement − costs − taxes − delay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D58570F-0647-4884-A0ED-349E0970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bottom-level cash flow can service debt; the upper-level market cannot do so by itself.</a:t>
            </a:r>
          </a:p>
        </p:txBody>
      </p:sp>
    </p:spTree>
    <p:extLst>
      <p:ext uri="{BB962C8B-B14F-4D97-AF65-F5344CB8AC3E}">
        <p14:creationId xmlns:p14="http://schemas.microsoft.com/office/powerpoint/2010/main" val="40788706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7582266-6625-4705-8B02-A587786E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CUSTOMERS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C7A6379-6755-4717-B810-86822E29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Potential customers are hypotheses, not yet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87034E8-2FE6-4D6C-A791-4F8D8B9A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6E93C06-3E55-4C71-B35E-F95F59AE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3B3D4E-43E2-47C5-838C-00F1855A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A32981D-1F30-4F80-9016-1BC7A877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CF82D21-1220-43D7-B5BD-0C62BC19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Commercialisation routes point to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15F102A-26A9-47B3-A83C-476D7B35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manufacturer, value may be a licence, freedom to operate or settlement.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technology provider, value may be an integrable function or legal position.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financier, value is controllable, realisable cash flow and downside protection.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61A1E0B-AB82-4CA0-979C-EB087F54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59019C9-36C7-4F92-A32A-97523475B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2F1E68D-3EE2-4434-80E4-91D56F3F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Document 10–15 interviews, decision criteria, objections, budget and next step. The public evidence does not yet include these.</a:t>
            </a:r>
          </a:p>
        </p:txBody>
      </p:sp>
    </p:spTree>
    <p:extLst>
      <p:ext uri="{BB962C8B-B14F-4D97-AF65-F5344CB8AC3E}">
        <p14:creationId xmlns:p14="http://schemas.microsoft.com/office/powerpoint/2010/main" val="823539845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DC1F48F-DBDC-4832-A079-4268DE95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COMPETITION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EB71135-1F16-43E4-B80B-7CB164F5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competition map must cover four parallel levels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DADEF86-512A-4559-A1A3-E9DA4621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637DA27-2239-46C2-90FC-1B2E8A1A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F3188BC-4A95-4152-947E-992EAE37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71F1C9B-D8DA-4161-9FA4-D5D7B759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Analysis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Function, architecture, price,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Comparison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in a different way?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 assessment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acquisition, in-house development, litigation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 model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04BDD79-6A66-4215-B229-A24C6F6A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technical advantage is not credible until alternatives have been documented and sourced.</a:t>
            </a:r>
          </a:p>
        </p:txBody>
      </p:sp>
    </p:spTree>
    <p:extLst>
      <p:ext uri="{BB962C8B-B14F-4D97-AF65-F5344CB8AC3E}">
        <p14:creationId xmlns:p14="http://schemas.microsoft.com/office/powerpoint/2010/main" val="77475380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F6875E5-E0B1-4ACC-B90E-29C1FB27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TECHNICAL VALIDATION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28944AE-76E6-4505-AEDD-6B84FCD3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validation needs an unbroken evidence chain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0AA767A-B4D3-457E-BA60-418A5D05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3C25DFD-5989-4174-AFEB-CD49B356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F8596F-1522-4CBE-B8C5-4EFDB285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B94C1A0-0048-4E4C-A834-1CE68515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731D89B-BABA-4270-89EB-99931347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AA8B664-2BDA-460F-9806-9B462BF2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0BE2818-F751-4F2D-A0BA-3A6D5B20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Sample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44E3C07-E8BE-4672-AD10-6E66670E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Purchase in the correct country and period; document the seller, product version and serial details.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8E7FCE8-F5F8-4243-866E-74C7B037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0E6494D-2C87-4819-B374-3FF02082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2FB0082-B0DF-41FF-8FD3-C08A7CC9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Chain of custody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CE698EA-44CB-4DEB-B1A8-DCA60757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 receipt, storage, opening, imaging and file hashes.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24D3BCDB-5B40-470F-960F-9AC14A1C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1EA9AED-4612-467D-A8D4-C55D441E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552F221-0C87-4486-939E-9DC7D67F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and testing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2FFA47E-03EF-4A60-93D1-D0E3F2FC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Produce an independent measurement protocol, raw data and repeatability test.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3AA43B-ACE8-4D93-8F3D-1D1B9663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4AABC2E-1281-48C9-930A-DD1B9230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B9CEE19-D199-4533-BB80-F15D939F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391DBA8-CDBE-4B6F-95E7-1295571B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 every claim limitation to evidence and counsel's conclusion.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E75A7C6-F5DD-4C7D-BD29-A05A3325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Market sales can be attributed only after product identity and claim mapping are controlled.</a:t>
            </a:r>
          </a:p>
        </p:txBody>
      </p:sp>
    </p:spTree>
    <p:extLst>
      <p:ext uri="{BB962C8B-B14F-4D97-AF65-F5344CB8AC3E}">
        <p14:creationId xmlns:p14="http://schemas.microsoft.com/office/powerpoint/2010/main" val="79800713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4E74E92-7E1D-492B-8A91-EF768DAB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B47B44-0420-4C8E-A32F-C79B2583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starts with hard gates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4EDF62B-B44F-46C1-8A61-D01FFC92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1DD33C3-9FA9-4E2E-B406-0B077270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2C85D1D-3A37-4D16-82F9-AB65CA7C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BAC2765-8C3B-4ABF-BC86-2DEACF5A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BA3B966-63E0-4856-B11B-9DCF0038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8DD3F24-29F7-49B3-A872-24765C11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BAA7383-1C40-4794-B71D-9D2D30BF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right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94BA6F8-628D-4D43-905B-EE423788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outreach without country-specific title, validity, encumbrance and deadline information.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BD47B64-1E07-4512-AFE5-16684025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FE1454-DF6E-49B0-83CF-DA13C44B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63A19E6-36C9-418C-9EF5-084D29AE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product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0CB4D72-38DC-4A92-908B-49A6BFE8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assertion without a product sample, claim chart and documentation of the local act.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5798E7D-735F-470E-BAB6-77CE24E2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4AE90E0-A99D-488F-BD32-A67E61CB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949FB17-619C-4340-B8E1-EE3DD208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Score the target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F26E67B-46BE-449E-94FA-B84001AE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sales, evidence, counterparty, jurisdiction, cost and recoverability.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3690EDBF-5BE1-4D76-8C62-7DE17D0A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A3C1DA4-52CF-4B8E-84B1-166910BF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6472916-3865-4B11-A809-9F7EC352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 a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7BD1E65-2483-4602-9E7C-98338883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Negotiate licence, settlement, assignment or financing options under controlled conditions.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7F53E11-AD05-4B4B-A1CD-7371D987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An outreach letter does not automatically interrupt limitation or prove service of notice.</a:t>
            </a:r>
          </a:p>
        </p:txBody>
      </p:sp>
    </p:spTree>
    <p:extLst>
      <p:ext uri="{BB962C8B-B14F-4D97-AF65-F5344CB8AC3E}">
        <p14:creationId xmlns:p14="http://schemas.microsoft.com/office/powerpoint/2010/main" val="89728317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840ACC2-9B55-4FEB-87BE-6DA290C8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34B50B9-1DE3-45CC-B8E7-CE7DE20E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Routes differ in cash flow, control and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74E019-D191-44C2-92B3-BF730591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8C6B870-6E89-4E30-B0BD-15BF53D8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5A0C9BD-5588-43B1-8080-D74E1AEB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15199F-A03A-44B1-AD47-92F62541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Route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Key risk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recurring royalty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Royalty-base audit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Settlement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Lump sum / phased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 automatic precedent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Assignment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Purchase price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Future upside is transferred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 financing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 or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 and controls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Litigation financing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Capital tied to 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High cost and outcome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603DA1-321E-4576-8578-650BDC31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Choose a route only after the right, counterparty, cash flow and downside have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027110735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6BE0EE7-9AF2-4C42-9B30-B55A1394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FINANCIAL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0A91FA2-9364-477D-BECC-249C8270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financial model begins with verifiable inputs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60FF19-5B57-435C-94CA-43CBA383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16EC863-0A26-4A32-A988-4AF48554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7A9A2FF-6D6C-440D-A233-3EFFDEC5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6245D8E-E56C-47FC-9945-B24B2851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Country-specific relevant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Authority / counterparty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Counsel-reviewed product 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or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/ legal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 and recoverability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Proceeding and counterparty analysis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and taxes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Budget / tax adviser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Discount rate and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8292C62-DF71-47E5-A6ED-0807C4F3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lender-ready NPV cannot be derived from the current public package.</a:t>
            </a:r>
          </a:p>
        </p:txBody>
      </p:sp>
    </p:spTree>
    <p:extLst>
      <p:ext uri="{BB962C8B-B14F-4D97-AF65-F5344CB8AC3E}">
        <p14:creationId xmlns:p14="http://schemas.microsoft.com/office/powerpoint/2010/main" val="306396979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21BE4E-4209-42B4-901C-CAA2E194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DFD1891-80D0-4D6A-8BF4-3BD566375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Sensitivities must be tied to real risks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9A0504-21B9-4A6D-98DF-C5D71AC7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7172531-455B-472B-92C7-B4227B02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8718605-213E-4303-8A65-D70F17EC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E45207E-B68D-4548-9D15-30BD95700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Driver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Jurisdictions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 country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Prioritised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Broader verified coverage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One product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Validated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 but documented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/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Expert-supported lower bound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terms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Verified upper bound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Appeal and prolonged collection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path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structure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Full litigation budget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pilot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covered by counterparty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ABE7E0-E77A-4A8C-ACBE-A52F9E38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No percentages are entered before source evidence; this slide defines the scenario structure.</a:t>
            </a:r>
          </a:p>
        </p:txBody>
      </p:sp>
    </p:spTree>
    <p:extLst>
      <p:ext uri="{BB962C8B-B14F-4D97-AF65-F5344CB8AC3E}">
        <p14:creationId xmlns:p14="http://schemas.microsoft.com/office/powerpoint/2010/main" val="187718080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0FD3980-4153-4F64-8FD1-436A2902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REVIEWER QUESTIONS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8BCA060-D1AA-4031-83CC-4DAD9E32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Five questions determine the lender's next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36A6D5C-AE7B-4AFE-8B11-AB3153BFC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5B63B4C-B9E6-4ECA-8254-9AD840CF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6739B54-953F-4854-9E03-C2651051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1517517-E470-4FED-A1E3-157E3D25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Required answer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exactly is owned, and where is it enforceable?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Signed rights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satisfies which claim limitations?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independent test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are the verified relevant sales?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Product–country–period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From where and when does debt-service cash arise?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payments, forecast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does the collateral realise in a downside case?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value + realisation path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896ACE9-6744-45CC-88A1-7378AB353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If any one answer remains materially open, financing must be conditional and phased.</a:t>
            </a:r>
          </a:p>
        </p:txBody>
      </p:sp>
    </p:spTree>
    <p:extLst>
      <p:ext uri="{BB962C8B-B14F-4D97-AF65-F5344CB8AC3E}">
        <p14:creationId xmlns:p14="http://schemas.microsoft.com/office/powerpoint/2010/main" val="87993793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A2C1441-25D5-40B4-A7E6-E4D8D582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EVIDENCE REQUESTS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0D8EAE-E86F-4E1C-A183-D57A5801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Missing evidence is prioritised by impact, not ease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52A1B3-BF78-4415-B944-D66EA7CA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6B13001-80A3-4900-B35F-341654C2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CD7D367-AA21-4CC9-9C45-162C238E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B3ACBEF-AEA4-4DE5-B599-0FBD1217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Decision impact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Title, transfers, encumbrances, renewal fees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Existing and controllable right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samples, tests and claim charts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 sales and counterparty 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receivables and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Debt-service capacity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Financial statements, debt, budget and funding need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Company and credit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IP/company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and price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0DB4CD-B239-4F7D-BE31-4EBA89F0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public package shows the gaps; confidential evidence belongs in an access-controlled data room.</a:t>
            </a:r>
          </a:p>
        </p:txBody>
      </p:sp>
    </p:spTree>
    <p:extLst>
      <p:ext uri="{BB962C8B-B14F-4D97-AF65-F5344CB8AC3E}">
        <p14:creationId xmlns:p14="http://schemas.microsoft.com/office/powerpoint/2010/main" val="421166724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755CEE-ED7A-497A-B5CF-D9913D63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0EB8F58-19B9-405F-8644-1E67E32C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90-day programme turns gaps into controls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7E76773-7962-4656-B2CE-EDEB8AF9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F097734-2B3A-4484-ADA1-DDF8A3D8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357EC04-21B3-44B6-877F-8C44EB03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ABD792A-0781-480E-A6FF-668360CC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FBA9487-0B75-43D3-B95A-53DF63C5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788FAE0-C433-4DB9-9062-424F7B75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657DA2-8145-40BA-A2F3-CF62A819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0–30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C542AB6-D17D-4370-9C28-45F6F6D8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Rights matrix, deadlines, title and encumbrance review, and an index of company materials.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C267C46-002F-4DF8-9321-D7C88972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75EA92-BD15-46F7-9693-90967175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04C77A5-85F3-4817-A423-66060469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31–60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A580818-E4D3-461E-B56B-4C1D201F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Product dossiers, claim charts, prioritised market sales and customer validation.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315B5A1-136E-4674-9F05-4157C84F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AFFB8ED-8BE6-4BDF-A598-991DE3E1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A56C01F-C3E4-43B5-A1C9-DB33CBC0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61–90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9817C5D-BC78-42E0-86EF-C2DDED39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Cash-flow model, independent valuation, downside and term-sheet options.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D6C6C9-13C2-44AA-B85E-50E1A302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EC4B7F9-63AC-49C8-9752-56908EF6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B3DE3E5-D6A4-4B00-908B-33B12B6C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Decision gate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EED5EF7-EA3D-4C75-928F-79EAA024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Approve, limit, phase or decline financing using explicit conditions and stop criteria.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452359A-61C1-43F0-969B-6DF3B6B0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package is refreshed from the same public source data in every site release.</a:t>
            </a:r>
          </a:p>
        </p:txBody>
      </p:sp>
    </p:spTree>
    <p:extLst>
      <p:ext uri="{BB962C8B-B14F-4D97-AF65-F5344CB8AC3E}">
        <p14:creationId xmlns:p14="http://schemas.microsoft.com/office/powerpoint/2010/main" val="155129187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D8564C6-F0E5-4F84-A931-488142A5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96B407-114A-48D0-90B6-400C3B6F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lender-ready case is an evidence chain — not the largest possible market number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17762B5-35F7-4EB3-9D7D-DAC6D098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Strong starting point: a documented patent core and official German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Critical open work: national rights, claim-mapped sales, cash flow and downside value.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Recommendation: conditional 90-day diligence, clear decision gates and an access-controlled data room.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This public package is a reviewable evidence map, not Pixan Oy's official position or a financing recommendation.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B54FC56-275F-4C8A-ABCD-33E9A530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2026.07.24-22 · 2026-07-24 · 30 / 30</a:t>
            </a:r>
          </a:p>
        </p:txBody>
      </p:sp>
    </p:spTree>
    <p:extLst>
      <p:ext uri="{BB962C8B-B14F-4D97-AF65-F5344CB8AC3E}">
        <p14:creationId xmlns:p14="http://schemas.microsoft.com/office/powerpoint/2010/main" val="101273956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2026-07-24T16:10:24.3990000Z</dcterms:created>
  <dcterms:modified xsi:type="dcterms:W3CDTF">2026-07-24T16:10:24.3990000Z</dcterms:modified>
</coreProperties>
</file>