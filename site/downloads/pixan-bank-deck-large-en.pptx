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6ac4f6c18346a7" /><Relationship Type="http://schemas.openxmlformats.org/officeDocument/2006/relationships/extended-properties" Target="/docProps/app.xml" Id="Rbb7869659f1c4d8d" /><Relationship Type="http://schemas.openxmlformats.org/officeDocument/2006/relationships/officeDocument" Target="/ppt/presentation.xml" Id="R73aa43f253364c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dd18be4365142b9"/>
  </p:sldMasterIdLst>
  <p:notesMasterIdLst>
    <p:notesMasterId xmlns:r="http://schemas.openxmlformats.org/officeDocument/2006/relationships" r:id="R26bbff15f1c847fd"/>
  </p:notesMasterIdLst>
  <p:sldIdLst>
    <p:sldId xmlns:r="http://schemas.openxmlformats.org/officeDocument/2006/relationships" id="256" r:id="R08532a9549ff40b2"/>
    <p:sldId xmlns:r="http://schemas.openxmlformats.org/officeDocument/2006/relationships" id="257" r:id="Rdb40271320124255"/>
    <p:sldId xmlns:r="http://schemas.openxmlformats.org/officeDocument/2006/relationships" id="258" r:id="Ree11d47ae69b44c2"/>
    <p:sldId xmlns:r="http://schemas.openxmlformats.org/officeDocument/2006/relationships" id="259" r:id="R1eae92cc93ab4596"/>
    <p:sldId xmlns:r="http://schemas.openxmlformats.org/officeDocument/2006/relationships" id="260" r:id="R5ac9195f708c4c10"/>
    <p:sldId xmlns:r="http://schemas.openxmlformats.org/officeDocument/2006/relationships" id="261" r:id="R67a59d0565bb4792"/>
    <p:sldId xmlns:r="http://schemas.openxmlformats.org/officeDocument/2006/relationships" id="262" r:id="Rad62d6f32cc14913"/>
    <p:sldId xmlns:r="http://schemas.openxmlformats.org/officeDocument/2006/relationships" id="263" r:id="Rc4937950c8204cd7"/>
    <p:sldId xmlns:r="http://schemas.openxmlformats.org/officeDocument/2006/relationships" id="264" r:id="Rbf31c0a0b7504a25"/>
    <p:sldId xmlns:r="http://schemas.openxmlformats.org/officeDocument/2006/relationships" id="265" r:id="R8506c7b3ba264141"/>
    <p:sldId xmlns:r="http://schemas.openxmlformats.org/officeDocument/2006/relationships" id="266" r:id="R398daf26cd5147cb"/>
    <p:sldId xmlns:r="http://schemas.openxmlformats.org/officeDocument/2006/relationships" id="267" r:id="R4824e0e110cd4714"/>
    <p:sldId xmlns:r="http://schemas.openxmlformats.org/officeDocument/2006/relationships" id="268" r:id="R16a077c4188248f5"/>
    <p:sldId xmlns:r="http://schemas.openxmlformats.org/officeDocument/2006/relationships" id="269" r:id="R9a32b81cc78d402b"/>
    <p:sldId xmlns:r="http://schemas.openxmlformats.org/officeDocument/2006/relationships" id="270" r:id="Rcc2f7282d0f64b4c"/>
    <p:sldId xmlns:r="http://schemas.openxmlformats.org/officeDocument/2006/relationships" id="271" r:id="R0566211e2b35428a"/>
    <p:sldId xmlns:r="http://schemas.openxmlformats.org/officeDocument/2006/relationships" id="272" r:id="R0afa48ee14e54d0a"/>
    <p:sldId xmlns:r="http://schemas.openxmlformats.org/officeDocument/2006/relationships" id="273" r:id="Radeeb39f6b2744c1"/>
    <p:sldId xmlns:r="http://schemas.openxmlformats.org/officeDocument/2006/relationships" id="274" r:id="R2c8319558dbf497a"/>
    <p:sldId xmlns:r="http://schemas.openxmlformats.org/officeDocument/2006/relationships" id="275" r:id="Ree8a7b11be364342"/>
    <p:sldId xmlns:r="http://schemas.openxmlformats.org/officeDocument/2006/relationships" id="276" r:id="R6f1430486d734629"/>
    <p:sldId xmlns:r="http://schemas.openxmlformats.org/officeDocument/2006/relationships" id="277" r:id="R7f99a6ad3d6447ff"/>
    <p:sldId xmlns:r="http://schemas.openxmlformats.org/officeDocument/2006/relationships" id="278" r:id="Rd2682ddd31964854"/>
    <p:sldId xmlns:r="http://schemas.openxmlformats.org/officeDocument/2006/relationships" id="279" r:id="R6fa30ea7d0784c70"/>
    <p:sldId xmlns:r="http://schemas.openxmlformats.org/officeDocument/2006/relationships" id="280" r:id="R3c7db51247f94d0d"/>
    <p:sldId xmlns:r="http://schemas.openxmlformats.org/officeDocument/2006/relationships" id="281" r:id="R1300089785e0410c"/>
    <p:sldId xmlns:r="http://schemas.openxmlformats.org/officeDocument/2006/relationships" id="282" r:id="R0705f949f2794479"/>
    <p:sldId xmlns:r="http://schemas.openxmlformats.org/officeDocument/2006/relationships" id="283" r:id="R30f12650500f4502"/>
    <p:sldId xmlns:r="http://schemas.openxmlformats.org/officeDocument/2006/relationships" id="284" r:id="Rc3b4215ba3be47fb"/>
    <p:sldId xmlns:r="http://schemas.openxmlformats.org/officeDocument/2006/relationships" id="285" r:id="Rdd695f4d6e874bc4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59085ebd954995" /><Relationship Type="http://schemas.openxmlformats.org/officeDocument/2006/relationships/slideMaster" Target="/ppt/slideMasters/slideMaster1.xml" Id="R4dd18be4365142b9" /><Relationship Type="http://schemas.openxmlformats.org/officeDocument/2006/relationships/notesMaster" Target="/ppt/notesMasters/notesMaster1.xml" Id="R26bbff15f1c847fd" /><Relationship Type="http://schemas.openxmlformats.org/officeDocument/2006/relationships/presProps" Target="/ppt/presProps.xml" Id="R11f9944aec8e40ab" /><Relationship Type="http://schemas.openxmlformats.org/officeDocument/2006/relationships/viewProps" Target="/ppt/viewProps.xml" Id="R0d53b171c0764693" /><Relationship Type="http://schemas.openxmlformats.org/officeDocument/2006/relationships/tableStyles" Target="/ppt/tableStyles.xml" Id="Rbc8df4b90e3c41b2" /><Relationship Type="http://schemas.openxmlformats.org/officeDocument/2006/relationships/slide" Target="/ppt/slides/slide1.xml" Id="R08532a9549ff40b2" /><Relationship Type="http://schemas.openxmlformats.org/officeDocument/2006/relationships/slide" Target="/ppt/slides/slide2.xml" Id="Rdb40271320124255" /><Relationship Type="http://schemas.openxmlformats.org/officeDocument/2006/relationships/slide" Target="/ppt/slides/slide3.xml" Id="Ree11d47ae69b44c2" /><Relationship Type="http://schemas.openxmlformats.org/officeDocument/2006/relationships/slide" Target="/ppt/slides/slide4.xml" Id="R1eae92cc93ab4596" /><Relationship Type="http://schemas.openxmlformats.org/officeDocument/2006/relationships/slide" Target="/ppt/slides/slide5.xml" Id="R5ac9195f708c4c10" /><Relationship Type="http://schemas.openxmlformats.org/officeDocument/2006/relationships/slide" Target="/ppt/slides/slide6.xml" Id="R67a59d0565bb4792" /><Relationship Type="http://schemas.openxmlformats.org/officeDocument/2006/relationships/slide" Target="/ppt/slides/slide7.xml" Id="Rad62d6f32cc14913" /><Relationship Type="http://schemas.openxmlformats.org/officeDocument/2006/relationships/slide" Target="/ppt/slides/slide8.xml" Id="Rc4937950c8204cd7" /><Relationship Type="http://schemas.openxmlformats.org/officeDocument/2006/relationships/slide" Target="/ppt/slides/slide9.xml" Id="Rbf31c0a0b7504a25" /><Relationship Type="http://schemas.openxmlformats.org/officeDocument/2006/relationships/slide" Target="/ppt/slides/slide10.xml" Id="R8506c7b3ba264141" /><Relationship Type="http://schemas.openxmlformats.org/officeDocument/2006/relationships/slide" Target="/ppt/slides/slide11.xml" Id="R398daf26cd5147cb" /><Relationship Type="http://schemas.openxmlformats.org/officeDocument/2006/relationships/slide" Target="/ppt/slides/slide12.xml" Id="R4824e0e110cd4714" /><Relationship Type="http://schemas.openxmlformats.org/officeDocument/2006/relationships/slide" Target="/ppt/slides/slide13.xml" Id="R16a077c4188248f5" /><Relationship Type="http://schemas.openxmlformats.org/officeDocument/2006/relationships/slide" Target="/ppt/slides/slide14.xml" Id="R9a32b81cc78d402b" /><Relationship Type="http://schemas.openxmlformats.org/officeDocument/2006/relationships/slide" Target="/ppt/slides/slide15.xml" Id="Rcc2f7282d0f64b4c" /><Relationship Type="http://schemas.openxmlformats.org/officeDocument/2006/relationships/slide" Target="/ppt/slides/slide16.xml" Id="R0566211e2b35428a" /><Relationship Type="http://schemas.openxmlformats.org/officeDocument/2006/relationships/slide" Target="/ppt/slides/slide17.xml" Id="R0afa48ee14e54d0a" /><Relationship Type="http://schemas.openxmlformats.org/officeDocument/2006/relationships/slide" Target="/ppt/slides/slide18.xml" Id="Radeeb39f6b2744c1" /><Relationship Type="http://schemas.openxmlformats.org/officeDocument/2006/relationships/slide" Target="/ppt/slides/slide19.xml" Id="R2c8319558dbf497a" /><Relationship Type="http://schemas.openxmlformats.org/officeDocument/2006/relationships/slide" Target="/ppt/slides/slide20.xml" Id="Ree8a7b11be364342" /><Relationship Type="http://schemas.openxmlformats.org/officeDocument/2006/relationships/slide" Target="/ppt/slides/slide21.xml" Id="R6f1430486d734629" /><Relationship Type="http://schemas.openxmlformats.org/officeDocument/2006/relationships/slide" Target="/ppt/slides/slide22.xml" Id="R7f99a6ad3d6447ff" /><Relationship Type="http://schemas.openxmlformats.org/officeDocument/2006/relationships/slide" Target="/ppt/slides/slide23.xml" Id="Rd2682ddd31964854" /><Relationship Type="http://schemas.openxmlformats.org/officeDocument/2006/relationships/slide" Target="/ppt/slides/slide24.xml" Id="R6fa30ea7d0784c70" /><Relationship Type="http://schemas.openxmlformats.org/officeDocument/2006/relationships/slide" Target="/ppt/slides/slide25.xml" Id="R3c7db51247f94d0d" /><Relationship Type="http://schemas.openxmlformats.org/officeDocument/2006/relationships/slide" Target="/ppt/slides/slide26.xml" Id="R1300089785e0410c" /><Relationship Type="http://schemas.openxmlformats.org/officeDocument/2006/relationships/slide" Target="/ppt/slides/slide27.xml" Id="R0705f949f2794479" /><Relationship Type="http://schemas.openxmlformats.org/officeDocument/2006/relationships/slide" Target="/ppt/slides/slide28.xml" Id="R30f12650500f4502" /><Relationship Type="http://schemas.openxmlformats.org/officeDocument/2006/relationships/slide" Target="/ppt/slides/slide29.xml" Id="Rc3b4215ba3be47fb" /><Relationship Type="http://schemas.openxmlformats.org/officeDocument/2006/relationships/slide" Target="/ppt/slides/slide30.xml" Id="Rdd695f4d6e874bc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f67285e6c8443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6a23c868ed4b0b" /><Relationship Type="http://schemas.openxmlformats.org/officeDocument/2006/relationships/notesMaster" Target="/ppt/notesMasters/notesMaster1.xml" Id="R2e80c55782004d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d00788fc104311" /><Relationship Type="http://schemas.openxmlformats.org/officeDocument/2006/relationships/notesMaster" Target="/ppt/notesMasters/notesMaster1.xml" Id="R298002561bba4e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5e483b856584984" /><Relationship Type="http://schemas.openxmlformats.org/officeDocument/2006/relationships/notesMaster" Target="/ppt/notesMasters/notesMaster1.xml" Id="R674d2a1992ef44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faa5ccc6924882" /><Relationship Type="http://schemas.openxmlformats.org/officeDocument/2006/relationships/notesMaster" Target="/ppt/notesMasters/notesMaster1.xml" Id="R1764e4f05e70465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e0563dfb842457d" /><Relationship Type="http://schemas.openxmlformats.org/officeDocument/2006/relationships/notesMaster" Target="/ppt/notesMasters/notesMaster1.xml" Id="R72c15efb10a7410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0a9f53ad8d4f55" /><Relationship Type="http://schemas.openxmlformats.org/officeDocument/2006/relationships/notesMaster" Target="/ppt/notesMasters/notesMaster1.xml" Id="Rb1cee8d8f68f45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acb1fb98264f38" /><Relationship Type="http://schemas.openxmlformats.org/officeDocument/2006/relationships/notesMaster" Target="/ppt/notesMasters/notesMaster1.xml" Id="Rfaba894a346a48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e4894ac834b4fca" /><Relationship Type="http://schemas.openxmlformats.org/officeDocument/2006/relationships/notesMaster" Target="/ppt/notesMasters/notesMaster1.xml" Id="R4e9f099a1559465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9b8be28c3c4a6c" /><Relationship Type="http://schemas.openxmlformats.org/officeDocument/2006/relationships/notesMaster" Target="/ppt/notesMasters/notesMaster1.xml" Id="Rcf240efc24da4d3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a876de105d4282" /><Relationship Type="http://schemas.openxmlformats.org/officeDocument/2006/relationships/notesMaster" Target="/ppt/notesMasters/notesMaster1.xml" Id="R3e5d3d8aec37444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7a416a5e8284392" /><Relationship Type="http://schemas.openxmlformats.org/officeDocument/2006/relationships/notesMaster" Target="/ppt/notesMasters/notesMaster1.xml" Id="Rc9e21d4614eb49e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f3e0dcb63bb40b5" /><Relationship Type="http://schemas.openxmlformats.org/officeDocument/2006/relationships/notesMaster" Target="/ppt/notesMasters/notesMaster1.xml" Id="R0752c7a8c8cc416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285be16fae04d2c" /><Relationship Type="http://schemas.openxmlformats.org/officeDocument/2006/relationships/notesMaster" Target="/ppt/notesMasters/notesMaster1.xml" Id="R40497b7f8abf4ff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f30f080884d4664" /><Relationship Type="http://schemas.openxmlformats.org/officeDocument/2006/relationships/notesMaster" Target="/ppt/notesMasters/notesMaster1.xml" Id="Rd2f654036e3e4b9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886677806914038" /><Relationship Type="http://schemas.openxmlformats.org/officeDocument/2006/relationships/notesMaster" Target="/ppt/notesMasters/notesMaster1.xml" Id="Rc367b0bcd39541c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169261e774d4beb" /><Relationship Type="http://schemas.openxmlformats.org/officeDocument/2006/relationships/notesMaster" Target="/ppt/notesMasters/notesMaster1.xml" Id="R14423212d9d0424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ca3c576e87f4029" /><Relationship Type="http://schemas.openxmlformats.org/officeDocument/2006/relationships/notesMaster" Target="/ppt/notesMasters/notesMaster1.xml" Id="R0849f2e0d3a646d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8a63bfe2d2e4b45" /><Relationship Type="http://schemas.openxmlformats.org/officeDocument/2006/relationships/notesMaster" Target="/ppt/notesMasters/notesMaster1.xml" Id="Rd2bfccffdc2a4e6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e2277ec80334bf2" /><Relationship Type="http://schemas.openxmlformats.org/officeDocument/2006/relationships/notesMaster" Target="/ppt/notesMasters/notesMaster1.xml" Id="R6f97f4adac4f4ca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86192731b624a81" /><Relationship Type="http://schemas.openxmlformats.org/officeDocument/2006/relationships/notesMaster" Target="/ppt/notesMasters/notesMaster1.xml" Id="Rfe41b98453c04fe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7b63a2256f14abc" /><Relationship Type="http://schemas.openxmlformats.org/officeDocument/2006/relationships/notesMaster" Target="/ppt/notesMasters/notesMaster1.xml" Id="Rea49020adb7648f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4c64273ebff4ac4" /><Relationship Type="http://schemas.openxmlformats.org/officeDocument/2006/relationships/notesMaster" Target="/ppt/notesMasters/notesMaster1.xml" Id="R3f0c9acf8080416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cebdbad211c48e7" /><Relationship Type="http://schemas.openxmlformats.org/officeDocument/2006/relationships/notesMaster" Target="/ppt/notesMasters/notesMaster1.xml" Id="Rf5f6efee5d3143c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1c0e452d8364b10" /><Relationship Type="http://schemas.openxmlformats.org/officeDocument/2006/relationships/notesMaster" Target="/ppt/notesMasters/notesMaster1.xml" Id="R198b7421636e4b6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5941d84de3d4d66" /><Relationship Type="http://schemas.openxmlformats.org/officeDocument/2006/relationships/notesMaster" Target="/ppt/notesMasters/notesMaster1.xml" Id="R6b1f9d264fd94d6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d12604cf04f4773" /><Relationship Type="http://schemas.openxmlformats.org/officeDocument/2006/relationships/notesMaster" Target="/ppt/notesMasters/notesMaster1.xml" Id="R4c24af24bc73429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2521a3e6c184371" /><Relationship Type="http://schemas.openxmlformats.org/officeDocument/2006/relationships/notesMaster" Target="/ppt/notesMasters/notesMaster1.xml" Id="Rf5d72027e8634a6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dbda4b54f05431f" /><Relationship Type="http://schemas.openxmlformats.org/officeDocument/2006/relationships/notesMaster" Target="/ppt/notesMasters/notesMaster1.xml" Id="R861b2f5fbbf64dc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161b157bbb0432a" /><Relationship Type="http://schemas.openxmlformats.org/officeDocument/2006/relationships/notesMaster" Target="/ppt/notesMasters/notesMaster1.xml" Id="R7a9f390c7241481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c3c22d516b34514" /><Relationship Type="http://schemas.openxmlformats.org/officeDocument/2006/relationships/notesMaster" Target="/ppt/notesMasters/notesMaster1.xml" Id="R276b8f0ebdb9499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65cf9fe9ba42b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b443e0e003423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626c2628344fd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5b4163587c437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623815d45948d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a425fe8d8e4f8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d2639d2bfc4ee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61fb850fae42b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0a89a59240482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580563d94e436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8854b023d64b4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bd3a2066a04b8d" /><Relationship Type="http://schemas.openxmlformats.org/officeDocument/2006/relationships/slideLayout" Target="/ppt/slideLayouts/slideLayout1.xml" Id="R76c0a2b0724049df" /><Relationship Type="http://schemas.openxmlformats.org/officeDocument/2006/relationships/slideLayout" Target="/ppt/slideLayouts/slideLayout2.xml" Id="Rca65002a27f44679" /><Relationship Type="http://schemas.openxmlformats.org/officeDocument/2006/relationships/slideLayout" Target="/ppt/slideLayouts/slideLayout3.xml" Id="R52bf0f0f43fc41be" /><Relationship Type="http://schemas.openxmlformats.org/officeDocument/2006/relationships/slideLayout" Target="/ppt/slideLayouts/slideLayout4.xml" Id="Rf9bcb880a2554e6d" /><Relationship Type="http://schemas.openxmlformats.org/officeDocument/2006/relationships/slideLayout" Target="/ppt/slideLayouts/slideLayout5.xml" Id="R941140ac1d044186" /><Relationship Type="http://schemas.openxmlformats.org/officeDocument/2006/relationships/slideLayout" Target="/ppt/slideLayouts/slideLayout6.xml" Id="R0e4b059082be400e" /><Relationship Type="http://schemas.openxmlformats.org/officeDocument/2006/relationships/slideLayout" Target="/ppt/slideLayouts/slideLayout7.xml" Id="R2707a11b3494417d" /><Relationship Type="http://schemas.openxmlformats.org/officeDocument/2006/relationships/slideLayout" Target="/ppt/slideLayouts/slideLayout8.xml" Id="R45c27a3f6dbd49a9" /><Relationship Type="http://schemas.openxmlformats.org/officeDocument/2006/relationships/slideLayout" Target="/ppt/slideLayouts/slideLayout9.xml" Id="R86fb61e8d10b47fe" /><Relationship Type="http://schemas.openxmlformats.org/officeDocument/2006/relationships/slideLayout" Target="/ppt/slideLayouts/slideLayout10.xml" Id="Rd78caf63c9b04472" /><Relationship Type="http://schemas.openxmlformats.org/officeDocument/2006/relationships/slideLayout" Target="/ppt/slideLayouts/slideLayout11.xml" Id="R6c3f1ed066fa4fa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6c0a2b0724049df"/>
    <p:sldLayoutId xmlns:r="http://schemas.openxmlformats.org/officeDocument/2006/relationships" id="2147483650" r:id="Rca65002a27f44679"/>
    <p:sldLayoutId xmlns:r="http://schemas.openxmlformats.org/officeDocument/2006/relationships" id="2147483651" r:id="R52bf0f0f43fc41be"/>
    <p:sldLayoutId xmlns:r="http://schemas.openxmlformats.org/officeDocument/2006/relationships" id="2147483652" r:id="Rf9bcb880a2554e6d"/>
    <p:sldLayoutId xmlns:r="http://schemas.openxmlformats.org/officeDocument/2006/relationships" id="2147483653" r:id="R941140ac1d044186"/>
    <p:sldLayoutId xmlns:r="http://schemas.openxmlformats.org/officeDocument/2006/relationships" id="2147483654" r:id="R0e4b059082be400e"/>
    <p:sldLayoutId xmlns:r="http://schemas.openxmlformats.org/officeDocument/2006/relationships" id="2147483655" r:id="R2707a11b3494417d"/>
    <p:sldLayoutId xmlns:r="http://schemas.openxmlformats.org/officeDocument/2006/relationships" id="2147483656" r:id="R45c27a3f6dbd49a9"/>
    <p:sldLayoutId xmlns:r="http://schemas.openxmlformats.org/officeDocument/2006/relationships" id="2147483657" r:id="R86fb61e8d10b47fe"/>
    <p:sldLayoutId xmlns:r="http://schemas.openxmlformats.org/officeDocument/2006/relationships" id="2147483658" r:id="Rd78caf63c9b04472"/>
    <p:sldLayoutId xmlns:r="http://schemas.openxmlformats.org/officeDocument/2006/relationships" id="2147483659" r:id="R6c3f1ed066fa4fa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c4e737338ca4144" /><Relationship Type="http://schemas.openxmlformats.org/officeDocument/2006/relationships/notesSlide" Target="/ppt/notesSlides/notesSlide1.xml" Id="Rb9e49358a91643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d1b4990bc241c4" /><Relationship Type="http://schemas.openxmlformats.org/officeDocument/2006/relationships/notesSlide" Target="/ppt/notesSlides/notesSlide2.xml" Id="R2b40b1aace934c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ab38e3f713344d2" /><Relationship Type="http://schemas.openxmlformats.org/officeDocument/2006/relationships/notesSlide" Target="/ppt/notesSlides/notesSlide3.xml" Id="R07af42ac882347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60bae8fbf904867" /><Relationship Type="http://schemas.openxmlformats.org/officeDocument/2006/relationships/notesSlide" Target="/ppt/notesSlides/notesSlide4.xml" Id="R933e2300159e486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850e2eebf72421f" /><Relationship Type="http://schemas.openxmlformats.org/officeDocument/2006/relationships/notesSlide" Target="/ppt/notesSlides/notesSlide5.xml" Id="R1b2e428580c34e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69800263dba418c" /><Relationship Type="http://schemas.openxmlformats.org/officeDocument/2006/relationships/notesSlide" Target="/ppt/notesSlides/notesSlide6.xml" Id="R9a2448399de746c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0ac313bdf2d4518" /><Relationship Type="http://schemas.openxmlformats.org/officeDocument/2006/relationships/notesSlide" Target="/ppt/notesSlides/notesSlide7.xml" Id="R437c68a2c0f642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88a4ac9e6141d0" /><Relationship Type="http://schemas.openxmlformats.org/officeDocument/2006/relationships/notesSlide" Target="/ppt/notesSlides/notesSlide8.xml" Id="Rffbc8aaa2e434f4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1a338cc67a4094" /><Relationship Type="http://schemas.openxmlformats.org/officeDocument/2006/relationships/notesSlide" Target="/ppt/notesSlides/notesSlide9.xml" Id="R6b3e7595b3bb497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31ae02ddb7446c4" /><Relationship Type="http://schemas.openxmlformats.org/officeDocument/2006/relationships/notesSlide" Target="/ppt/notesSlides/notesSlide10.xml" Id="Rfa42bf6ab372410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1b6c00916f54c9d" /><Relationship Type="http://schemas.openxmlformats.org/officeDocument/2006/relationships/notesSlide" Target="/ppt/notesSlides/notesSlide11.xml" Id="R02d2472623bc46f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8ea250fbc9443d2" /><Relationship Type="http://schemas.openxmlformats.org/officeDocument/2006/relationships/notesSlide" Target="/ppt/notesSlides/notesSlide12.xml" Id="R334b15213c22478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a7435c46c14bbb" /><Relationship Type="http://schemas.openxmlformats.org/officeDocument/2006/relationships/notesSlide" Target="/ppt/notesSlides/notesSlide13.xml" Id="R810c7c86613c4dc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82ba8f0577a4e54" /><Relationship Type="http://schemas.openxmlformats.org/officeDocument/2006/relationships/notesSlide" Target="/ppt/notesSlides/notesSlide14.xml" Id="R3ad955aeb139407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f246fd3cbe94b91" /><Relationship Type="http://schemas.openxmlformats.org/officeDocument/2006/relationships/notesSlide" Target="/ppt/notesSlides/notesSlide15.xml" Id="Rc37a7c82a85743e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65b57351e8a4af7" /><Relationship Type="http://schemas.openxmlformats.org/officeDocument/2006/relationships/notesSlide" Target="/ppt/notesSlides/notesSlide16.xml" Id="Rd917777fb102481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2d831c140454f7d" /><Relationship Type="http://schemas.openxmlformats.org/officeDocument/2006/relationships/notesSlide" Target="/ppt/notesSlides/notesSlide17.xml" Id="Rf7ca502678ad49f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259b7e06a494cb6" /><Relationship Type="http://schemas.openxmlformats.org/officeDocument/2006/relationships/notesSlide" Target="/ppt/notesSlides/notesSlide18.xml" Id="R9039cc93b4534f0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ca7e3a6877a4375" /><Relationship Type="http://schemas.openxmlformats.org/officeDocument/2006/relationships/notesSlide" Target="/ppt/notesSlides/notesSlide19.xml" Id="Rb98a4293e5e84c4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5571c5e10c49e6" /><Relationship Type="http://schemas.openxmlformats.org/officeDocument/2006/relationships/notesSlide" Target="/ppt/notesSlides/notesSlide20.xml" Id="R505ac8501984481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5e2e7138d1a48ed" /><Relationship Type="http://schemas.openxmlformats.org/officeDocument/2006/relationships/notesSlide" Target="/ppt/notesSlides/notesSlide21.xml" Id="R43cabb728b7f482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6f8bf51c48944cd" /><Relationship Type="http://schemas.openxmlformats.org/officeDocument/2006/relationships/notesSlide" Target="/ppt/notesSlides/notesSlide22.xml" Id="R46dc2a23140b498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8f4b01fe594811" /><Relationship Type="http://schemas.openxmlformats.org/officeDocument/2006/relationships/notesSlide" Target="/ppt/notesSlides/notesSlide23.xml" Id="R3d10f8b56559401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8d0f5599554172" /><Relationship Type="http://schemas.openxmlformats.org/officeDocument/2006/relationships/notesSlide" Target="/ppt/notesSlides/notesSlide24.xml" Id="R2f74de6f17d14f8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24a5278a9384054" /><Relationship Type="http://schemas.openxmlformats.org/officeDocument/2006/relationships/notesSlide" Target="/ppt/notesSlides/notesSlide25.xml" Id="R99d494d37077484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c4f5e4a43843b8" /><Relationship Type="http://schemas.openxmlformats.org/officeDocument/2006/relationships/notesSlide" Target="/ppt/notesSlides/notesSlide26.xml" Id="R5a51f1b5a0c74b6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732521165324881" /><Relationship Type="http://schemas.openxmlformats.org/officeDocument/2006/relationships/notesSlide" Target="/ppt/notesSlides/notesSlide27.xml" Id="Rc219f01b3d2d4fc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0b753b0b4dd406c" /><Relationship Type="http://schemas.openxmlformats.org/officeDocument/2006/relationships/notesSlide" Target="/ppt/notesSlides/notesSlide28.xml" Id="R151187c08da54b9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b0591e512748c7" /><Relationship Type="http://schemas.openxmlformats.org/officeDocument/2006/relationships/notesSlide" Target="/ppt/notesSlides/notesSlide29.xml" Id="R08fbd09a09c94c7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4b22dfd77d4e34" /><Relationship Type="http://schemas.openxmlformats.org/officeDocument/2006/relationships/notesSlide" Target="/ppt/notesSlides/notesSlide30.xml" Id="Ree437290d2ac4a4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2026.07.28-32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2026-07-28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195-country method control separates 28 reviewed plans, 0 source leads, 15 EU TPD patterns and 152 unscoped proxy routes; none unlocks the 0/3 donor gate.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195-country open base: 578 WB records; method control 28 / 0 / 15 / 152; not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84783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39 market measures and 36 Swedish FHM register counts; method control 28 / 0 / 15 / 152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World Bank; Statistics Canada; Health Canada; New Zealand Ministry of Health; Destatis; Vero;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1.219160bn (≈EUR 822.6m; ECB 2024) / EUR 822.58m; monthly route +CAD 1,000. Canada 7/10; D5, D7 and D10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identified AIS/AVP vaping subtotal NZD 274.180m (≈EUR 153.3m; ECB 2024): consumables 189.402 + devices/hardware 84.709 + mixed systems 0.069m. NZ 7/10; D5 failed, D8/D10 open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e-liquid flow 1,451,529 → 805,441 litres; tax bridge for 4,382,500 devices + 62,500 component sets. Not retail value or a donor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2024: strong point estimate,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1.219160bn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1.160754bn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CAD 1,000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monthly–quarterly gap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is CAD 58.406m, or 5.03%, above shipments. The residual is not margin or a market range; official tax evidence closes D8.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passes 7/10. D5: NAICS 459993/459999 coverage. D7: exact annual error boundary missing. D10: different transaction stages remain unreconciled.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Market-values model; Method-route control; Readiness and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New Zealand is 7/10: D5 failed; D8 and D10 open. All 5 candidates remain outside; the donor gate is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identified AIS/AVP subtotal of NZD 274.180m (≈EUR 153.3m; ECB 2024) comprises NZD 189,402,451.96 consumables, NZD 84,709,409.85 devices/hardware and NZD 68,548.40 mixed systems.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NZD 2,137,085.24 adjacent and NZD 4,367,017.37 unresolved rows are excluded. New Zealand passes 7/10; D5 fails and D8/D10 remain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separate NZD 533.7–731.2m (≈EUR 298.5–408.9m; ECB 2024) RPS sensitivity remains a supported model, not observed national value. The donor gate remains 0/3.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Manufacturer: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Technology provider: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Financier or buyer: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First-donor conversion sprint · next 90 days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2026.07.28-32 · 2026-07-28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New Zealand: Ministry D5/D8 confirmation and an independent D10 bridge. Canada: Statistics Canada D5/D7 confirmation.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Poland: official 2020–2023 e-liquid flow and a 2025 device/component tax bridge; retail value and a D1–D10 bridge remain missing.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Five-country normalisation: Belgium ≈83,333 litres (9 months; not retail) and Italy EUR 84.31m PLI tax (not retail). Methods stay separate from sales; Euromonitor 0/6.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Accept a donor only if all ten criteria pass. Otherwise retain 0/3 and not_computed.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56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daily package is generated at most once per Asia/Nicosia calendar day; the dashboard may update intraday.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2026.07.28-32 · 2026-07-28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2026-07-28T06:49:51.5080000Z</dcterms:created>
  <dcterms:modified xsi:type="dcterms:W3CDTF">2026-07-28T06:49:51.5080000Z</dcterms:modified>
</coreProperties>
</file>